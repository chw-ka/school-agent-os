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4" r:id="rId1"/>
  </p:sldMasterIdLst>
  <p:sldIdLst>
    <p:sldId id="257" r:id="rId2"/>
    <p:sldId id="258" r:id="rId3"/>
    <p:sldId id="259" r:id="rId4"/>
    <p:sldId id="260" r:id="rId5"/>
    <p:sldId id="261" r:id="rId6"/>
    <p:sldId id="262" r:id="rId7"/>
    <p:sldId id="267" r:id="rId8"/>
    <p:sldId id="270" r:id="rId9"/>
    <p:sldId id="269" r:id="rId10"/>
    <p:sldId id="271" r:id="rId11"/>
    <p:sldId id="272" r:id="rId12"/>
    <p:sldId id="273" r:id="rId13"/>
    <p:sldId id="274" r:id="rId14"/>
    <p:sldId id="275" r:id="rId15"/>
    <p:sldId id="279" r:id="rId16"/>
    <p:sldId id="280"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08" d="100"/>
          <a:sy n="108" d="100"/>
        </p:scale>
        <p:origin x="630" y="102"/>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19.png"/></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A-Cover-EN">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id="{B0382016-0D89-EF9D-39EF-278C3F31B3E3}"/>
              </a:ext>
            </a:extLst>
          </p:cNvPr>
          <p:cNvSpPr>
            <a:spLocks noGrp="1" noRot="1" noMove="1" noResize="1" noEditPoints="1" noAdjustHandles="1" noChangeArrowheads="1" noChangeShapeType="1"/>
          </p:cNvSpPr>
          <p:nvPr>
            <p:ph type="title"/>
          </p:nvPr>
        </p:nvSpPr>
        <p:spPr>
          <a:xfrm>
            <a:off x="4756006" y="4084032"/>
            <a:ext cx="6903163" cy="2044968"/>
          </a:xfrm>
        </p:spPr>
        <p:txBody>
          <a:bodyPr anchor="t"/>
          <a:lstStyle>
            <a:lvl1pPr algn="l">
              <a:defRPr b="1">
                <a:solidFill>
                  <a:srgbClr val="007078"/>
                </a:solidFill>
                <a:latin typeface="Myriad Pro" panose="020B0503030403020204" pitchFamily="34" charset="0"/>
              </a:defRPr>
            </a:lvl1pPr>
          </a:lstStyle>
          <a:p>
            <a:r>
              <a:rPr lang="en-US"/>
              <a:t>Click to edit Master title style</a:t>
            </a:r>
            <a:endParaRPr lang="en-GB" dirty="0"/>
          </a:p>
        </p:txBody>
      </p:sp>
      <p:sp>
        <p:nvSpPr>
          <p:cNvPr id="29" name="TextBox 28">
            <a:extLst>
              <a:ext uri="{FF2B5EF4-FFF2-40B4-BE49-F238E27FC236}">
                <a16:creationId xmlns:a16="http://schemas.microsoft.com/office/drawing/2014/main" id="{8793BAB5-13CD-5ADC-9F76-FC56C20F685A}"/>
              </a:ext>
            </a:extLst>
          </p:cNvPr>
          <p:cNvSpPr txBox="1">
            <a:spLocks noGrp="1" noRot="1" noMove="1" noResize="1" noEditPoints="1" noAdjustHandles="1" noChangeArrowheads="1" noChangeShapeType="1"/>
          </p:cNvSpPr>
          <p:nvPr/>
        </p:nvSpPr>
        <p:spPr>
          <a:xfrm>
            <a:off x="4742958" y="1898909"/>
            <a:ext cx="6916211" cy="954107"/>
          </a:xfrm>
          <a:prstGeom prst="rect">
            <a:avLst/>
          </a:prstGeom>
          <a:noFill/>
        </p:spPr>
        <p:txBody>
          <a:bodyPr wrap="square" rtlCol="0" anchor="ctr">
            <a:spAutoFit/>
          </a:bodyPr>
          <a:lstStyle/>
          <a:p>
            <a:pPr algn="l"/>
            <a:r>
              <a:rPr lang="en-GB" altLang="zh-TW" sz="5600" b="1" dirty="0">
                <a:solidFill>
                  <a:srgbClr val="00A0A9"/>
                </a:solidFill>
                <a:latin typeface="Myriad Pro" panose="020B0503030403020204" pitchFamily="34" charset="0"/>
                <a:ea typeface="Noto Sans CJK KR Black" panose="020B0A00000000000000" pitchFamily="34" charset="-128"/>
              </a:rPr>
              <a:t>ICT for iGeneration</a:t>
            </a:r>
          </a:p>
        </p:txBody>
      </p:sp>
      <p:pic>
        <p:nvPicPr>
          <p:cNvPr id="3" name="Picture 2">
            <a:extLst>
              <a:ext uri="{FF2B5EF4-FFF2-40B4-BE49-F238E27FC236}">
                <a16:creationId xmlns:a16="http://schemas.microsoft.com/office/drawing/2014/main" id="{FE97C56F-506D-1CBF-DAEA-5491D0196718}"/>
              </a:ext>
            </a:extLst>
          </p:cNvPr>
          <p:cNvPicPr>
            <a:picLocks noGrp="1" noRot="1" noChangeAspect="1" noMove="1" noResize="1" noEditPoints="1" noAdjustHandles="1" noChangeArrowheads="1" noChangeShapeType="1" noCrop="1"/>
          </p:cNvPicPr>
          <p:nvPr/>
        </p:nvPicPr>
        <p:blipFill>
          <a:blip r:embed="rId2"/>
          <a:stretch>
            <a:fillRect/>
          </a:stretch>
        </p:blipFill>
        <p:spPr>
          <a:xfrm>
            <a:off x="4880448" y="2853016"/>
            <a:ext cx="3145542" cy="505969"/>
          </a:xfrm>
          <a:prstGeom prst="rect">
            <a:avLst/>
          </a:prstGeom>
        </p:spPr>
      </p:pic>
      <p:pic>
        <p:nvPicPr>
          <p:cNvPr id="5" name="Picture 4">
            <a:extLst>
              <a:ext uri="{FF2B5EF4-FFF2-40B4-BE49-F238E27FC236}">
                <a16:creationId xmlns:a16="http://schemas.microsoft.com/office/drawing/2014/main" id="{9D8FD09F-D8A1-E336-3B87-044CB68F4B9F}"/>
              </a:ext>
            </a:extLst>
          </p:cNvPr>
          <p:cNvPicPr>
            <a:picLocks noGrp="1" noRot="1" noChangeAspect="1" noMove="1" noResize="1" noEditPoints="1" noAdjustHandles="1" noChangeArrowheads="1" noChangeShapeType="1" noCrop="1"/>
          </p:cNvPicPr>
          <p:nvPr/>
        </p:nvPicPr>
        <p:blipFill>
          <a:blip r:embed="rId3"/>
          <a:stretch>
            <a:fillRect/>
          </a:stretch>
        </p:blipFill>
        <p:spPr>
          <a:xfrm>
            <a:off x="0" y="1898909"/>
            <a:ext cx="4744800" cy="4744800"/>
          </a:xfrm>
          <a:prstGeom prst="rect">
            <a:avLst/>
          </a:prstGeom>
        </p:spPr>
      </p:pic>
      <p:pic>
        <p:nvPicPr>
          <p:cNvPr id="17" name="Picture 16">
            <a:extLst>
              <a:ext uri="{FF2B5EF4-FFF2-40B4-BE49-F238E27FC236}">
                <a16:creationId xmlns:a16="http://schemas.microsoft.com/office/drawing/2014/main" id="{069BCDB6-856A-6319-8C9A-5031698A31C3}"/>
              </a:ext>
            </a:extLst>
          </p:cNvPr>
          <p:cNvPicPr>
            <a:picLocks noGrp="1" noRot="1" noChangeAspect="1" noMove="1" noResize="1" noEditPoints="1" noAdjustHandles="1" noChangeArrowheads="1" noChangeShapeType="1" noCrop="1"/>
          </p:cNvPicPr>
          <p:nvPr/>
        </p:nvPicPr>
        <p:blipFill>
          <a:blip r:embed="rId4"/>
          <a:stretch>
            <a:fillRect/>
          </a:stretch>
        </p:blipFill>
        <p:spPr>
          <a:xfrm>
            <a:off x="3199169" y="724908"/>
            <a:ext cx="5712455" cy="784800"/>
          </a:xfrm>
          <a:prstGeom prst="rect">
            <a:avLst/>
          </a:prstGeom>
        </p:spPr>
      </p:pic>
    </p:spTree>
    <p:extLst>
      <p:ext uri="{BB962C8B-B14F-4D97-AF65-F5344CB8AC3E}">
        <p14:creationId xmlns:p14="http://schemas.microsoft.com/office/powerpoint/2010/main" val="3226669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B-Cover-EN">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id="{B0382016-0D89-EF9D-39EF-278C3F31B3E3}"/>
              </a:ext>
            </a:extLst>
          </p:cNvPr>
          <p:cNvSpPr>
            <a:spLocks noGrp="1" noRot="1" noMove="1" noResize="1" noEditPoints="1" noAdjustHandles="1" noChangeArrowheads="1" noChangeShapeType="1"/>
          </p:cNvSpPr>
          <p:nvPr>
            <p:ph type="title"/>
          </p:nvPr>
        </p:nvSpPr>
        <p:spPr>
          <a:xfrm>
            <a:off x="4756006" y="4084032"/>
            <a:ext cx="6903163" cy="2044968"/>
          </a:xfrm>
        </p:spPr>
        <p:txBody>
          <a:bodyPr anchor="t"/>
          <a:lstStyle>
            <a:lvl1pPr algn="l">
              <a:defRPr b="1">
                <a:solidFill>
                  <a:srgbClr val="007078"/>
                </a:solidFill>
                <a:latin typeface="Myriad Pro" panose="020B0503030403020204" pitchFamily="34" charset="0"/>
              </a:defRPr>
            </a:lvl1pPr>
          </a:lstStyle>
          <a:p>
            <a:r>
              <a:rPr lang="en-US"/>
              <a:t>Click to edit Master title style</a:t>
            </a:r>
            <a:endParaRPr lang="en-GB" dirty="0"/>
          </a:p>
        </p:txBody>
      </p:sp>
      <p:sp>
        <p:nvSpPr>
          <p:cNvPr id="29" name="TextBox 28">
            <a:extLst>
              <a:ext uri="{FF2B5EF4-FFF2-40B4-BE49-F238E27FC236}">
                <a16:creationId xmlns:a16="http://schemas.microsoft.com/office/drawing/2014/main" id="{8793BAB5-13CD-5ADC-9F76-FC56C20F685A}"/>
              </a:ext>
            </a:extLst>
          </p:cNvPr>
          <p:cNvSpPr txBox="1">
            <a:spLocks noGrp="1" noRot="1" noMove="1" noResize="1" noEditPoints="1" noAdjustHandles="1" noChangeArrowheads="1" noChangeShapeType="1"/>
          </p:cNvSpPr>
          <p:nvPr/>
        </p:nvSpPr>
        <p:spPr>
          <a:xfrm>
            <a:off x="4742958" y="1898909"/>
            <a:ext cx="6916211" cy="954107"/>
          </a:xfrm>
          <a:prstGeom prst="rect">
            <a:avLst/>
          </a:prstGeom>
          <a:noFill/>
        </p:spPr>
        <p:txBody>
          <a:bodyPr wrap="square" rtlCol="0" anchor="ctr">
            <a:spAutoFit/>
          </a:bodyPr>
          <a:lstStyle/>
          <a:p>
            <a:pPr algn="l"/>
            <a:r>
              <a:rPr lang="en-GB" altLang="zh-TW" sz="5600" b="1" dirty="0">
                <a:solidFill>
                  <a:srgbClr val="00A0A9"/>
                </a:solidFill>
                <a:latin typeface="Myriad Pro" panose="020B0503030403020204" pitchFamily="34" charset="0"/>
                <a:ea typeface="Noto Sans CJK KR Black" panose="020B0A00000000000000" pitchFamily="34" charset="-128"/>
              </a:rPr>
              <a:t>ICT for iGeneration</a:t>
            </a:r>
          </a:p>
        </p:txBody>
      </p:sp>
      <p:pic>
        <p:nvPicPr>
          <p:cNvPr id="4" name="Picture 3">
            <a:extLst>
              <a:ext uri="{FF2B5EF4-FFF2-40B4-BE49-F238E27FC236}">
                <a16:creationId xmlns:a16="http://schemas.microsoft.com/office/drawing/2014/main" id="{32BE4C03-EDAE-8A34-CB24-BDAA03524E5E}"/>
              </a:ext>
            </a:extLst>
          </p:cNvPr>
          <p:cNvPicPr>
            <a:picLocks noGrp="1" noRot="1" noChangeAspect="1" noMove="1" noResize="1" noEditPoints="1" noAdjustHandles="1" noChangeArrowheads="1" noChangeShapeType="1" noCrop="1"/>
          </p:cNvPicPr>
          <p:nvPr/>
        </p:nvPicPr>
        <p:blipFill>
          <a:blip r:embed="rId2"/>
          <a:stretch>
            <a:fillRect/>
          </a:stretch>
        </p:blipFill>
        <p:spPr>
          <a:xfrm>
            <a:off x="4880448" y="2853016"/>
            <a:ext cx="4093472" cy="505969"/>
          </a:xfrm>
          <a:prstGeom prst="rect">
            <a:avLst/>
          </a:prstGeom>
        </p:spPr>
      </p:pic>
      <p:pic>
        <p:nvPicPr>
          <p:cNvPr id="8" name="Picture 7">
            <a:extLst>
              <a:ext uri="{FF2B5EF4-FFF2-40B4-BE49-F238E27FC236}">
                <a16:creationId xmlns:a16="http://schemas.microsoft.com/office/drawing/2014/main" id="{E2DAD781-428A-67D8-7C55-666DFF21CBBC}"/>
              </a:ext>
            </a:extLst>
          </p:cNvPr>
          <p:cNvPicPr>
            <a:picLocks noGrp="1" noRot="1" noChangeAspect="1" noMove="1" noResize="1" noEditPoints="1" noAdjustHandles="1" noChangeArrowheads="1" noChangeShapeType="1" noCrop="1"/>
          </p:cNvPicPr>
          <p:nvPr/>
        </p:nvPicPr>
        <p:blipFill>
          <a:blip r:embed="rId3"/>
          <a:stretch>
            <a:fillRect/>
          </a:stretch>
        </p:blipFill>
        <p:spPr>
          <a:xfrm>
            <a:off x="0" y="1898909"/>
            <a:ext cx="4744800" cy="4744800"/>
          </a:xfrm>
          <a:prstGeom prst="rect">
            <a:avLst/>
          </a:prstGeom>
        </p:spPr>
      </p:pic>
      <p:pic>
        <p:nvPicPr>
          <p:cNvPr id="16" name="Picture 15">
            <a:extLst>
              <a:ext uri="{FF2B5EF4-FFF2-40B4-BE49-F238E27FC236}">
                <a16:creationId xmlns:a16="http://schemas.microsoft.com/office/drawing/2014/main" id="{736497C4-9FC9-151F-62D2-FB395805F0B0}"/>
              </a:ext>
            </a:extLst>
          </p:cNvPr>
          <p:cNvPicPr>
            <a:picLocks noGrp="1" noRot="1" noChangeAspect="1" noMove="1" noResize="1" noEditPoints="1" noAdjustHandles="1" noChangeArrowheads="1" noChangeShapeType="1" noCrop="1"/>
          </p:cNvPicPr>
          <p:nvPr/>
        </p:nvPicPr>
        <p:blipFill>
          <a:blip r:embed="rId4"/>
          <a:stretch>
            <a:fillRect/>
          </a:stretch>
        </p:blipFill>
        <p:spPr>
          <a:xfrm>
            <a:off x="3199169" y="724908"/>
            <a:ext cx="5712455" cy="784800"/>
          </a:xfrm>
          <a:prstGeom prst="rect">
            <a:avLst/>
          </a:prstGeom>
        </p:spPr>
      </p:pic>
    </p:spTree>
    <p:extLst>
      <p:ext uri="{BB962C8B-B14F-4D97-AF65-F5344CB8AC3E}">
        <p14:creationId xmlns:p14="http://schemas.microsoft.com/office/powerpoint/2010/main" val="17494616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C-Cover-EN">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id="{B0382016-0D89-EF9D-39EF-278C3F31B3E3}"/>
              </a:ext>
            </a:extLst>
          </p:cNvPr>
          <p:cNvSpPr>
            <a:spLocks noGrp="1" noRot="1" noMove="1" noResize="1" noEditPoints="1" noAdjustHandles="1" noChangeArrowheads="1" noChangeShapeType="1"/>
          </p:cNvSpPr>
          <p:nvPr>
            <p:ph type="title"/>
          </p:nvPr>
        </p:nvSpPr>
        <p:spPr>
          <a:xfrm>
            <a:off x="4756006" y="4084032"/>
            <a:ext cx="6903163" cy="2044968"/>
          </a:xfrm>
        </p:spPr>
        <p:txBody>
          <a:bodyPr anchor="t"/>
          <a:lstStyle>
            <a:lvl1pPr algn="l">
              <a:defRPr b="1">
                <a:solidFill>
                  <a:srgbClr val="007078"/>
                </a:solidFill>
                <a:latin typeface="Myriad Pro" panose="020B0503030403020204" pitchFamily="34" charset="0"/>
              </a:defRPr>
            </a:lvl1pPr>
          </a:lstStyle>
          <a:p>
            <a:r>
              <a:rPr lang="en-US"/>
              <a:t>Click to edit Master title style</a:t>
            </a:r>
            <a:endParaRPr lang="en-GB" dirty="0"/>
          </a:p>
        </p:txBody>
      </p:sp>
      <p:sp>
        <p:nvSpPr>
          <p:cNvPr id="29" name="TextBox 28">
            <a:extLst>
              <a:ext uri="{FF2B5EF4-FFF2-40B4-BE49-F238E27FC236}">
                <a16:creationId xmlns:a16="http://schemas.microsoft.com/office/drawing/2014/main" id="{8793BAB5-13CD-5ADC-9F76-FC56C20F685A}"/>
              </a:ext>
            </a:extLst>
          </p:cNvPr>
          <p:cNvSpPr txBox="1">
            <a:spLocks noGrp="1" noRot="1" noMove="1" noResize="1" noEditPoints="1" noAdjustHandles="1" noChangeArrowheads="1" noChangeShapeType="1"/>
          </p:cNvSpPr>
          <p:nvPr/>
        </p:nvSpPr>
        <p:spPr>
          <a:xfrm>
            <a:off x="4742958" y="1898909"/>
            <a:ext cx="6916211" cy="954107"/>
          </a:xfrm>
          <a:prstGeom prst="rect">
            <a:avLst/>
          </a:prstGeom>
          <a:noFill/>
        </p:spPr>
        <p:txBody>
          <a:bodyPr wrap="square" rtlCol="0" anchor="ctr">
            <a:spAutoFit/>
          </a:bodyPr>
          <a:lstStyle/>
          <a:p>
            <a:pPr algn="l"/>
            <a:r>
              <a:rPr lang="en-GB" altLang="zh-TW" sz="5600" b="1" dirty="0">
                <a:solidFill>
                  <a:srgbClr val="00A0A9"/>
                </a:solidFill>
                <a:latin typeface="Myriad Pro" panose="020B0503030403020204" pitchFamily="34" charset="0"/>
                <a:ea typeface="Noto Sans CJK KR Black" panose="020B0A00000000000000" pitchFamily="34" charset="-128"/>
              </a:rPr>
              <a:t>ICT for iGeneration</a:t>
            </a:r>
          </a:p>
        </p:txBody>
      </p:sp>
      <p:pic>
        <p:nvPicPr>
          <p:cNvPr id="8" name="Picture 7">
            <a:extLst>
              <a:ext uri="{FF2B5EF4-FFF2-40B4-BE49-F238E27FC236}">
                <a16:creationId xmlns:a16="http://schemas.microsoft.com/office/drawing/2014/main" id="{217E881E-670F-B298-11FD-7D2AE51F6D8C}"/>
              </a:ext>
            </a:extLst>
          </p:cNvPr>
          <p:cNvPicPr>
            <a:picLocks noGrp="1" noRot="1" noChangeAspect="1" noMove="1" noResize="1" noEditPoints="1" noAdjustHandles="1" noChangeArrowheads="1" noChangeShapeType="1" noCrop="1"/>
          </p:cNvPicPr>
          <p:nvPr/>
        </p:nvPicPr>
        <p:blipFill>
          <a:blip r:embed="rId2"/>
          <a:stretch>
            <a:fillRect/>
          </a:stretch>
        </p:blipFill>
        <p:spPr>
          <a:xfrm>
            <a:off x="0" y="1898909"/>
            <a:ext cx="4744800" cy="4744800"/>
          </a:xfrm>
          <a:prstGeom prst="rect">
            <a:avLst/>
          </a:prstGeom>
        </p:spPr>
      </p:pic>
      <p:pic>
        <p:nvPicPr>
          <p:cNvPr id="18" name="Picture 17">
            <a:extLst>
              <a:ext uri="{FF2B5EF4-FFF2-40B4-BE49-F238E27FC236}">
                <a16:creationId xmlns:a16="http://schemas.microsoft.com/office/drawing/2014/main" id="{097C5F1C-1E54-2755-BD09-8B53BEC6CE1A}"/>
              </a:ext>
            </a:extLst>
          </p:cNvPr>
          <p:cNvPicPr>
            <a:picLocks noGrp="1" noRot="1" noChangeAspect="1" noMove="1" noResize="1" noEditPoints="1" noAdjustHandles="1" noChangeArrowheads="1" noChangeShapeType="1" noCrop="1"/>
          </p:cNvPicPr>
          <p:nvPr/>
        </p:nvPicPr>
        <p:blipFill>
          <a:blip r:embed="rId3"/>
          <a:stretch>
            <a:fillRect/>
          </a:stretch>
        </p:blipFill>
        <p:spPr>
          <a:xfrm>
            <a:off x="4880448" y="2853016"/>
            <a:ext cx="3642367" cy="505969"/>
          </a:xfrm>
          <a:prstGeom prst="rect">
            <a:avLst/>
          </a:prstGeom>
        </p:spPr>
      </p:pic>
      <p:pic>
        <p:nvPicPr>
          <p:cNvPr id="16" name="Picture 15">
            <a:extLst>
              <a:ext uri="{FF2B5EF4-FFF2-40B4-BE49-F238E27FC236}">
                <a16:creationId xmlns:a16="http://schemas.microsoft.com/office/drawing/2014/main" id="{A97AA30C-B131-11B2-D159-FECF538D59B6}"/>
              </a:ext>
            </a:extLst>
          </p:cNvPr>
          <p:cNvPicPr>
            <a:picLocks noGrp="1" noRot="1" noChangeAspect="1" noMove="1" noResize="1" noEditPoints="1" noAdjustHandles="1" noChangeArrowheads="1" noChangeShapeType="1" noCrop="1"/>
          </p:cNvPicPr>
          <p:nvPr/>
        </p:nvPicPr>
        <p:blipFill>
          <a:blip r:embed="rId4"/>
          <a:stretch>
            <a:fillRect/>
          </a:stretch>
        </p:blipFill>
        <p:spPr>
          <a:xfrm>
            <a:off x="3199169" y="724908"/>
            <a:ext cx="5712455" cy="784800"/>
          </a:xfrm>
          <a:prstGeom prst="rect">
            <a:avLst/>
          </a:prstGeom>
        </p:spPr>
      </p:pic>
    </p:spTree>
    <p:extLst>
      <p:ext uri="{BB962C8B-B14F-4D97-AF65-F5344CB8AC3E}">
        <p14:creationId xmlns:p14="http://schemas.microsoft.com/office/powerpoint/2010/main" val="7144148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D-Cover-EN">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id="{B0382016-0D89-EF9D-39EF-278C3F31B3E3}"/>
              </a:ext>
            </a:extLst>
          </p:cNvPr>
          <p:cNvSpPr>
            <a:spLocks noGrp="1" noRot="1" noMove="1" noResize="1" noEditPoints="1" noAdjustHandles="1" noChangeArrowheads="1" noChangeShapeType="1"/>
          </p:cNvSpPr>
          <p:nvPr>
            <p:ph type="title"/>
          </p:nvPr>
        </p:nvSpPr>
        <p:spPr>
          <a:xfrm>
            <a:off x="4756006" y="4084032"/>
            <a:ext cx="6903163" cy="2044968"/>
          </a:xfrm>
        </p:spPr>
        <p:txBody>
          <a:bodyPr anchor="t"/>
          <a:lstStyle>
            <a:lvl1pPr algn="l">
              <a:defRPr b="1">
                <a:solidFill>
                  <a:srgbClr val="007078"/>
                </a:solidFill>
                <a:latin typeface="Myriad Pro" panose="020B0503030403020204" pitchFamily="34" charset="0"/>
              </a:defRPr>
            </a:lvl1pPr>
          </a:lstStyle>
          <a:p>
            <a:r>
              <a:rPr lang="en-US"/>
              <a:t>Click to edit Master title style</a:t>
            </a:r>
            <a:endParaRPr lang="en-GB" dirty="0"/>
          </a:p>
        </p:txBody>
      </p:sp>
      <p:sp>
        <p:nvSpPr>
          <p:cNvPr id="29" name="TextBox 28">
            <a:extLst>
              <a:ext uri="{FF2B5EF4-FFF2-40B4-BE49-F238E27FC236}">
                <a16:creationId xmlns:a16="http://schemas.microsoft.com/office/drawing/2014/main" id="{8793BAB5-13CD-5ADC-9F76-FC56C20F685A}"/>
              </a:ext>
            </a:extLst>
          </p:cNvPr>
          <p:cNvSpPr txBox="1">
            <a:spLocks noGrp="1" noRot="1" noMove="1" noResize="1" noEditPoints="1" noAdjustHandles="1" noChangeArrowheads="1" noChangeShapeType="1"/>
          </p:cNvSpPr>
          <p:nvPr/>
        </p:nvSpPr>
        <p:spPr>
          <a:xfrm>
            <a:off x="4742958" y="1898909"/>
            <a:ext cx="6916211" cy="954107"/>
          </a:xfrm>
          <a:prstGeom prst="rect">
            <a:avLst/>
          </a:prstGeom>
          <a:noFill/>
        </p:spPr>
        <p:txBody>
          <a:bodyPr wrap="square" rtlCol="0" anchor="ctr">
            <a:spAutoFit/>
          </a:bodyPr>
          <a:lstStyle/>
          <a:p>
            <a:pPr algn="l"/>
            <a:r>
              <a:rPr lang="en-GB" altLang="zh-TW" sz="5600" b="1" dirty="0">
                <a:solidFill>
                  <a:srgbClr val="00A0A9"/>
                </a:solidFill>
                <a:latin typeface="Myriad Pro" panose="020B0503030403020204" pitchFamily="34" charset="0"/>
                <a:ea typeface="Noto Sans CJK KR Black" panose="020B0A00000000000000" pitchFamily="34" charset="-128"/>
              </a:rPr>
              <a:t>ICT for iGeneration</a:t>
            </a:r>
          </a:p>
        </p:txBody>
      </p:sp>
      <p:pic>
        <p:nvPicPr>
          <p:cNvPr id="3" name="Picture 2">
            <a:extLst>
              <a:ext uri="{FF2B5EF4-FFF2-40B4-BE49-F238E27FC236}">
                <a16:creationId xmlns:a16="http://schemas.microsoft.com/office/drawing/2014/main" id="{FE0B2444-920A-39A5-579B-B54FCADA5674}"/>
              </a:ext>
            </a:extLst>
          </p:cNvPr>
          <p:cNvPicPr>
            <a:picLocks noGrp="1" noRot="1" noChangeAspect="1" noMove="1" noResize="1" noEditPoints="1" noAdjustHandles="1" noChangeArrowheads="1" noChangeShapeType="1" noCrop="1"/>
          </p:cNvPicPr>
          <p:nvPr/>
        </p:nvPicPr>
        <p:blipFill>
          <a:blip r:embed="rId2"/>
          <a:stretch>
            <a:fillRect/>
          </a:stretch>
        </p:blipFill>
        <p:spPr>
          <a:xfrm>
            <a:off x="4880448" y="2853016"/>
            <a:ext cx="5117602" cy="505969"/>
          </a:xfrm>
          <a:prstGeom prst="rect">
            <a:avLst/>
          </a:prstGeom>
        </p:spPr>
      </p:pic>
      <p:pic>
        <p:nvPicPr>
          <p:cNvPr id="5" name="Picture 4">
            <a:extLst>
              <a:ext uri="{FF2B5EF4-FFF2-40B4-BE49-F238E27FC236}">
                <a16:creationId xmlns:a16="http://schemas.microsoft.com/office/drawing/2014/main" id="{07506DF5-D585-C85A-7378-578CF95524AA}"/>
              </a:ext>
            </a:extLst>
          </p:cNvPr>
          <p:cNvPicPr>
            <a:picLocks noGrp="1" noRot="1" noChangeAspect="1" noMove="1" noResize="1" noEditPoints="1" noAdjustHandles="1" noChangeArrowheads="1" noChangeShapeType="1" noCrop="1"/>
          </p:cNvPicPr>
          <p:nvPr/>
        </p:nvPicPr>
        <p:blipFill>
          <a:blip r:embed="rId3"/>
          <a:stretch>
            <a:fillRect/>
          </a:stretch>
        </p:blipFill>
        <p:spPr>
          <a:xfrm>
            <a:off x="0" y="1898909"/>
            <a:ext cx="4744800" cy="4744800"/>
          </a:xfrm>
          <a:prstGeom prst="rect">
            <a:avLst/>
          </a:prstGeom>
        </p:spPr>
      </p:pic>
      <p:pic>
        <p:nvPicPr>
          <p:cNvPr id="16" name="Picture 15">
            <a:extLst>
              <a:ext uri="{FF2B5EF4-FFF2-40B4-BE49-F238E27FC236}">
                <a16:creationId xmlns:a16="http://schemas.microsoft.com/office/drawing/2014/main" id="{F6743423-DF9F-5DF4-442D-BF34F62A7AC6}"/>
              </a:ext>
            </a:extLst>
          </p:cNvPr>
          <p:cNvPicPr>
            <a:picLocks noGrp="1" noRot="1" noChangeAspect="1" noMove="1" noResize="1" noEditPoints="1" noAdjustHandles="1" noChangeArrowheads="1" noChangeShapeType="1" noCrop="1"/>
          </p:cNvPicPr>
          <p:nvPr/>
        </p:nvPicPr>
        <p:blipFill>
          <a:blip r:embed="rId4"/>
          <a:stretch>
            <a:fillRect/>
          </a:stretch>
        </p:blipFill>
        <p:spPr>
          <a:xfrm>
            <a:off x="3199169" y="724908"/>
            <a:ext cx="5712455" cy="784800"/>
          </a:xfrm>
          <a:prstGeom prst="rect">
            <a:avLst/>
          </a:prstGeom>
        </p:spPr>
      </p:pic>
    </p:spTree>
    <p:extLst>
      <p:ext uri="{BB962C8B-B14F-4D97-AF65-F5344CB8AC3E}">
        <p14:creationId xmlns:p14="http://schemas.microsoft.com/office/powerpoint/2010/main" val="27955246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E-Cover-EN">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id="{B0382016-0D89-EF9D-39EF-278C3F31B3E3}"/>
              </a:ext>
            </a:extLst>
          </p:cNvPr>
          <p:cNvSpPr>
            <a:spLocks noGrp="1" noRot="1" noMove="1" noResize="1" noEditPoints="1" noAdjustHandles="1" noChangeArrowheads="1" noChangeShapeType="1"/>
          </p:cNvSpPr>
          <p:nvPr>
            <p:ph type="title"/>
          </p:nvPr>
        </p:nvSpPr>
        <p:spPr>
          <a:xfrm>
            <a:off x="4756006" y="4084032"/>
            <a:ext cx="6903163" cy="2044968"/>
          </a:xfrm>
        </p:spPr>
        <p:txBody>
          <a:bodyPr anchor="t"/>
          <a:lstStyle>
            <a:lvl1pPr algn="l">
              <a:defRPr b="1">
                <a:solidFill>
                  <a:srgbClr val="007078"/>
                </a:solidFill>
                <a:latin typeface="Myriad Pro" panose="020B0503030403020204" pitchFamily="34" charset="0"/>
              </a:defRPr>
            </a:lvl1pPr>
          </a:lstStyle>
          <a:p>
            <a:r>
              <a:rPr lang="en-US"/>
              <a:t>Click to edit Master title style</a:t>
            </a:r>
            <a:endParaRPr lang="en-GB" dirty="0"/>
          </a:p>
        </p:txBody>
      </p:sp>
      <p:sp>
        <p:nvSpPr>
          <p:cNvPr id="29" name="TextBox 28">
            <a:extLst>
              <a:ext uri="{FF2B5EF4-FFF2-40B4-BE49-F238E27FC236}">
                <a16:creationId xmlns:a16="http://schemas.microsoft.com/office/drawing/2014/main" id="{8793BAB5-13CD-5ADC-9F76-FC56C20F685A}"/>
              </a:ext>
            </a:extLst>
          </p:cNvPr>
          <p:cNvSpPr txBox="1">
            <a:spLocks noGrp="1" noRot="1" noMove="1" noResize="1" noEditPoints="1" noAdjustHandles="1" noChangeArrowheads="1" noChangeShapeType="1"/>
          </p:cNvSpPr>
          <p:nvPr/>
        </p:nvSpPr>
        <p:spPr>
          <a:xfrm>
            <a:off x="4742958" y="1898909"/>
            <a:ext cx="6916211" cy="954107"/>
          </a:xfrm>
          <a:prstGeom prst="rect">
            <a:avLst/>
          </a:prstGeom>
          <a:noFill/>
        </p:spPr>
        <p:txBody>
          <a:bodyPr wrap="square" rtlCol="0" anchor="ctr">
            <a:spAutoFit/>
          </a:bodyPr>
          <a:lstStyle/>
          <a:p>
            <a:pPr algn="l"/>
            <a:r>
              <a:rPr lang="en-GB" altLang="zh-TW" sz="5600" b="1" dirty="0">
                <a:solidFill>
                  <a:srgbClr val="00A0A9"/>
                </a:solidFill>
                <a:latin typeface="Myriad Pro" panose="020B0503030403020204" pitchFamily="34" charset="0"/>
                <a:ea typeface="Noto Sans CJK KR Black" panose="020B0A00000000000000" pitchFamily="34" charset="-128"/>
              </a:rPr>
              <a:t>ICT for iGeneration</a:t>
            </a:r>
          </a:p>
        </p:txBody>
      </p:sp>
      <p:pic>
        <p:nvPicPr>
          <p:cNvPr id="4" name="Picture 3">
            <a:extLst>
              <a:ext uri="{FF2B5EF4-FFF2-40B4-BE49-F238E27FC236}">
                <a16:creationId xmlns:a16="http://schemas.microsoft.com/office/drawing/2014/main" id="{B161E0BB-AC62-05F4-05B8-418A002D64E0}"/>
              </a:ext>
            </a:extLst>
          </p:cNvPr>
          <p:cNvPicPr>
            <a:picLocks noGrp="1" noRot="1" noChangeAspect="1" noMove="1" noResize="1" noEditPoints="1" noAdjustHandles="1" noChangeArrowheads="1" noChangeShapeType="1" noCrop="1"/>
          </p:cNvPicPr>
          <p:nvPr/>
        </p:nvPicPr>
        <p:blipFill>
          <a:blip r:embed="rId2"/>
          <a:stretch>
            <a:fillRect/>
          </a:stretch>
        </p:blipFill>
        <p:spPr>
          <a:xfrm>
            <a:off x="4880448" y="2853016"/>
            <a:ext cx="2660909" cy="505969"/>
          </a:xfrm>
          <a:prstGeom prst="rect">
            <a:avLst/>
          </a:prstGeom>
        </p:spPr>
      </p:pic>
      <p:pic>
        <p:nvPicPr>
          <p:cNvPr id="8" name="Picture 7">
            <a:extLst>
              <a:ext uri="{FF2B5EF4-FFF2-40B4-BE49-F238E27FC236}">
                <a16:creationId xmlns:a16="http://schemas.microsoft.com/office/drawing/2014/main" id="{3CC61186-C2CB-33BF-880D-468C0FE8B484}"/>
              </a:ext>
            </a:extLst>
          </p:cNvPr>
          <p:cNvPicPr>
            <a:picLocks noGrp="1" noRot="1" noChangeAspect="1" noMove="1" noResize="1" noEditPoints="1" noAdjustHandles="1" noChangeArrowheads="1" noChangeShapeType="1" noCrop="1"/>
          </p:cNvPicPr>
          <p:nvPr userDrawn="1"/>
        </p:nvPicPr>
        <p:blipFill>
          <a:blip r:embed="rId3"/>
          <a:stretch>
            <a:fillRect/>
          </a:stretch>
        </p:blipFill>
        <p:spPr>
          <a:xfrm>
            <a:off x="0" y="1898909"/>
            <a:ext cx="4744800" cy="4744800"/>
          </a:xfrm>
          <a:prstGeom prst="rect">
            <a:avLst/>
          </a:prstGeom>
        </p:spPr>
      </p:pic>
      <p:pic>
        <p:nvPicPr>
          <p:cNvPr id="16" name="Picture 15">
            <a:extLst>
              <a:ext uri="{FF2B5EF4-FFF2-40B4-BE49-F238E27FC236}">
                <a16:creationId xmlns:a16="http://schemas.microsoft.com/office/drawing/2014/main" id="{0390D0C5-32B0-F4A3-8473-6945918A77E3}"/>
              </a:ext>
            </a:extLst>
          </p:cNvPr>
          <p:cNvPicPr>
            <a:picLocks noGrp="1" noRot="1" noChangeAspect="1" noMove="1" noResize="1" noEditPoints="1" noAdjustHandles="1" noChangeArrowheads="1" noChangeShapeType="1" noCrop="1"/>
          </p:cNvPicPr>
          <p:nvPr/>
        </p:nvPicPr>
        <p:blipFill>
          <a:blip r:embed="rId4"/>
          <a:stretch>
            <a:fillRect/>
          </a:stretch>
        </p:blipFill>
        <p:spPr>
          <a:xfrm>
            <a:off x="3199169" y="724908"/>
            <a:ext cx="5712455" cy="784800"/>
          </a:xfrm>
          <a:prstGeom prst="rect">
            <a:avLst/>
          </a:prstGeom>
        </p:spPr>
      </p:pic>
    </p:spTree>
    <p:extLst>
      <p:ext uri="{BB962C8B-B14F-4D97-AF65-F5344CB8AC3E}">
        <p14:creationId xmlns:p14="http://schemas.microsoft.com/office/powerpoint/2010/main" val="14674747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ElecA-Cover-EN">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id="{B0382016-0D89-EF9D-39EF-278C3F31B3E3}"/>
              </a:ext>
            </a:extLst>
          </p:cNvPr>
          <p:cNvSpPr>
            <a:spLocks noGrp="1" noRot="1" noMove="1" noResize="1" noEditPoints="1" noAdjustHandles="1" noChangeArrowheads="1" noChangeShapeType="1"/>
          </p:cNvSpPr>
          <p:nvPr>
            <p:ph type="title"/>
          </p:nvPr>
        </p:nvSpPr>
        <p:spPr>
          <a:xfrm>
            <a:off x="4756006" y="4084032"/>
            <a:ext cx="6903163" cy="2044968"/>
          </a:xfrm>
        </p:spPr>
        <p:txBody>
          <a:bodyPr anchor="t"/>
          <a:lstStyle>
            <a:lvl1pPr algn="l">
              <a:defRPr b="1">
                <a:solidFill>
                  <a:srgbClr val="007078"/>
                </a:solidFill>
                <a:latin typeface="Myriad Pro" panose="020B0503030403020204" pitchFamily="34" charset="0"/>
              </a:defRPr>
            </a:lvl1pPr>
          </a:lstStyle>
          <a:p>
            <a:r>
              <a:rPr lang="en-US"/>
              <a:t>Click to edit Master title style</a:t>
            </a:r>
            <a:endParaRPr lang="en-GB" dirty="0"/>
          </a:p>
        </p:txBody>
      </p:sp>
      <p:sp>
        <p:nvSpPr>
          <p:cNvPr id="29" name="TextBox 28">
            <a:extLst>
              <a:ext uri="{FF2B5EF4-FFF2-40B4-BE49-F238E27FC236}">
                <a16:creationId xmlns:a16="http://schemas.microsoft.com/office/drawing/2014/main" id="{8793BAB5-13CD-5ADC-9F76-FC56C20F685A}"/>
              </a:ext>
            </a:extLst>
          </p:cNvPr>
          <p:cNvSpPr txBox="1">
            <a:spLocks noGrp="1" noRot="1" noMove="1" noResize="1" noEditPoints="1" noAdjustHandles="1" noChangeArrowheads="1" noChangeShapeType="1"/>
          </p:cNvSpPr>
          <p:nvPr/>
        </p:nvSpPr>
        <p:spPr>
          <a:xfrm>
            <a:off x="4742958" y="1898909"/>
            <a:ext cx="6916211" cy="954107"/>
          </a:xfrm>
          <a:prstGeom prst="rect">
            <a:avLst/>
          </a:prstGeom>
          <a:noFill/>
        </p:spPr>
        <p:txBody>
          <a:bodyPr wrap="square" rtlCol="0" anchor="ctr">
            <a:spAutoFit/>
          </a:bodyPr>
          <a:lstStyle/>
          <a:p>
            <a:pPr algn="l"/>
            <a:r>
              <a:rPr lang="en-GB" altLang="zh-TW" sz="5600" b="1" dirty="0">
                <a:solidFill>
                  <a:srgbClr val="00A0A9"/>
                </a:solidFill>
                <a:latin typeface="Myriad Pro" panose="020B0503030403020204" pitchFamily="34" charset="0"/>
                <a:ea typeface="Noto Sans CJK KR Black" panose="020B0A00000000000000" pitchFamily="34" charset="-128"/>
              </a:rPr>
              <a:t>ICT for iGeneration</a:t>
            </a:r>
          </a:p>
        </p:txBody>
      </p:sp>
      <p:pic>
        <p:nvPicPr>
          <p:cNvPr id="17" name="Picture 16">
            <a:extLst>
              <a:ext uri="{FF2B5EF4-FFF2-40B4-BE49-F238E27FC236}">
                <a16:creationId xmlns:a16="http://schemas.microsoft.com/office/drawing/2014/main" id="{069BCDB6-856A-6319-8C9A-5031698A31C3}"/>
              </a:ext>
            </a:extLst>
          </p:cNvPr>
          <p:cNvPicPr>
            <a:picLocks noGrp="1" noRot="1" noChangeAspect="1" noMove="1" noResize="1" noEditPoints="1" noAdjustHandles="1" noChangeArrowheads="1" noChangeShapeType="1" noCrop="1"/>
          </p:cNvPicPr>
          <p:nvPr/>
        </p:nvPicPr>
        <p:blipFill>
          <a:blip r:embed="rId2"/>
          <a:stretch>
            <a:fillRect/>
          </a:stretch>
        </p:blipFill>
        <p:spPr>
          <a:xfrm>
            <a:off x="3199169" y="724908"/>
            <a:ext cx="5712455" cy="784800"/>
          </a:xfrm>
          <a:prstGeom prst="rect">
            <a:avLst/>
          </a:prstGeom>
        </p:spPr>
      </p:pic>
      <p:pic>
        <p:nvPicPr>
          <p:cNvPr id="7" name="Picture 6">
            <a:extLst>
              <a:ext uri="{FF2B5EF4-FFF2-40B4-BE49-F238E27FC236}">
                <a16:creationId xmlns:a16="http://schemas.microsoft.com/office/drawing/2014/main" id="{51C75235-0293-8136-6524-0EEAD91BBFA5}"/>
              </a:ext>
            </a:extLst>
          </p:cNvPr>
          <p:cNvPicPr>
            <a:picLocks noGrp="1" noRot="1" noChangeAspect="1" noMove="1" noResize="1" noEditPoints="1" noAdjustHandles="1" noChangeArrowheads="1" noChangeShapeType="1" noCrop="1"/>
          </p:cNvPicPr>
          <p:nvPr/>
        </p:nvPicPr>
        <p:blipFill>
          <a:blip r:embed="rId3"/>
          <a:stretch>
            <a:fillRect/>
          </a:stretch>
        </p:blipFill>
        <p:spPr>
          <a:xfrm>
            <a:off x="4880448" y="2853016"/>
            <a:ext cx="1813564" cy="505969"/>
          </a:xfrm>
          <a:prstGeom prst="rect">
            <a:avLst/>
          </a:prstGeom>
        </p:spPr>
      </p:pic>
      <p:pic>
        <p:nvPicPr>
          <p:cNvPr id="3" name="Picture 2">
            <a:extLst>
              <a:ext uri="{FF2B5EF4-FFF2-40B4-BE49-F238E27FC236}">
                <a16:creationId xmlns:a16="http://schemas.microsoft.com/office/drawing/2014/main" id="{BF7CD102-4498-ACB1-C72C-8082CD03250A}"/>
              </a:ext>
            </a:extLst>
          </p:cNvPr>
          <p:cNvPicPr>
            <a:picLocks noGrp="1" noRot="1" noChangeAspect="1" noMove="1" noResize="1" noEditPoints="1" noAdjustHandles="1" noChangeArrowheads="1" noChangeShapeType="1" noCrop="1"/>
          </p:cNvPicPr>
          <p:nvPr userDrawn="1"/>
        </p:nvPicPr>
        <p:blipFill>
          <a:blip r:embed="rId4"/>
          <a:stretch>
            <a:fillRect/>
          </a:stretch>
        </p:blipFill>
        <p:spPr>
          <a:xfrm>
            <a:off x="0" y="1898909"/>
            <a:ext cx="4744800" cy="4744800"/>
          </a:xfrm>
          <a:prstGeom prst="rect">
            <a:avLst/>
          </a:prstGeom>
        </p:spPr>
      </p:pic>
    </p:spTree>
    <p:extLst>
      <p:ext uri="{BB962C8B-B14F-4D97-AF65-F5344CB8AC3E}">
        <p14:creationId xmlns:p14="http://schemas.microsoft.com/office/powerpoint/2010/main" val="39567262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ElecB-Cover-EN">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id="{B0382016-0D89-EF9D-39EF-278C3F31B3E3}"/>
              </a:ext>
            </a:extLst>
          </p:cNvPr>
          <p:cNvSpPr>
            <a:spLocks noGrp="1" noRot="1" noMove="1" noResize="1" noEditPoints="1" noAdjustHandles="1" noChangeArrowheads="1" noChangeShapeType="1"/>
          </p:cNvSpPr>
          <p:nvPr>
            <p:ph type="title"/>
          </p:nvPr>
        </p:nvSpPr>
        <p:spPr>
          <a:xfrm>
            <a:off x="4756006" y="4084032"/>
            <a:ext cx="6903163" cy="2044968"/>
          </a:xfrm>
        </p:spPr>
        <p:txBody>
          <a:bodyPr anchor="t"/>
          <a:lstStyle>
            <a:lvl1pPr algn="l">
              <a:defRPr b="1">
                <a:solidFill>
                  <a:srgbClr val="007078"/>
                </a:solidFill>
                <a:latin typeface="Myriad Pro" panose="020B0503030403020204" pitchFamily="34" charset="0"/>
              </a:defRPr>
            </a:lvl1pPr>
          </a:lstStyle>
          <a:p>
            <a:r>
              <a:rPr lang="en-US"/>
              <a:t>Click to edit Master title style</a:t>
            </a:r>
            <a:endParaRPr lang="en-GB" dirty="0"/>
          </a:p>
        </p:txBody>
      </p:sp>
      <p:sp>
        <p:nvSpPr>
          <p:cNvPr id="29" name="TextBox 28">
            <a:extLst>
              <a:ext uri="{FF2B5EF4-FFF2-40B4-BE49-F238E27FC236}">
                <a16:creationId xmlns:a16="http://schemas.microsoft.com/office/drawing/2014/main" id="{8793BAB5-13CD-5ADC-9F76-FC56C20F685A}"/>
              </a:ext>
            </a:extLst>
          </p:cNvPr>
          <p:cNvSpPr txBox="1">
            <a:spLocks noGrp="1" noRot="1" noMove="1" noResize="1" noEditPoints="1" noAdjustHandles="1" noChangeArrowheads="1" noChangeShapeType="1"/>
          </p:cNvSpPr>
          <p:nvPr/>
        </p:nvSpPr>
        <p:spPr>
          <a:xfrm>
            <a:off x="4742958" y="1898909"/>
            <a:ext cx="6916211" cy="954107"/>
          </a:xfrm>
          <a:prstGeom prst="rect">
            <a:avLst/>
          </a:prstGeom>
          <a:noFill/>
        </p:spPr>
        <p:txBody>
          <a:bodyPr wrap="square" rtlCol="0" anchor="ctr">
            <a:spAutoFit/>
          </a:bodyPr>
          <a:lstStyle/>
          <a:p>
            <a:pPr algn="l"/>
            <a:r>
              <a:rPr lang="en-GB" altLang="zh-TW" sz="5600" b="1" dirty="0">
                <a:solidFill>
                  <a:srgbClr val="00A0A9"/>
                </a:solidFill>
                <a:latin typeface="Myriad Pro" panose="020B0503030403020204" pitchFamily="34" charset="0"/>
                <a:ea typeface="Noto Sans CJK KR Black" panose="020B0A00000000000000" pitchFamily="34" charset="-128"/>
              </a:rPr>
              <a:t>ICT for iGeneration</a:t>
            </a:r>
          </a:p>
        </p:txBody>
      </p:sp>
      <p:pic>
        <p:nvPicPr>
          <p:cNvPr id="17" name="Picture 16">
            <a:extLst>
              <a:ext uri="{FF2B5EF4-FFF2-40B4-BE49-F238E27FC236}">
                <a16:creationId xmlns:a16="http://schemas.microsoft.com/office/drawing/2014/main" id="{069BCDB6-856A-6319-8C9A-5031698A31C3}"/>
              </a:ext>
            </a:extLst>
          </p:cNvPr>
          <p:cNvPicPr>
            <a:picLocks noGrp="1" noRot="1" noChangeAspect="1" noMove="1" noResize="1" noEditPoints="1" noAdjustHandles="1" noChangeArrowheads="1" noChangeShapeType="1" noCrop="1"/>
          </p:cNvPicPr>
          <p:nvPr/>
        </p:nvPicPr>
        <p:blipFill>
          <a:blip r:embed="rId2"/>
          <a:stretch>
            <a:fillRect/>
          </a:stretch>
        </p:blipFill>
        <p:spPr>
          <a:xfrm>
            <a:off x="3199169" y="724908"/>
            <a:ext cx="5712455" cy="784800"/>
          </a:xfrm>
          <a:prstGeom prst="rect">
            <a:avLst/>
          </a:prstGeom>
        </p:spPr>
      </p:pic>
      <p:pic>
        <p:nvPicPr>
          <p:cNvPr id="4" name="Picture 3">
            <a:extLst>
              <a:ext uri="{FF2B5EF4-FFF2-40B4-BE49-F238E27FC236}">
                <a16:creationId xmlns:a16="http://schemas.microsoft.com/office/drawing/2014/main" id="{348E981E-C35F-E8F8-DE42-4B0CC68BF4A0}"/>
              </a:ext>
            </a:extLst>
          </p:cNvPr>
          <p:cNvPicPr>
            <a:picLocks noGrp="1" noRot="1" noChangeAspect="1" noMove="1" noResize="1" noEditPoints="1" noAdjustHandles="1" noChangeArrowheads="1" noChangeShapeType="1" noCrop="1"/>
          </p:cNvPicPr>
          <p:nvPr/>
        </p:nvPicPr>
        <p:blipFill>
          <a:blip r:embed="rId3"/>
          <a:stretch>
            <a:fillRect/>
          </a:stretch>
        </p:blipFill>
        <p:spPr>
          <a:xfrm>
            <a:off x="4880448" y="2853016"/>
            <a:ext cx="3864872" cy="505969"/>
          </a:xfrm>
          <a:prstGeom prst="rect">
            <a:avLst/>
          </a:prstGeom>
        </p:spPr>
      </p:pic>
      <p:pic>
        <p:nvPicPr>
          <p:cNvPr id="5" name="Picture 4">
            <a:extLst>
              <a:ext uri="{FF2B5EF4-FFF2-40B4-BE49-F238E27FC236}">
                <a16:creationId xmlns:a16="http://schemas.microsoft.com/office/drawing/2014/main" id="{154FA34B-69E2-DB1D-D9D7-52FE3BD9BD06}"/>
              </a:ext>
            </a:extLst>
          </p:cNvPr>
          <p:cNvPicPr>
            <a:picLocks noGrp="1" noRot="1" noChangeAspect="1" noMove="1" noResize="1" noEditPoints="1" noAdjustHandles="1" noChangeArrowheads="1" noChangeShapeType="1" noCrop="1"/>
          </p:cNvPicPr>
          <p:nvPr userDrawn="1"/>
        </p:nvPicPr>
        <p:blipFill>
          <a:blip r:embed="rId4"/>
          <a:stretch>
            <a:fillRect/>
          </a:stretch>
        </p:blipFill>
        <p:spPr>
          <a:xfrm>
            <a:off x="0" y="1898909"/>
            <a:ext cx="4744800" cy="4744800"/>
          </a:xfrm>
          <a:prstGeom prst="rect">
            <a:avLst/>
          </a:prstGeom>
        </p:spPr>
      </p:pic>
    </p:spTree>
    <p:extLst>
      <p:ext uri="{BB962C8B-B14F-4D97-AF65-F5344CB8AC3E}">
        <p14:creationId xmlns:p14="http://schemas.microsoft.com/office/powerpoint/2010/main" val="4826700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ElecC-Cover-EN">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id="{B0382016-0D89-EF9D-39EF-278C3F31B3E3}"/>
              </a:ext>
            </a:extLst>
          </p:cNvPr>
          <p:cNvSpPr>
            <a:spLocks noGrp="1" noRot="1" noMove="1" noResize="1" noEditPoints="1" noAdjustHandles="1" noChangeArrowheads="1" noChangeShapeType="1"/>
          </p:cNvSpPr>
          <p:nvPr>
            <p:ph type="title"/>
          </p:nvPr>
        </p:nvSpPr>
        <p:spPr>
          <a:xfrm>
            <a:off x="4756006" y="4084032"/>
            <a:ext cx="6903163" cy="2044968"/>
          </a:xfrm>
        </p:spPr>
        <p:txBody>
          <a:bodyPr anchor="t"/>
          <a:lstStyle>
            <a:lvl1pPr algn="l">
              <a:defRPr b="1">
                <a:solidFill>
                  <a:srgbClr val="007078"/>
                </a:solidFill>
                <a:latin typeface="Myriad Pro" panose="020B0503030403020204" pitchFamily="34" charset="0"/>
              </a:defRPr>
            </a:lvl1pPr>
          </a:lstStyle>
          <a:p>
            <a:r>
              <a:rPr lang="en-US"/>
              <a:t>Click to edit Master title style</a:t>
            </a:r>
            <a:endParaRPr lang="en-GB" dirty="0"/>
          </a:p>
        </p:txBody>
      </p:sp>
      <p:sp>
        <p:nvSpPr>
          <p:cNvPr id="29" name="TextBox 28">
            <a:extLst>
              <a:ext uri="{FF2B5EF4-FFF2-40B4-BE49-F238E27FC236}">
                <a16:creationId xmlns:a16="http://schemas.microsoft.com/office/drawing/2014/main" id="{8793BAB5-13CD-5ADC-9F76-FC56C20F685A}"/>
              </a:ext>
            </a:extLst>
          </p:cNvPr>
          <p:cNvSpPr txBox="1">
            <a:spLocks noGrp="1" noRot="1" noMove="1" noResize="1" noEditPoints="1" noAdjustHandles="1" noChangeArrowheads="1" noChangeShapeType="1"/>
          </p:cNvSpPr>
          <p:nvPr/>
        </p:nvSpPr>
        <p:spPr>
          <a:xfrm>
            <a:off x="4742958" y="1898909"/>
            <a:ext cx="6916211" cy="954107"/>
          </a:xfrm>
          <a:prstGeom prst="rect">
            <a:avLst/>
          </a:prstGeom>
          <a:noFill/>
        </p:spPr>
        <p:txBody>
          <a:bodyPr wrap="square" rtlCol="0" anchor="ctr">
            <a:spAutoFit/>
          </a:bodyPr>
          <a:lstStyle/>
          <a:p>
            <a:pPr algn="l"/>
            <a:r>
              <a:rPr lang="en-GB" altLang="zh-TW" sz="5600" b="1" dirty="0">
                <a:solidFill>
                  <a:srgbClr val="00A0A9"/>
                </a:solidFill>
                <a:latin typeface="Myriad Pro" panose="020B0503030403020204" pitchFamily="34" charset="0"/>
                <a:ea typeface="Noto Sans CJK KR Black" panose="020B0A00000000000000" pitchFamily="34" charset="-128"/>
              </a:rPr>
              <a:t>ICT for iGeneration</a:t>
            </a:r>
          </a:p>
        </p:txBody>
      </p:sp>
      <p:pic>
        <p:nvPicPr>
          <p:cNvPr id="17" name="Picture 16">
            <a:extLst>
              <a:ext uri="{FF2B5EF4-FFF2-40B4-BE49-F238E27FC236}">
                <a16:creationId xmlns:a16="http://schemas.microsoft.com/office/drawing/2014/main" id="{069BCDB6-856A-6319-8C9A-5031698A31C3}"/>
              </a:ext>
            </a:extLst>
          </p:cNvPr>
          <p:cNvPicPr>
            <a:picLocks noGrp="1" noRot="1" noChangeAspect="1" noMove="1" noResize="1" noEditPoints="1" noAdjustHandles="1" noChangeArrowheads="1" noChangeShapeType="1" noCrop="1"/>
          </p:cNvPicPr>
          <p:nvPr/>
        </p:nvPicPr>
        <p:blipFill>
          <a:blip r:embed="rId2"/>
          <a:stretch>
            <a:fillRect/>
          </a:stretch>
        </p:blipFill>
        <p:spPr>
          <a:xfrm>
            <a:off x="3199169" y="724908"/>
            <a:ext cx="5712455" cy="784800"/>
          </a:xfrm>
          <a:prstGeom prst="rect">
            <a:avLst/>
          </a:prstGeom>
        </p:spPr>
      </p:pic>
      <p:pic>
        <p:nvPicPr>
          <p:cNvPr id="8" name="Picture 7">
            <a:extLst>
              <a:ext uri="{FF2B5EF4-FFF2-40B4-BE49-F238E27FC236}">
                <a16:creationId xmlns:a16="http://schemas.microsoft.com/office/drawing/2014/main" id="{36A66CFB-18D0-6F75-8C97-40CC53CD9633}"/>
              </a:ext>
            </a:extLst>
          </p:cNvPr>
          <p:cNvPicPr>
            <a:picLocks noGrp="1" noRot="1" noChangeAspect="1" noMove="1" noResize="1" noEditPoints="1" noAdjustHandles="1" noChangeArrowheads="1" noChangeShapeType="1" noCrop="1"/>
          </p:cNvPicPr>
          <p:nvPr/>
        </p:nvPicPr>
        <p:blipFill>
          <a:blip r:embed="rId3"/>
          <a:stretch>
            <a:fillRect/>
          </a:stretch>
        </p:blipFill>
        <p:spPr>
          <a:xfrm>
            <a:off x="4880448" y="2853016"/>
            <a:ext cx="3691136" cy="505969"/>
          </a:xfrm>
          <a:prstGeom prst="rect">
            <a:avLst/>
          </a:prstGeom>
        </p:spPr>
      </p:pic>
      <p:pic>
        <p:nvPicPr>
          <p:cNvPr id="3" name="Picture 2">
            <a:extLst>
              <a:ext uri="{FF2B5EF4-FFF2-40B4-BE49-F238E27FC236}">
                <a16:creationId xmlns:a16="http://schemas.microsoft.com/office/drawing/2014/main" id="{CE316255-5138-F681-0D2B-20384F1BB20E}"/>
              </a:ext>
            </a:extLst>
          </p:cNvPr>
          <p:cNvPicPr>
            <a:picLocks noGrp="1" noRot="1" noChangeAspect="1" noMove="1" noResize="1" noEditPoints="1" noAdjustHandles="1" noChangeArrowheads="1" noChangeShapeType="1" noCrop="1"/>
          </p:cNvPicPr>
          <p:nvPr/>
        </p:nvPicPr>
        <p:blipFill>
          <a:blip r:embed="rId4"/>
          <a:stretch>
            <a:fillRect/>
          </a:stretch>
        </p:blipFill>
        <p:spPr>
          <a:xfrm>
            <a:off x="0" y="1898909"/>
            <a:ext cx="4744800" cy="4744800"/>
          </a:xfrm>
          <a:prstGeom prst="rect">
            <a:avLst/>
          </a:prstGeom>
        </p:spPr>
      </p:pic>
    </p:spTree>
    <p:extLst>
      <p:ext uri="{BB962C8B-B14F-4D97-AF65-F5344CB8AC3E}">
        <p14:creationId xmlns:p14="http://schemas.microsoft.com/office/powerpoint/2010/main" val="32659832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A&amp;C_orange-E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7C0BD9D-B8ED-5511-960F-8CA63E3A33D3}"/>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5698201" y="1623600"/>
            <a:ext cx="5655598" cy="4680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5/3/2023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16" name="Picture Placeholder 15">
            <a:extLst>
              <a:ext uri="{FF2B5EF4-FFF2-40B4-BE49-F238E27FC236}">
                <a16:creationId xmlns:a16="http://schemas.microsoft.com/office/drawing/2014/main" id="{1D206AD6-A0AE-75C5-D359-E6474815B782}"/>
              </a:ext>
            </a:extLst>
          </p:cNvPr>
          <p:cNvSpPr>
            <a:spLocks noGrp="1"/>
          </p:cNvSpPr>
          <p:nvPr>
            <p:ph type="pic" sz="quarter" idx="14"/>
          </p:nvPr>
        </p:nvSpPr>
        <p:spPr>
          <a:xfrm>
            <a:off x="838201" y="2352599"/>
            <a:ext cx="4680000" cy="3059999"/>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en-US"/>
              <a:t>Click icon to add picture</a:t>
            </a:r>
            <a:endParaRPr lang="en-GB"/>
          </a:p>
        </p:txBody>
      </p:sp>
    </p:spTree>
    <p:extLst>
      <p:ext uri="{BB962C8B-B14F-4D97-AF65-F5344CB8AC3E}">
        <p14:creationId xmlns:p14="http://schemas.microsoft.com/office/powerpoint/2010/main" val="38316249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A&amp;C_blue-E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117F345-65C2-2CD1-DC0D-64AC50F134CF}"/>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5698201" y="1623600"/>
            <a:ext cx="5655598" cy="4680000"/>
          </a:xfrm>
          <a:prstGeom prst="rect">
            <a:avLst/>
          </a:prstGeom>
        </p:spPr>
        <p:txBody>
          <a:bodyPr/>
          <a:lstStyle>
            <a:lvl1pPr>
              <a:defRPr>
                <a:latin typeface="Myriad Pro" panose="020B0503030403020204" pitchFamily="34" charset="0"/>
              </a:defRPr>
            </a:lvl1pPr>
            <a:lvl2pPr>
              <a:defRPr>
                <a:latin typeface="Myriad Pro" panose="020B0503030403020204" pitchFamily="34" charset="0"/>
              </a:defRPr>
            </a:lvl2pPr>
            <a:lvl3pPr>
              <a:defRPr>
                <a:latin typeface="Myriad Pro" panose="020B0503030403020204" pitchFamily="34" charset="0"/>
              </a:defRPr>
            </a:lvl3pPr>
            <a:lvl4pPr>
              <a:defRPr>
                <a:latin typeface="Myriad Pro" panose="020B0503030403020204" pitchFamily="34" charset="0"/>
              </a:defRPr>
            </a:lvl4pPr>
            <a:lvl5pPr>
              <a:defRPr>
                <a:latin typeface="Myriad Pro" panose="020B0503030403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5/3/2023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16" name="Picture Placeholder 15">
            <a:extLst>
              <a:ext uri="{FF2B5EF4-FFF2-40B4-BE49-F238E27FC236}">
                <a16:creationId xmlns:a16="http://schemas.microsoft.com/office/drawing/2014/main" id="{1D206AD6-A0AE-75C5-D359-E6474815B782}"/>
              </a:ext>
            </a:extLst>
          </p:cNvPr>
          <p:cNvSpPr>
            <a:spLocks noGrp="1"/>
          </p:cNvSpPr>
          <p:nvPr>
            <p:ph type="pic" sz="quarter" idx="14"/>
          </p:nvPr>
        </p:nvSpPr>
        <p:spPr>
          <a:xfrm>
            <a:off x="838201" y="2352599"/>
            <a:ext cx="4680000" cy="3059999"/>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en-US"/>
              <a:t>Click icon to add picture</a:t>
            </a:r>
            <a:endParaRPr lang="en-GB"/>
          </a:p>
        </p:txBody>
      </p:sp>
    </p:spTree>
    <p:extLst>
      <p:ext uri="{BB962C8B-B14F-4D97-AF65-F5344CB8AC3E}">
        <p14:creationId xmlns:p14="http://schemas.microsoft.com/office/powerpoint/2010/main" val="4283244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A&amp;C_green-E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311348A-7A65-4D63-9999-43FC28C9E5ED}"/>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5698201" y="1623600"/>
            <a:ext cx="5655598" cy="4680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5/3/2023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16" name="Picture Placeholder 15">
            <a:extLst>
              <a:ext uri="{FF2B5EF4-FFF2-40B4-BE49-F238E27FC236}">
                <a16:creationId xmlns:a16="http://schemas.microsoft.com/office/drawing/2014/main" id="{1D206AD6-A0AE-75C5-D359-E6474815B782}"/>
              </a:ext>
            </a:extLst>
          </p:cNvPr>
          <p:cNvSpPr>
            <a:spLocks noGrp="1"/>
          </p:cNvSpPr>
          <p:nvPr>
            <p:ph type="pic" sz="quarter" idx="14"/>
          </p:nvPr>
        </p:nvSpPr>
        <p:spPr>
          <a:xfrm>
            <a:off x="838201" y="2352599"/>
            <a:ext cx="4680000" cy="3059999"/>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en-US"/>
              <a:t>Click icon to add picture</a:t>
            </a:r>
            <a:endParaRPr lang="en-GB"/>
          </a:p>
        </p:txBody>
      </p:sp>
    </p:spTree>
    <p:extLst>
      <p:ext uri="{BB962C8B-B14F-4D97-AF65-F5344CB8AC3E}">
        <p14:creationId xmlns:p14="http://schemas.microsoft.com/office/powerpoint/2010/main" val="24528945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A&amp;C_red-E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196142E-F691-EA8F-3DCD-7E4A78F2E4F1}"/>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5698201" y="1623600"/>
            <a:ext cx="5655598" cy="4680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5/3/2023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16" name="Picture Placeholder 15">
            <a:extLst>
              <a:ext uri="{FF2B5EF4-FFF2-40B4-BE49-F238E27FC236}">
                <a16:creationId xmlns:a16="http://schemas.microsoft.com/office/drawing/2014/main" id="{1D206AD6-A0AE-75C5-D359-E6474815B782}"/>
              </a:ext>
            </a:extLst>
          </p:cNvPr>
          <p:cNvSpPr>
            <a:spLocks noGrp="1"/>
          </p:cNvSpPr>
          <p:nvPr>
            <p:ph type="pic" sz="quarter" idx="14"/>
          </p:nvPr>
        </p:nvSpPr>
        <p:spPr>
          <a:xfrm>
            <a:off x="838201" y="2352599"/>
            <a:ext cx="4680000" cy="3059999"/>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en-US"/>
              <a:t>Click icon to add picture</a:t>
            </a:r>
            <a:endParaRPr lang="en-GB"/>
          </a:p>
        </p:txBody>
      </p:sp>
    </p:spTree>
    <p:extLst>
      <p:ext uri="{BB962C8B-B14F-4D97-AF65-F5344CB8AC3E}">
        <p14:creationId xmlns:p14="http://schemas.microsoft.com/office/powerpoint/2010/main" val="3737730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A&amp;C_cyan-E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2C15972-37F2-DAE7-8C10-98E52C044C25}"/>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5698201" y="1623600"/>
            <a:ext cx="5655598" cy="4680000"/>
          </a:xfrm>
          <a:prstGeom prst="rect">
            <a:avLst/>
          </a:prstGeom>
        </p:spPr>
        <p:txBody>
          <a:bodyPr/>
          <a:lstStyle>
            <a:lvl1pPr>
              <a:defRPr>
                <a:latin typeface="Myriad Pro" panose="020B0503030403020204" pitchFamily="34" charset="0"/>
              </a:defRPr>
            </a:lvl1pPr>
            <a:lvl2pPr>
              <a:defRPr>
                <a:latin typeface="Myriad Pro" panose="020B0503030403020204" pitchFamily="34" charset="0"/>
              </a:defRPr>
            </a:lvl2pPr>
            <a:lvl3pPr>
              <a:defRPr>
                <a:latin typeface="Myriad Pro" panose="020B0503030403020204" pitchFamily="34" charset="0"/>
              </a:defRPr>
            </a:lvl3pPr>
            <a:lvl4pPr>
              <a:defRPr>
                <a:latin typeface="Myriad Pro" panose="020B0503030403020204" pitchFamily="34" charset="0"/>
              </a:defRPr>
            </a:lvl4pPr>
            <a:lvl5pPr>
              <a:defRPr>
                <a:latin typeface="Myriad Pro" panose="020B0503030403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5/3/2023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16" name="Picture Placeholder 15">
            <a:extLst>
              <a:ext uri="{FF2B5EF4-FFF2-40B4-BE49-F238E27FC236}">
                <a16:creationId xmlns:a16="http://schemas.microsoft.com/office/drawing/2014/main" id="{1D206AD6-A0AE-75C5-D359-E6474815B782}"/>
              </a:ext>
            </a:extLst>
          </p:cNvPr>
          <p:cNvSpPr>
            <a:spLocks noGrp="1"/>
          </p:cNvSpPr>
          <p:nvPr>
            <p:ph type="pic" sz="quarter" idx="14"/>
          </p:nvPr>
        </p:nvSpPr>
        <p:spPr>
          <a:xfrm>
            <a:off x="838201" y="2352599"/>
            <a:ext cx="4680000" cy="3059999"/>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en-US"/>
              <a:t>Click icon to add picture</a:t>
            </a:r>
            <a:endParaRPr lang="en-GB"/>
          </a:p>
        </p:txBody>
      </p:sp>
    </p:spTree>
    <p:extLst>
      <p:ext uri="{BB962C8B-B14F-4D97-AF65-F5344CB8AC3E}">
        <p14:creationId xmlns:p14="http://schemas.microsoft.com/office/powerpoint/2010/main" val="6204144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_orange">
    <p:spTree>
      <p:nvGrpSpPr>
        <p:cNvPr id="1" name=""/>
        <p:cNvGrpSpPr/>
        <p:nvPr/>
      </p:nvGrpSpPr>
      <p:grpSpPr>
        <a:xfrm>
          <a:off x="0" y="0"/>
          <a:ext cx="0" cy="0"/>
          <a:chOff x="0" y="0"/>
          <a:chExt cx="0" cy="0"/>
        </a:xfrm>
      </p:grpSpPr>
      <p:sp>
        <p:nvSpPr>
          <p:cNvPr id="10" name="Snip Diagonal Corner Rectangle 3">
            <a:extLst>
              <a:ext uri="{FF2B5EF4-FFF2-40B4-BE49-F238E27FC236}">
                <a16:creationId xmlns:a16="http://schemas.microsoft.com/office/drawing/2014/main" id="{B505DC89-2E6F-5786-39F5-2B4AC2C46AF0}"/>
              </a:ext>
            </a:extLst>
          </p:cNvPr>
          <p:cNvSpPr>
            <a:spLocks noGrp="1" noRot="1" noChangeAspect="1" noMove="1" noResize="1" noEditPoints="1" noAdjustHandles="1" noChangeArrowheads="1" noChangeShapeType="1"/>
          </p:cNvSpPr>
          <p:nvPr/>
        </p:nvSpPr>
        <p:spPr>
          <a:xfrm flipH="1">
            <a:off x="814200" y="669190"/>
            <a:ext cx="1020001" cy="612000"/>
          </a:xfrm>
          <a:prstGeom prst="snip2DiagRect">
            <a:avLst>
              <a:gd name="adj1" fmla="val 0"/>
              <a:gd name="adj2" fmla="val 24507"/>
            </a:avLst>
          </a:prstGeom>
          <a:solidFill>
            <a:srgbClr val="C26A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CE0739-E024-919C-BFC6-CB434061A741}"/>
              </a:ext>
            </a:extLst>
          </p:cNvPr>
          <p:cNvSpPr>
            <a:spLocks noGrp="1"/>
          </p:cNvSpPr>
          <p:nvPr>
            <p:ph type="title"/>
          </p:nvPr>
        </p:nvSpPr>
        <p:spPr/>
        <p:txBody>
          <a:bodyPr/>
          <a:lstStyle/>
          <a:p>
            <a:r>
              <a:rPr lang="en-US"/>
              <a:t>Click to edit Master title style</a:t>
            </a:r>
            <a:endParaRPr lang="en-GB" dirty="0"/>
          </a:p>
        </p:txBody>
      </p:sp>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5/3/2023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4" name="Text Placeholder 19">
            <a:extLst>
              <a:ext uri="{FF2B5EF4-FFF2-40B4-BE49-F238E27FC236}">
                <a16:creationId xmlns:a16="http://schemas.microsoft.com/office/drawing/2014/main" id="{C34498B1-43FD-DC69-5B53-AFC4C547FB83}"/>
              </a:ext>
            </a:extLst>
          </p:cNvPr>
          <p:cNvSpPr>
            <a:spLocks noGrp="1" noRot="1" noMove="1" noResize="1" noEditPoints="1" noAdjustHandles="1" noChangeArrowheads="1" noChangeShapeType="1"/>
          </p:cNvSpPr>
          <p:nvPr>
            <p:ph type="body" sz="quarter" idx="14" hasCustomPrompt="1"/>
          </p:nvPr>
        </p:nvSpPr>
        <p:spPr>
          <a:xfrm>
            <a:off x="838800" y="684000"/>
            <a:ext cx="972000" cy="583200"/>
          </a:xfrm>
          <a:prstGeom prst="rect">
            <a:avLst/>
          </a:prstGeom>
        </p:spPr>
        <p:txBody>
          <a:bodyPr anchor="ctr">
            <a:noAutofit/>
          </a:bodyPr>
          <a:lstStyle>
            <a:lvl1pPr marL="0" indent="0" algn="ctr">
              <a:lnSpc>
                <a:spcPct val="100000"/>
              </a:lnSpc>
              <a:spcBef>
                <a:spcPts val="0"/>
              </a:spcBef>
              <a:buNone/>
              <a:defRPr sz="3200" b="1">
                <a:solidFill>
                  <a:schemeClr val="bg1"/>
                </a:solidFill>
                <a:latin typeface="Myriad Pro" panose="020B0503030403020204" pitchFamily="34" charset="0"/>
              </a:defRPr>
            </a:lvl1pPr>
          </a:lstStyle>
          <a:p>
            <a:pPr lvl="0"/>
            <a:r>
              <a:rPr lang="en-US" dirty="0"/>
              <a:t>X.X</a:t>
            </a:r>
            <a:endParaRPr lang="en-GB" dirty="0"/>
          </a:p>
        </p:txBody>
      </p:sp>
      <p:sp>
        <p:nvSpPr>
          <p:cNvPr id="11" name="Content Placeholder 10">
            <a:extLst>
              <a:ext uri="{FF2B5EF4-FFF2-40B4-BE49-F238E27FC236}">
                <a16:creationId xmlns:a16="http://schemas.microsoft.com/office/drawing/2014/main" id="{43D25585-2BA2-DAE6-6CD9-0856FBF84816}"/>
              </a:ext>
            </a:extLst>
          </p:cNvPr>
          <p:cNvSpPr>
            <a:spLocks noGrp="1"/>
          </p:cNvSpPr>
          <p:nvPr>
            <p:ph sz="quarter" idx="15"/>
          </p:nvPr>
        </p:nvSpPr>
        <p:spPr>
          <a:xfrm>
            <a:off x="838800" y="1609200"/>
            <a:ext cx="10515600" cy="4680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7215144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_blue">
    <p:spTree>
      <p:nvGrpSpPr>
        <p:cNvPr id="1" name=""/>
        <p:cNvGrpSpPr/>
        <p:nvPr/>
      </p:nvGrpSpPr>
      <p:grpSpPr>
        <a:xfrm>
          <a:off x="0" y="0"/>
          <a:ext cx="0" cy="0"/>
          <a:chOff x="0" y="0"/>
          <a:chExt cx="0" cy="0"/>
        </a:xfrm>
      </p:grpSpPr>
      <p:sp>
        <p:nvSpPr>
          <p:cNvPr id="9" name="Snip Diagonal Corner Rectangle 3">
            <a:extLst>
              <a:ext uri="{FF2B5EF4-FFF2-40B4-BE49-F238E27FC236}">
                <a16:creationId xmlns:a16="http://schemas.microsoft.com/office/drawing/2014/main" id="{72874D61-669D-1562-9471-3F57078BE147}"/>
              </a:ext>
            </a:extLst>
          </p:cNvPr>
          <p:cNvSpPr>
            <a:spLocks noGrp="1" noRot="1" noChangeAspect="1" noMove="1" noResize="1" noEditPoints="1" noAdjustHandles="1" noChangeArrowheads="1" noChangeShapeType="1"/>
          </p:cNvSpPr>
          <p:nvPr/>
        </p:nvSpPr>
        <p:spPr>
          <a:xfrm flipH="1">
            <a:off x="814200" y="669190"/>
            <a:ext cx="1020001" cy="612000"/>
          </a:xfrm>
          <a:prstGeom prst="snip2DiagRect">
            <a:avLst>
              <a:gd name="adj1" fmla="val 0"/>
              <a:gd name="adj2" fmla="val 24507"/>
            </a:avLst>
          </a:prstGeom>
          <a:solidFill>
            <a:srgbClr val="2132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CE0739-E024-919C-BFC6-CB434061A741}"/>
              </a:ext>
            </a:extLst>
          </p:cNvPr>
          <p:cNvSpPr>
            <a:spLocks noGrp="1"/>
          </p:cNvSpPr>
          <p:nvPr>
            <p:ph type="title"/>
          </p:nvPr>
        </p:nvSpPr>
        <p:spPr/>
        <p:txBody>
          <a:bodyPr/>
          <a:lstStyle/>
          <a:p>
            <a:r>
              <a:rPr lang="en-US"/>
              <a:t>Click to edit Master title style</a:t>
            </a:r>
            <a:endParaRPr lang="en-GB" dirty="0"/>
          </a:p>
        </p:txBody>
      </p:sp>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5/3/2023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4" name="Text Placeholder 19">
            <a:extLst>
              <a:ext uri="{FF2B5EF4-FFF2-40B4-BE49-F238E27FC236}">
                <a16:creationId xmlns:a16="http://schemas.microsoft.com/office/drawing/2014/main" id="{C34498B1-43FD-DC69-5B53-AFC4C547FB83}"/>
              </a:ext>
            </a:extLst>
          </p:cNvPr>
          <p:cNvSpPr>
            <a:spLocks noGrp="1" noRot="1" noMove="1" noResize="1" noEditPoints="1" noAdjustHandles="1" noChangeArrowheads="1" noChangeShapeType="1"/>
          </p:cNvSpPr>
          <p:nvPr>
            <p:ph type="body" sz="quarter" idx="14" hasCustomPrompt="1"/>
          </p:nvPr>
        </p:nvSpPr>
        <p:spPr>
          <a:xfrm>
            <a:off x="838800" y="684000"/>
            <a:ext cx="972000" cy="583200"/>
          </a:xfrm>
          <a:prstGeom prst="rect">
            <a:avLst/>
          </a:prstGeom>
        </p:spPr>
        <p:txBody>
          <a:bodyPr anchor="ctr">
            <a:noAutofit/>
          </a:bodyPr>
          <a:lstStyle>
            <a:lvl1pPr marL="0" indent="0" algn="ctr">
              <a:lnSpc>
                <a:spcPct val="100000"/>
              </a:lnSpc>
              <a:spcBef>
                <a:spcPts val="0"/>
              </a:spcBef>
              <a:buNone/>
              <a:defRPr sz="3200" b="1">
                <a:solidFill>
                  <a:schemeClr val="bg1"/>
                </a:solidFill>
                <a:latin typeface="Myriad Pro" panose="020B0503030403020204" pitchFamily="34" charset="0"/>
              </a:defRPr>
            </a:lvl1pPr>
          </a:lstStyle>
          <a:p>
            <a:pPr lvl="0"/>
            <a:r>
              <a:rPr lang="en-US" dirty="0"/>
              <a:t>X.X</a:t>
            </a:r>
            <a:endParaRPr lang="en-GB" dirty="0"/>
          </a:p>
        </p:txBody>
      </p:sp>
      <p:sp>
        <p:nvSpPr>
          <p:cNvPr id="11" name="Content Placeholder 10">
            <a:extLst>
              <a:ext uri="{FF2B5EF4-FFF2-40B4-BE49-F238E27FC236}">
                <a16:creationId xmlns:a16="http://schemas.microsoft.com/office/drawing/2014/main" id="{6B5BC051-110A-C89D-9342-F257EABF8C2E}"/>
              </a:ext>
            </a:extLst>
          </p:cNvPr>
          <p:cNvSpPr>
            <a:spLocks noGrp="1"/>
          </p:cNvSpPr>
          <p:nvPr>
            <p:ph sz="quarter" idx="15"/>
          </p:nvPr>
        </p:nvSpPr>
        <p:spPr>
          <a:xfrm>
            <a:off x="838800" y="1609200"/>
            <a:ext cx="10515600" cy="4680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8147905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_green">
    <p:spTree>
      <p:nvGrpSpPr>
        <p:cNvPr id="1" name=""/>
        <p:cNvGrpSpPr/>
        <p:nvPr/>
      </p:nvGrpSpPr>
      <p:grpSpPr>
        <a:xfrm>
          <a:off x="0" y="0"/>
          <a:ext cx="0" cy="0"/>
          <a:chOff x="0" y="0"/>
          <a:chExt cx="0" cy="0"/>
        </a:xfrm>
      </p:grpSpPr>
      <p:sp>
        <p:nvSpPr>
          <p:cNvPr id="9" name="Snip Diagonal Corner Rectangle 3">
            <a:extLst>
              <a:ext uri="{FF2B5EF4-FFF2-40B4-BE49-F238E27FC236}">
                <a16:creationId xmlns:a16="http://schemas.microsoft.com/office/drawing/2014/main" id="{A2D0F62E-5468-5683-75D2-94AABF0D8A47}"/>
              </a:ext>
            </a:extLst>
          </p:cNvPr>
          <p:cNvSpPr>
            <a:spLocks noChangeAspect="1"/>
          </p:cNvSpPr>
          <p:nvPr/>
        </p:nvSpPr>
        <p:spPr>
          <a:xfrm flipH="1">
            <a:off x="814200" y="669190"/>
            <a:ext cx="1020001" cy="612000"/>
          </a:xfrm>
          <a:prstGeom prst="snip2DiagRect">
            <a:avLst>
              <a:gd name="adj1" fmla="val 0"/>
              <a:gd name="adj2" fmla="val 24507"/>
            </a:avLst>
          </a:prstGeom>
          <a:solidFill>
            <a:srgbClr val="0078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CE0739-E024-919C-BFC6-CB434061A741}"/>
              </a:ext>
            </a:extLst>
          </p:cNvPr>
          <p:cNvSpPr>
            <a:spLocks noGrp="1"/>
          </p:cNvSpPr>
          <p:nvPr>
            <p:ph type="title"/>
          </p:nvPr>
        </p:nvSpPr>
        <p:spPr/>
        <p:txBody>
          <a:bodyPr/>
          <a:lstStyle/>
          <a:p>
            <a:r>
              <a:rPr lang="en-US"/>
              <a:t>Click to edit Master title style</a:t>
            </a:r>
            <a:endParaRPr lang="en-GB" dirty="0"/>
          </a:p>
        </p:txBody>
      </p:sp>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5/3/2023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4" name="Text Placeholder 19">
            <a:extLst>
              <a:ext uri="{FF2B5EF4-FFF2-40B4-BE49-F238E27FC236}">
                <a16:creationId xmlns:a16="http://schemas.microsoft.com/office/drawing/2014/main" id="{C34498B1-43FD-DC69-5B53-AFC4C547FB83}"/>
              </a:ext>
            </a:extLst>
          </p:cNvPr>
          <p:cNvSpPr>
            <a:spLocks noGrp="1"/>
          </p:cNvSpPr>
          <p:nvPr>
            <p:ph type="body" sz="quarter" idx="14" hasCustomPrompt="1"/>
          </p:nvPr>
        </p:nvSpPr>
        <p:spPr>
          <a:xfrm>
            <a:off x="838800" y="684000"/>
            <a:ext cx="972000" cy="583200"/>
          </a:xfrm>
          <a:prstGeom prst="rect">
            <a:avLst/>
          </a:prstGeom>
        </p:spPr>
        <p:txBody>
          <a:bodyPr anchor="ctr">
            <a:noAutofit/>
          </a:bodyPr>
          <a:lstStyle>
            <a:lvl1pPr marL="0" indent="0" algn="ctr">
              <a:lnSpc>
                <a:spcPct val="100000"/>
              </a:lnSpc>
              <a:spcBef>
                <a:spcPts val="0"/>
              </a:spcBef>
              <a:buNone/>
              <a:defRPr sz="3200" b="1">
                <a:solidFill>
                  <a:schemeClr val="bg1"/>
                </a:solidFill>
                <a:latin typeface="Myriad Pro" panose="020B0503030403020204" pitchFamily="34" charset="0"/>
              </a:defRPr>
            </a:lvl1pPr>
          </a:lstStyle>
          <a:p>
            <a:pPr lvl="0"/>
            <a:r>
              <a:rPr lang="en-US" dirty="0"/>
              <a:t>X.X</a:t>
            </a:r>
            <a:endParaRPr lang="en-GB" dirty="0"/>
          </a:p>
        </p:txBody>
      </p:sp>
      <p:sp>
        <p:nvSpPr>
          <p:cNvPr id="10" name="Content Placeholder 10">
            <a:extLst>
              <a:ext uri="{FF2B5EF4-FFF2-40B4-BE49-F238E27FC236}">
                <a16:creationId xmlns:a16="http://schemas.microsoft.com/office/drawing/2014/main" id="{AA369FF4-FA36-C573-1B73-72B7F94DBF1D}"/>
              </a:ext>
            </a:extLst>
          </p:cNvPr>
          <p:cNvSpPr>
            <a:spLocks noGrp="1"/>
          </p:cNvSpPr>
          <p:nvPr>
            <p:ph sz="quarter" idx="15"/>
          </p:nvPr>
        </p:nvSpPr>
        <p:spPr>
          <a:xfrm>
            <a:off x="838800" y="1609200"/>
            <a:ext cx="10515600" cy="4680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866728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_red">
    <p:spTree>
      <p:nvGrpSpPr>
        <p:cNvPr id="1" name=""/>
        <p:cNvGrpSpPr/>
        <p:nvPr/>
      </p:nvGrpSpPr>
      <p:grpSpPr>
        <a:xfrm>
          <a:off x="0" y="0"/>
          <a:ext cx="0" cy="0"/>
          <a:chOff x="0" y="0"/>
          <a:chExt cx="0" cy="0"/>
        </a:xfrm>
      </p:grpSpPr>
      <p:sp>
        <p:nvSpPr>
          <p:cNvPr id="9" name="Snip Diagonal Corner Rectangle 3">
            <a:extLst>
              <a:ext uri="{FF2B5EF4-FFF2-40B4-BE49-F238E27FC236}">
                <a16:creationId xmlns:a16="http://schemas.microsoft.com/office/drawing/2014/main" id="{4DAD662D-900F-5555-5351-CB7EA4561EB7}"/>
              </a:ext>
            </a:extLst>
          </p:cNvPr>
          <p:cNvSpPr>
            <a:spLocks noChangeAspect="1"/>
          </p:cNvSpPr>
          <p:nvPr/>
        </p:nvSpPr>
        <p:spPr>
          <a:xfrm flipH="1">
            <a:off x="814200" y="669190"/>
            <a:ext cx="1020001" cy="612000"/>
          </a:xfrm>
          <a:prstGeom prst="snip2DiagRect">
            <a:avLst>
              <a:gd name="adj1" fmla="val 0"/>
              <a:gd name="adj2" fmla="val 24507"/>
            </a:avLst>
          </a:prstGeom>
          <a:solidFill>
            <a:srgbClr val="B720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CE0739-E024-919C-BFC6-CB434061A741}"/>
              </a:ext>
            </a:extLst>
          </p:cNvPr>
          <p:cNvSpPr>
            <a:spLocks noGrp="1"/>
          </p:cNvSpPr>
          <p:nvPr>
            <p:ph type="title"/>
          </p:nvPr>
        </p:nvSpPr>
        <p:spPr/>
        <p:txBody>
          <a:bodyPr/>
          <a:lstStyle/>
          <a:p>
            <a:r>
              <a:rPr lang="en-US"/>
              <a:t>Click to edit Master title style</a:t>
            </a:r>
            <a:endParaRPr lang="en-GB" dirty="0"/>
          </a:p>
        </p:txBody>
      </p:sp>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5/3/2023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4" name="Text Placeholder 19">
            <a:extLst>
              <a:ext uri="{FF2B5EF4-FFF2-40B4-BE49-F238E27FC236}">
                <a16:creationId xmlns:a16="http://schemas.microsoft.com/office/drawing/2014/main" id="{C34498B1-43FD-DC69-5B53-AFC4C547FB83}"/>
              </a:ext>
            </a:extLst>
          </p:cNvPr>
          <p:cNvSpPr>
            <a:spLocks noGrp="1"/>
          </p:cNvSpPr>
          <p:nvPr>
            <p:ph type="body" sz="quarter" idx="14" hasCustomPrompt="1"/>
          </p:nvPr>
        </p:nvSpPr>
        <p:spPr>
          <a:xfrm>
            <a:off x="838800" y="684000"/>
            <a:ext cx="972000" cy="583200"/>
          </a:xfrm>
          <a:prstGeom prst="rect">
            <a:avLst/>
          </a:prstGeom>
        </p:spPr>
        <p:txBody>
          <a:bodyPr anchor="ctr">
            <a:noAutofit/>
          </a:bodyPr>
          <a:lstStyle>
            <a:lvl1pPr marL="0" indent="0" algn="ctr">
              <a:lnSpc>
                <a:spcPct val="100000"/>
              </a:lnSpc>
              <a:spcBef>
                <a:spcPts val="0"/>
              </a:spcBef>
              <a:buNone/>
              <a:defRPr sz="3200" b="1">
                <a:solidFill>
                  <a:schemeClr val="bg1"/>
                </a:solidFill>
                <a:latin typeface="Myriad Pro" panose="020B0503030403020204" pitchFamily="34" charset="0"/>
              </a:defRPr>
            </a:lvl1pPr>
          </a:lstStyle>
          <a:p>
            <a:pPr lvl="0"/>
            <a:r>
              <a:rPr lang="en-US" dirty="0"/>
              <a:t>X.X</a:t>
            </a:r>
            <a:endParaRPr lang="en-GB" dirty="0"/>
          </a:p>
        </p:txBody>
      </p:sp>
      <p:sp>
        <p:nvSpPr>
          <p:cNvPr id="10" name="Content Placeholder 10">
            <a:extLst>
              <a:ext uri="{FF2B5EF4-FFF2-40B4-BE49-F238E27FC236}">
                <a16:creationId xmlns:a16="http://schemas.microsoft.com/office/drawing/2014/main" id="{8AEC8F0B-7C47-5026-ABEB-5E962B739489}"/>
              </a:ext>
            </a:extLst>
          </p:cNvPr>
          <p:cNvSpPr>
            <a:spLocks noGrp="1"/>
          </p:cNvSpPr>
          <p:nvPr>
            <p:ph sz="quarter" idx="15"/>
          </p:nvPr>
        </p:nvSpPr>
        <p:spPr>
          <a:xfrm>
            <a:off x="838800" y="1609200"/>
            <a:ext cx="10515600" cy="4680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859722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_cyan">
    <p:spTree>
      <p:nvGrpSpPr>
        <p:cNvPr id="1" name=""/>
        <p:cNvGrpSpPr/>
        <p:nvPr/>
      </p:nvGrpSpPr>
      <p:grpSpPr>
        <a:xfrm>
          <a:off x="0" y="0"/>
          <a:ext cx="0" cy="0"/>
          <a:chOff x="0" y="0"/>
          <a:chExt cx="0" cy="0"/>
        </a:xfrm>
      </p:grpSpPr>
      <p:sp>
        <p:nvSpPr>
          <p:cNvPr id="9" name="Snip Diagonal Corner Rectangle 3">
            <a:extLst>
              <a:ext uri="{FF2B5EF4-FFF2-40B4-BE49-F238E27FC236}">
                <a16:creationId xmlns:a16="http://schemas.microsoft.com/office/drawing/2014/main" id="{215673C9-3F6B-C178-D494-7C8B73C3CDF6}"/>
              </a:ext>
            </a:extLst>
          </p:cNvPr>
          <p:cNvSpPr>
            <a:spLocks noChangeAspect="1"/>
          </p:cNvSpPr>
          <p:nvPr/>
        </p:nvSpPr>
        <p:spPr>
          <a:xfrm flipH="1">
            <a:off x="814200" y="669190"/>
            <a:ext cx="1020001" cy="612000"/>
          </a:xfrm>
          <a:prstGeom prst="snip2DiagRect">
            <a:avLst>
              <a:gd name="adj1" fmla="val 0"/>
              <a:gd name="adj2" fmla="val 24507"/>
            </a:avLst>
          </a:prstGeom>
          <a:solidFill>
            <a:srgbClr val="3F82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CE0739-E024-919C-BFC6-CB434061A741}"/>
              </a:ext>
            </a:extLst>
          </p:cNvPr>
          <p:cNvSpPr>
            <a:spLocks noGrp="1"/>
          </p:cNvSpPr>
          <p:nvPr>
            <p:ph type="title"/>
          </p:nvPr>
        </p:nvSpPr>
        <p:spPr/>
        <p:txBody>
          <a:bodyPr/>
          <a:lstStyle/>
          <a:p>
            <a:r>
              <a:rPr lang="en-US"/>
              <a:t>Click to edit Master title style</a:t>
            </a:r>
            <a:endParaRPr lang="en-GB" dirty="0"/>
          </a:p>
        </p:txBody>
      </p:sp>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5/3/2023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4" name="Text Placeholder 19">
            <a:extLst>
              <a:ext uri="{FF2B5EF4-FFF2-40B4-BE49-F238E27FC236}">
                <a16:creationId xmlns:a16="http://schemas.microsoft.com/office/drawing/2014/main" id="{C34498B1-43FD-DC69-5B53-AFC4C547FB83}"/>
              </a:ext>
            </a:extLst>
          </p:cNvPr>
          <p:cNvSpPr>
            <a:spLocks noGrp="1"/>
          </p:cNvSpPr>
          <p:nvPr>
            <p:ph type="body" sz="quarter" idx="14" hasCustomPrompt="1"/>
          </p:nvPr>
        </p:nvSpPr>
        <p:spPr>
          <a:xfrm>
            <a:off x="838800" y="684000"/>
            <a:ext cx="972000" cy="583200"/>
          </a:xfrm>
          <a:prstGeom prst="rect">
            <a:avLst/>
          </a:prstGeom>
        </p:spPr>
        <p:txBody>
          <a:bodyPr anchor="ctr">
            <a:noAutofit/>
          </a:bodyPr>
          <a:lstStyle>
            <a:lvl1pPr marL="0" indent="0" algn="ctr">
              <a:lnSpc>
                <a:spcPct val="100000"/>
              </a:lnSpc>
              <a:spcBef>
                <a:spcPts val="0"/>
              </a:spcBef>
              <a:buNone/>
              <a:defRPr sz="3200" b="1">
                <a:solidFill>
                  <a:schemeClr val="bg1"/>
                </a:solidFill>
                <a:latin typeface="Myriad Pro" panose="020B0503030403020204" pitchFamily="34" charset="0"/>
              </a:defRPr>
            </a:lvl1pPr>
          </a:lstStyle>
          <a:p>
            <a:pPr lvl="0"/>
            <a:r>
              <a:rPr lang="en-US" dirty="0"/>
              <a:t>X.X</a:t>
            </a:r>
            <a:endParaRPr lang="en-GB" dirty="0"/>
          </a:p>
        </p:txBody>
      </p:sp>
      <p:sp>
        <p:nvSpPr>
          <p:cNvPr id="10" name="Content Placeholder 10">
            <a:extLst>
              <a:ext uri="{FF2B5EF4-FFF2-40B4-BE49-F238E27FC236}">
                <a16:creationId xmlns:a16="http://schemas.microsoft.com/office/drawing/2014/main" id="{C9063645-AAC5-51BC-FFC8-34CC9F594B55}"/>
              </a:ext>
            </a:extLst>
          </p:cNvPr>
          <p:cNvSpPr>
            <a:spLocks noGrp="1"/>
          </p:cNvSpPr>
          <p:nvPr>
            <p:ph sz="quarter" idx="15"/>
          </p:nvPr>
        </p:nvSpPr>
        <p:spPr>
          <a:xfrm>
            <a:off x="838800" y="1609200"/>
            <a:ext cx="10515600" cy="4680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7943791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Example-E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3BB63A3-9AB5-EBAC-F6F9-327B22130DCD}"/>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838200" y="1443600"/>
            <a:ext cx="10515600" cy="4860000"/>
          </a:xfrm>
          <a:prstGeom prst="rect">
            <a:avLst/>
          </a:prstGeom>
        </p:spPr>
        <p:txBody>
          <a:bodyPr>
            <a:normAutofit/>
          </a:bodyPr>
          <a:lstStyle>
            <a:lvl1pPr marL="0" indent="0">
              <a:buFont typeface="Arial" panose="020B0604020202020204" pitchFamily="34" charset="0"/>
              <a:buNone/>
              <a:defRPr sz="2000"/>
            </a:lvl1pPr>
            <a:lvl2pPr marL="457200" indent="0">
              <a:buNone/>
              <a:defRPr sz="1800"/>
            </a:lvl2pPr>
            <a:lvl3pPr marL="914400" indent="0">
              <a:buNone/>
              <a:defRPr sz="1600"/>
            </a:lvl3pPr>
            <a:lvl4pPr marL="1371600" indent="0">
              <a:buNone/>
              <a:defRPr sz="1400"/>
            </a:lvl4pPr>
            <a:lvl5pPr marL="18288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5/3/2023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20" name="Text Placeholder 19">
            <a:extLst>
              <a:ext uri="{FF2B5EF4-FFF2-40B4-BE49-F238E27FC236}">
                <a16:creationId xmlns:a16="http://schemas.microsoft.com/office/drawing/2014/main" id="{EB0149AE-399E-56CA-418B-96532FF191D9}"/>
              </a:ext>
            </a:extLst>
          </p:cNvPr>
          <p:cNvSpPr>
            <a:spLocks noGrp="1" noRot="1" noMove="1" noResize="1" noEditPoints="1" noAdjustHandles="1" noChangeArrowheads="1" noChangeShapeType="1"/>
          </p:cNvSpPr>
          <p:nvPr>
            <p:ph type="body" sz="quarter" idx="13" hasCustomPrompt="1"/>
          </p:nvPr>
        </p:nvSpPr>
        <p:spPr>
          <a:xfrm>
            <a:off x="3212307" y="755092"/>
            <a:ext cx="864000" cy="288000"/>
          </a:xfrm>
          <a:prstGeom prst="rect">
            <a:avLst/>
          </a:prstGeom>
        </p:spPr>
        <p:txBody>
          <a:bodyPr anchor="ctr">
            <a:noAutofit/>
          </a:bodyPr>
          <a:lstStyle>
            <a:lvl1pPr marL="0" indent="0" algn="ctr">
              <a:lnSpc>
                <a:spcPct val="100000"/>
              </a:lnSpc>
              <a:spcBef>
                <a:spcPts val="0"/>
              </a:spcBef>
              <a:buNone/>
              <a:defRPr sz="2000" b="1">
                <a:solidFill>
                  <a:srgbClr val="606060"/>
                </a:solidFill>
                <a:latin typeface="Myriad Pro" panose="020B0503030403020204" pitchFamily="34" charset="0"/>
              </a:defRPr>
            </a:lvl1pPr>
          </a:lstStyle>
          <a:p>
            <a:pPr lvl="0"/>
            <a:r>
              <a:rPr lang="en-US" dirty="0"/>
              <a:t>X.X</a:t>
            </a:r>
            <a:endParaRPr lang="en-GB" dirty="0"/>
          </a:p>
        </p:txBody>
      </p:sp>
    </p:spTree>
    <p:extLst>
      <p:ext uri="{BB962C8B-B14F-4D97-AF65-F5344CB8AC3E}">
        <p14:creationId xmlns:p14="http://schemas.microsoft.com/office/powerpoint/2010/main" val="344026322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Checkpoint-E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DF9B736-CC97-6F5A-03D8-7FA0AF198BE9}"/>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838200" y="1443600"/>
            <a:ext cx="10515600" cy="4860000"/>
          </a:xfrm>
          <a:prstGeom prst="rect">
            <a:avLst/>
          </a:prstGeo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5/3/2023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9" name="Text Placeholder 19">
            <a:extLst>
              <a:ext uri="{FF2B5EF4-FFF2-40B4-BE49-F238E27FC236}">
                <a16:creationId xmlns:a16="http://schemas.microsoft.com/office/drawing/2014/main" id="{E63A75CB-E77D-CC21-A6EF-2A476E4BC4FE}"/>
              </a:ext>
            </a:extLst>
          </p:cNvPr>
          <p:cNvSpPr>
            <a:spLocks noGrp="1" noRot="1" noMove="1" noResize="1" noEditPoints="1" noAdjustHandles="1" noChangeArrowheads="1" noChangeShapeType="1"/>
          </p:cNvSpPr>
          <p:nvPr>
            <p:ph type="body" sz="quarter" idx="13" hasCustomPrompt="1"/>
          </p:nvPr>
        </p:nvSpPr>
        <p:spPr>
          <a:xfrm>
            <a:off x="3704400" y="755092"/>
            <a:ext cx="864000" cy="288000"/>
          </a:xfrm>
          <a:prstGeom prst="rect">
            <a:avLst/>
          </a:prstGeom>
        </p:spPr>
        <p:txBody>
          <a:bodyPr anchor="ctr">
            <a:noAutofit/>
          </a:bodyPr>
          <a:lstStyle>
            <a:lvl1pPr marL="0" indent="0" algn="ctr">
              <a:lnSpc>
                <a:spcPct val="100000"/>
              </a:lnSpc>
              <a:spcBef>
                <a:spcPts val="0"/>
              </a:spcBef>
              <a:buNone/>
              <a:defRPr sz="2000" b="1">
                <a:solidFill>
                  <a:srgbClr val="606060"/>
                </a:solidFill>
                <a:latin typeface="Myriad Pro" panose="020B0503030403020204" pitchFamily="34" charset="0"/>
              </a:defRPr>
            </a:lvl1pPr>
          </a:lstStyle>
          <a:p>
            <a:pPr lvl="0"/>
            <a:r>
              <a:rPr lang="en-US" dirty="0"/>
              <a:t>X.X</a:t>
            </a:r>
            <a:endParaRPr lang="en-GB" dirty="0"/>
          </a:p>
        </p:txBody>
      </p:sp>
    </p:spTree>
    <p:extLst>
      <p:ext uri="{BB962C8B-B14F-4D97-AF65-F5344CB8AC3E}">
        <p14:creationId xmlns:p14="http://schemas.microsoft.com/office/powerpoint/2010/main" val="10316452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Activity-E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63E1F40-9013-EBB0-F98A-0AFCFACA2203}"/>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838200" y="1443600"/>
            <a:ext cx="10515600" cy="4860000"/>
          </a:xfrm>
          <a:prstGeom prst="rect">
            <a:avLst/>
          </a:prstGeo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5/3/2023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9" name="Text Placeholder 19">
            <a:extLst>
              <a:ext uri="{FF2B5EF4-FFF2-40B4-BE49-F238E27FC236}">
                <a16:creationId xmlns:a16="http://schemas.microsoft.com/office/drawing/2014/main" id="{E63A75CB-E77D-CC21-A6EF-2A476E4BC4FE}"/>
              </a:ext>
            </a:extLst>
          </p:cNvPr>
          <p:cNvSpPr>
            <a:spLocks noGrp="1" noRot="1" noMove="1" noResize="1" noEditPoints="1" noAdjustHandles="1" noChangeArrowheads="1" noChangeShapeType="1"/>
          </p:cNvSpPr>
          <p:nvPr>
            <p:ph type="body" sz="quarter" idx="13" hasCustomPrompt="1"/>
          </p:nvPr>
        </p:nvSpPr>
        <p:spPr>
          <a:xfrm>
            <a:off x="3170999" y="755092"/>
            <a:ext cx="864000" cy="288000"/>
          </a:xfrm>
          <a:prstGeom prst="rect">
            <a:avLst/>
          </a:prstGeom>
        </p:spPr>
        <p:txBody>
          <a:bodyPr anchor="ctr">
            <a:noAutofit/>
          </a:bodyPr>
          <a:lstStyle>
            <a:lvl1pPr marL="0" indent="0" algn="ctr">
              <a:lnSpc>
                <a:spcPct val="100000"/>
              </a:lnSpc>
              <a:spcBef>
                <a:spcPts val="0"/>
              </a:spcBef>
              <a:buNone/>
              <a:defRPr sz="2000" b="1">
                <a:solidFill>
                  <a:srgbClr val="606060"/>
                </a:solidFill>
                <a:latin typeface="Myriad Pro" panose="020B0503030403020204" pitchFamily="34" charset="0"/>
              </a:defRPr>
            </a:lvl1pPr>
          </a:lstStyle>
          <a:p>
            <a:pPr lvl="0"/>
            <a:r>
              <a:rPr lang="en-US" dirty="0"/>
              <a:t>X.X</a:t>
            </a:r>
            <a:endParaRPr lang="en-GB" dirty="0"/>
          </a:p>
        </p:txBody>
      </p:sp>
    </p:spTree>
    <p:extLst>
      <p:ext uri="{BB962C8B-B14F-4D97-AF65-F5344CB8AC3E}">
        <p14:creationId xmlns:p14="http://schemas.microsoft.com/office/powerpoint/2010/main" val="305503992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Lab-E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C9646B7-AEA6-E416-7BF3-052FDD7D2013}"/>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838200" y="1443600"/>
            <a:ext cx="10515600" cy="4860000"/>
          </a:xfrm>
          <a:prstGeom prst="rect">
            <a:avLst/>
          </a:prstGeo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5/3/2023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9" name="Text Placeholder 19">
            <a:extLst>
              <a:ext uri="{FF2B5EF4-FFF2-40B4-BE49-F238E27FC236}">
                <a16:creationId xmlns:a16="http://schemas.microsoft.com/office/drawing/2014/main" id="{E63A75CB-E77D-CC21-A6EF-2A476E4BC4FE}"/>
              </a:ext>
            </a:extLst>
          </p:cNvPr>
          <p:cNvSpPr>
            <a:spLocks noGrp="1" noRot="1" noMove="1" noResize="1" noEditPoints="1" noAdjustHandles="1" noChangeArrowheads="1" noChangeShapeType="1"/>
          </p:cNvSpPr>
          <p:nvPr>
            <p:ph type="body" sz="quarter" idx="13" hasCustomPrompt="1"/>
          </p:nvPr>
        </p:nvSpPr>
        <p:spPr>
          <a:xfrm>
            <a:off x="2467612" y="755092"/>
            <a:ext cx="864000" cy="288000"/>
          </a:xfrm>
          <a:prstGeom prst="rect">
            <a:avLst/>
          </a:prstGeom>
        </p:spPr>
        <p:txBody>
          <a:bodyPr anchor="ctr">
            <a:noAutofit/>
          </a:bodyPr>
          <a:lstStyle>
            <a:lvl1pPr marL="0" indent="0" algn="ctr">
              <a:lnSpc>
                <a:spcPct val="100000"/>
              </a:lnSpc>
              <a:spcBef>
                <a:spcPts val="0"/>
              </a:spcBef>
              <a:buNone/>
              <a:defRPr sz="2000" b="1">
                <a:solidFill>
                  <a:srgbClr val="606060"/>
                </a:solidFill>
                <a:latin typeface="Myriad Pro" panose="020B0503030403020204" pitchFamily="34" charset="0"/>
              </a:defRPr>
            </a:lvl1pPr>
          </a:lstStyle>
          <a:p>
            <a:pPr lvl="0"/>
            <a:r>
              <a:rPr lang="en-US" dirty="0"/>
              <a:t>X.X</a:t>
            </a:r>
            <a:endParaRPr lang="en-GB" dirty="0"/>
          </a:p>
        </p:txBody>
      </p:sp>
    </p:spTree>
    <p:extLst>
      <p:ext uri="{BB962C8B-B14F-4D97-AF65-F5344CB8AC3E}">
        <p14:creationId xmlns:p14="http://schemas.microsoft.com/office/powerpoint/2010/main" val="130828245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misconception">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7B0A839-D23C-1435-A186-FA67B65721CD}"/>
              </a:ext>
            </a:extLst>
          </p:cNvPr>
          <p:cNvPicPr>
            <a:picLocks noChangeAspect="1"/>
          </p:cNvPicPr>
          <p:nvPr/>
        </p:nvPicPr>
        <p:blipFill>
          <a:blip r:embed="rId2"/>
          <a:stretch>
            <a:fillRect/>
          </a:stretch>
        </p:blipFill>
        <p:spPr>
          <a:xfrm>
            <a:off x="656925" y="363600"/>
            <a:ext cx="1261875" cy="1261875"/>
          </a:xfrm>
          <a:prstGeom prst="rect">
            <a:avLst/>
          </a:prstGeom>
        </p:spPr>
      </p:pic>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5/3/2023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t>MISCONCEPTION</a:t>
            </a:r>
            <a:endParaRPr lang="en-GB" dirty="0"/>
          </a:p>
        </p:txBody>
      </p:sp>
      <p:sp>
        <p:nvSpPr>
          <p:cNvPr id="8" name="Content Placeholder 7">
            <a:extLst>
              <a:ext uri="{FF2B5EF4-FFF2-40B4-BE49-F238E27FC236}">
                <a16:creationId xmlns:a16="http://schemas.microsoft.com/office/drawing/2014/main" id="{435FBDB0-6C27-C606-20C5-686A00F18771}"/>
              </a:ext>
            </a:extLst>
          </p:cNvPr>
          <p:cNvSpPr>
            <a:spLocks noGrp="1"/>
          </p:cNvSpPr>
          <p:nvPr>
            <p:ph sz="quarter" idx="15"/>
          </p:nvPr>
        </p:nvSpPr>
        <p:spPr>
          <a:xfrm>
            <a:off x="1693716" y="1609199"/>
            <a:ext cx="9660083" cy="2159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Content Placeholder 5">
            <a:extLst>
              <a:ext uri="{FF2B5EF4-FFF2-40B4-BE49-F238E27FC236}">
                <a16:creationId xmlns:a16="http://schemas.microsoft.com/office/drawing/2014/main" id="{042C0F3B-5325-9C8D-A663-14E64C0C8154}"/>
              </a:ext>
            </a:extLst>
          </p:cNvPr>
          <p:cNvSpPr>
            <a:spLocks noGrp="1"/>
          </p:cNvSpPr>
          <p:nvPr>
            <p:ph sz="quarter" idx="14"/>
          </p:nvPr>
        </p:nvSpPr>
        <p:spPr>
          <a:xfrm>
            <a:off x="1693716" y="4024188"/>
            <a:ext cx="9658800" cy="2160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194681467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hink abou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F94735F-B64E-887A-0584-E2B7E148B655}"/>
              </a:ext>
            </a:extLst>
          </p:cNvPr>
          <p:cNvPicPr>
            <a:picLocks noChangeAspect="1"/>
          </p:cNvPicPr>
          <p:nvPr/>
        </p:nvPicPr>
        <p:blipFill>
          <a:blip r:embed="rId2"/>
          <a:stretch>
            <a:fillRect/>
          </a:stretch>
        </p:blipFill>
        <p:spPr>
          <a:xfrm>
            <a:off x="656925" y="363600"/>
            <a:ext cx="1261875" cy="1261875"/>
          </a:xfrm>
          <a:prstGeom prst="rect">
            <a:avLst/>
          </a:prstGeom>
        </p:spPr>
      </p:pic>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5/3/2023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t>THINK ABOUT</a:t>
            </a:r>
          </a:p>
        </p:txBody>
      </p:sp>
      <p:sp>
        <p:nvSpPr>
          <p:cNvPr id="8" name="Content Placeholder 10">
            <a:extLst>
              <a:ext uri="{FF2B5EF4-FFF2-40B4-BE49-F238E27FC236}">
                <a16:creationId xmlns:a16="http://schemas.microsoft.com/office/drawing/2014/main" id="{69195DCF-0E55-AAB5-1074-39FAB8E19505}"/>
              </a:ext>
            </a:extLst>
          </p:cNvPr>
          <p:cNvSpPr>
            <a:spLocks noGrp="1"/>
          </p:cNvSpPr>
          <p:nvPr>
            <p:ph sz="quarter" idx="15"/>
          </p:nvPr>
        </p:nvSpPr>
        <p:spPr>
          <a:xfrm>
            <a:off x="838800" y="1609200"/>
            <a:ext cx="10515600" cy="4680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48102900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p">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3F49635-7B62-1BF0-3627-0DEF2D36B20A}"/>
              </a:ext>
            </a:extLst>
          </p:cNvPr>
          <p:cNvPicPr>
            <a:picLocks noChangeAspect="1"/>
          </p:cNvPicPr>
          <p:nvPr/>
        </p:nvPicPr>
        <p:blipFill>
          <a:blip r:embed="rId2"/>
          <a:stretch>
            <a:fillRect/>
          </a:stretch>
        </p:blipFill>
        <p:spPr>
          <a:xfrm>
            <a:off x="656925" y="363600"/>
            <a:ext cx="1264923" cy="1261875"/>
          </a:xfrm>
          <a:prstGeom prst="rect">
            <a:avLst/>
          </a:prstGeom>
        </p:spPr>
      </p:pic>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5/3/2023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solidFill>
                  <a:srgbClr val="84AD40"/>
                </a:solidFill>
              </a:rPr>
              <a:t>TIP</a:t>
            </a:r>
          </a:p>
        </p:txBody>
      </p:sp>
      <p:sp>
        <p:nvSpPr>
          <p:cNvPr id="8" name="Content Placeholder 10">
            <a:extLst>
              <a:ext uri="{FF2B5EF4-FFF2-40B4-BE49-F238E27FC236}">
                <a16:creationId xmlns:a16="http://schemas.microsoft.com/office/drawing/2014/main" id="{9E46E5CA-E96E-2DB9-64FE-5E1D76C77C98}"/>
              </a:ext>
            </a:extLst>
          </p:cNvPr>
          <p:cNvSpPr>
            <a:spLocks noGrp="1"/>
          </p:cNvSpPr>
          <p:nvPr>
            <p:ph sz="quarter" idx="15"/>
          </p:nvPr>
        </p:nvSpPr>
        <p:spPr>
          <a:xfrm>
            <a:off x="838800" y="1609200"/>
            <a:ext cx="10515600" cy="4680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421290957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analog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E6276F9-8CAE-0301-EC9B-559DB9D0878D}"/>
              </a:ext>
            </a:extLst>
          </p:cNvPr>
          <p:cNvPicPr>
            <a:picLocks noChangeAspect="1"/>
          </p:cNvPicPr>
          <p:nvPr/>
        </p:nvPicPr>
        <p:blipFill>
          <a:blip r:embed="rId2"/>
          <a:stretch>
            <a:fillRect/>
          </a:stretch>
        </p:blipFill>
        <p:spPr>
          <a:xfrm>
            <a:off x="656925" y="363600"/>
            <a:ext cx="1261875" cy="1261875"/>
          </a:xfrm>
          <a:prstGeom prst="rect">
            <a:avLst/>
          </a:prstGeom>
        </p:spPr>
      </p:pic>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5/3/2023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solidFill>
                  <a:srgbClr val="7570B3"/>
                </a:solidFill>
              </a:rPr>
              <a:t>ANALOGY</a:t>
            </a:r>
          </a:p>
        </p:txBody>
      </p:sp>
      <p:sp>
        <p:nvSpPr>
          <p:cNvPr id="8" name="Content Placeholder 10">
            <a:extLst>
              <a:ext uri="{FF2B5EF4-FFF2-40B4-BE49-F238E27FC236}">
                <a16:creationId xmlns:a16="http://schemas.microsoft.com/office/drawing/2014/main" id="{15CCE8C4-EE82-5FA1-86D9-7618ACBB4E89}"/>
              </a:ext>
            </a:extLst>
          </p:cNvPr>
          <p:cNvSpPr>
            <a:spLocks noGrp="1"/>
          </p:cNvSpPr>
          <p:nvPr>
            <p:ph sz="quarter" idx="15"/>
          </p:nvPr>
        </p:nvSpPr>
        <p:spPr>
          <a:xfrm>
            <a:off x="838800" y="1609200"/>
            <a:ext cx="10515600" cy="4680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7774706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enrichm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EC24769-7557-7417-69AD-C7D98D6EF87C}"/>
              </a:ext>
            </a:extLst>
          </p:cNvPr>
          <p:cNvPicPr>
            <a:picLocks noChangeAspect="1"/>
          </p:cNvPicPr>
          <p:nvPr/>
        </p:nvPicPr>
        <p:blipFill>
          <a:blip r:embed="rId2"/>
          <a:stretch>
            <a:fillRect/>
          </a:stretch>
        </p:blipFill>
        <p:spPr>
          <a:xfrm>
            <a:off x="656925" y="363600"/>
            <a:ext cx="1264923" cy="1261875"/>
          </a:xfrm>
          <a:prstGeom prst="rect">
            <a:avLst/>
          </a:prstGeom>
        </p:spPr>
      </p:pic>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5/3/2023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solidFill>
                  <a:srgbClr val="7570B3"/>
                </a:solidFill>
              </a:rPr>
              <a:t>ENRICHMENT</a:t>
            </a:r>
          </a:p>
        </p:txBody>
      </p:sp>
      <p:sp>
        <p:nvSpPr>
          <p:cNvPr id="8" name="Content Placeholder 10">
            <a:extLst>
              <a:ext uri="{FF2B5EF4-FFF2-40B4-BE49-F238E27FC236}">
                <a16:creationId xmlns:a16="http://schemas.microsoft.com/office/drawing/2014/main" id="{C0FDA7B9-3B4F-45FE-C0CB-6CE489DF46B9}"/>
              </a:ext>
            </a:extLst>
          </p:cNvPr>
          <p:cNvSpPr>
            <a:spLocks noGrp="1"/>
          </p:cNvSpPr>
          <p:nvPr>
            <p:ph sz="quarter" idx="15"/>
          </p:nvPr>
        </p:nvSpPr>
        <p:spPr>
          <a:xfrm>
            <a:off x="838800" y="1609200"/>
            <a:ext cx="10515600" cy="4680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36123450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historical not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A365613-9A6E-EC8F-CC4F-45C6843B5D0D}"/>
              </a:ext>
            </a:extLst>
          </p:cNvPr>
          <p:cNvPicPr>
            <a:picLocks noChangeAspect="1"/>
          </p:cNvPicPr>
          <p:nvPr/>
        </p:nvPicPr>
        <p:blipFill>
          <a:blip r:embed="rId2"/>
          <a:stretch>
            <a:fillRect/>
          </a:stretch>
        </p:blipFill>
        <p:spPr>
          <a:xfrm>
            <a:off x="656925" y="363600"/>
            <a:ext cx="1261875" cy="1261875"/>
          </a:xfrm>
          <a:prstGeom prst="rect">
            <a:avLst/>
          </a:prstGeom>
        </p:spPr>
      </p:pic>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5/3/2023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solidFill>
                  <a:srgbClr val="7570B3"/>
                </a:solidFill>
              </a:rPr>
              <a:t>HISTORICAL NOTE</a:t>
            </a:r>
          </a:p>
        </p:txBody>
      </p:sp>
      <p:sp>
        <p:nvSpPr>
          <p:cNvPr id="9" name="Content Placeholder 10">
            <a:extLst>
              <a:ext uri="{FF2B5EF4-FFF2-40B4-BE49-F238E27FC236}">
                <a16:creationId xmlns:a16="http://schemas.microsoft.com/office/drawing/2014/main" id="{9FE9C956-B01C-9F5B-D06E-B224FA04F063}"/>
              </a:ext>
            </a:extLst>
          </p:cNvPr>
          <p:cNvSpPr>
            <a:spLocks noGrp="1"/>
          </p:cNvSpPr>
          <p:nvPr>
            <p:ph sz="quarter" idx="15"/>
          </p:nvPr>
        </p:nvSpPr>
        <p:spPr>
          <a:xfrm>
            <a:off x="838800" y="1609200"/>
            <a:ext cx="10515600" cy="4680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413110217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STEAM+">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9F6A893-6ACD-62D2-E506-31CE1C78BC6A}"/>
              </a:ext>
            </a:extLst>
          </p:cNvPr>
          <p:cNvPicPr>
            <a:picLocks noChangeAspect="1"/>
          </p:cNvPicPr>
          <p:nvPr/>
        </p:nvPicPr>
        <p:blipFill>
          <a:blip r:embed="rId2"/>
          <a:stretch>
            <a:fillRect/>
          </a:stretch>
        </p:blipFill>
        <p:spPr>
          <a:xfrm>
            <a:off x="656925" y="363600"/>
            <a:ext cx="1261875" cy="1261875"/>
          </a:xfrm>
          <a:prstGeom prst="rect">
            <a:avLst/>
          </a:prstGeom>
        </p:spPr>
      </p:pic>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5/3/2023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solidFill>
                  <a:srgbClr val="7570B3"/>
                </a:solidFill>
              </a:rPr>
              <a:t>STEAM+</a:t>
            </a:r>
          </a:p>
        </p:txBody>
      </p:sp>
      <p:sp>
        <p:nvSpPr>
          <p:cNvPr id="8" name="Content Placeholder 10">
            <a:extLst>
              <a:ext uri="{FF2B5EF4-FFF2-40B4-BE49-F238E27FC236}">
                <a16:creationId xmlns:a16="http://schemas.microsoft.com/office/drawing/2014/main" id="{D8CACC2A-8E2C-4654-1BEE-FF9B00C1EA13}"/>
              </a:ext>
            </a:extLst>
          </p:cNvPr>
          <p:cNvSpPr>
            <a:spLocks noGrp="1"/>
          </p:cNvSpPr>
          <p:nvPr>
            <p:ph sz="quarter" idx="15"/>
          </p:nvPr>
        </p:nvSpPr>
        <p:spPr>
          <a:xfrm>
            <a:off x="838800" y="1609200"/>
            <a:ext cx="10515600" cy="4680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359759749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resourc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852B39E-570D-BB77-3EC2-68BF2DA341F5}"/>
              </a:ext>
            </a:extLst>
          </p:cNvPr>
          <p:cNvPicPr>
            <a:picLocks noChangeAspect="1"/>
          </p:cNvPicPr>
          <p:nvPr/>
        </p:nvPicPr>
        <p:blipFill>
          <a:blip r:embed="rId2"/>
          <a:stretch>
            <a:fillRect/>
          </a:stretch>
        </p:blipFill>
        <p:spPr>
          <a:xfrm>
            <a:off x="656925" y="363600"/>
            <a:ext cx="1264923" cy="1261875"/>
          </a:xfrm>
          <a:prstGeom prst="rect">
            <a:avLst/>
          </a:prstGeom>
        </p:spPr>
      </p:pic>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5/3/2023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a:xfrm>
            <a:off x="10582711" y="6492875"/>
            <a:ext cx="771089" cy="365125"/>
          </a:xfrm>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solidFill>
                  <a:srgbClr val="C6993D"/>
                </a:solidFill>
              </a:rPr>
              <a:t>RESOURCE</a:t>
            </a:r>
          </a:p>
        </p:txBody>
      </p:sp>
      <p:sp>
        <p:nvSpPr>
          <p:cNvPr id="9" name="Content Placeholder 10">
            <a:extLst>
              <a:ext uri="{FF2B5EF4-FFF2-40B4-BE49-F238E27FC236}">
                <a16:creationId xmlns:a16="http://schemas.microsoft.com/office/drawing/2014/main" id="{7873EF2F-CB2D-FF0C-FE7E-4E5878DAD739}"/>
              </a:ext>
            </a:extLst>
          </p:cNvPr>
          <p:cNvSpPr>
            <a:spLocks noGrp="1"/>
          </p:cNvSpPr>
          <p:nvPr>
            <p:ph sz="quarter" idx="15"/>
          </p:nvPr>
        </p:nvSpPr>
        <p:spPr>
          <a:xfrm>
            <a:off x="838800" y="1609200"/>
            <a:ext cx="7848000" cy="4680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Picture Placeholder 9">
            <a:extLst>
              <a:ext uri="{FF2B5EF4-FFF2-40B4-BE49-F238E27FC236}">
                <a16:creationId xmlns:a16="http://schemas.microsoft.com/office/drawing/2014/main" id="{D221140A-902D-C446-8456-B18F8CA15108}"/>
              </a:ext>
            </a:extLst>
          </p:cNvPr>
          <p:cNvSpPr>
            <a:spLocks noGrp="1"/>
          </p:cNvSpPr>
          <p:nvPr>
            <p:ph type="pic" sz="quarter" idx="14"/>
          </p:nvPr>
        </p:nvSpPr>
        <p:spPr>
          <a:xfrm>
            <a:off x="8833800" y="1609200"/>
            <a:ext cx="2520000" cy="3283200"/>
          </a:xfrm>
          <a:prstGeom prst="rect">
            <a:avLst/>
          </a:prstGeom>
        </p:spPr>
        <p:txBody>
          <a:bodyPr/>
          <a:lstStyle/>
          <a:p>
            <a:r>
              <a:rPr lang="en-US"/>
              <a:t>Click icon to add picture</a:t>
            </a:r>
            <a:endParaRPr lang="en-GB"/>
          </a:p>
        </p:txBody>
      </p:sp>
    </p:spTree>
    <p:extLst>
      <p:ext uri="{BB962C8B-B14F-4D97-AF65-F5344CB8AC3E}">
        <p14:creationId xmlns:p14="http://schemas.microsoft.com/office/powerpoint/2010/main" val="91213145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Blank-1">
    <p:spTree>
      <p:nvGrpSpPr>
        <p:cNvPr id="1" name=""/>
        <p:cNvGrpSpPr/>
        <p:nvPr/>
      </p:nvGrpSpPr>
      <p:grpSpPr>
        <a:xfrm>
          <a:off x="0" y="0"/>
          <a:ext cx="0" cy="0"/>
          <a:chOff x="0" y="0"/>
          <a:chExt cx="0" cy="0"/>
        </a:xfrm>
      </p:grpSpPr>
      <p:sp>
        <p:nvSpPr>
          <p:cNvPr id="11" name="Date Placeholder 10">
            <a:extLst>
              <a:ext uri="{FF2B5EF4-FFF2-40B4-BE49-F238E27FC236}">
                <a16:creationId xmlns:a16="http://schemas.microsoft.com/office/drawing/2014/main" id="{210F294E-2671-69F2-AD8E-91EF65CCF609}"/>
              </a:ext>
            </a:extLst>
          </p:cNvPr>
          <p:cNvSpPr>
            <a:spLocks noGrp="1"/>
          </p:cNvSpPr>
          <p:nvPr>
            <p:ph type="dt" sz="half" idx="10"/>
          </p:nvPr>
        </p:nvSpPr>
        <p:spPr/>
        <p:txBody>
          <a:bodyPr/>
          <a:lstStyle/>
          <a:p>
            <a:fld id="{F07CE581-C706-43BB-9E93-1B4DA785C440}" type="datetime1">
              <a:rPr lang="en-US" smtClean="0"/>
              <a:t>5/3/2023</a:t>
            </a:fld>
            <a:endParaRPr lang="en-US" dirty="0"/>
          </a:p>
        </p:txBody>
      </p:sp>
      <p:sp>
        <p:nvSpPr>
          <p:cNvPr id="12" name="Footer Placeholder 11">
            <a:extLst>
              <a:ext uri="{FF2B5EF4-FFF2-40B4-BE49-F238E27FC236}">
                <a16:creationId xmlns:a16="http://schemas.microsoft.com/office/drawing/2014/main" id="{BF720291-4918-3157-E8A0-2C33F0241266}"/>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284E269C-57B9-5795-9B37-30D8685C0E9B}"/>
              </a:ext>
            </a:extLst>
          </p:cNvPr>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57212518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Blank-2">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275464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2.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15CB804-96AA-A5E1-7170-B54411166665}"/>
              </a:ext>
            </a:extLst>
          </p:cNvPr>
          <p:cNvPicPr>
            <a:picLocks noChangeAspect="1"/>
          </p:cNvPicPr>
          <p:nvPr/>
        </p:nvPicPr>
        <p:blipFill>
          <a:blip r:embed="rId34"/>
          <a:stretch>
            <a:fillRect/>
          </a:stretch>
        </p:blipFill>
        <p:spPr>
          <a:xfrm>
            <a:off x="0" y="0"/>
            <a:ext cx="12192000" cy="6858000"/>
          </a:xfrm>
          <a:prstGeom prst="rect">
            <a:avLst/>
          </a:prstGeom>
        </p:spPr>
      </p:pic>
      <p:sp>
        <p:nvSpPr>
          <p:cNvPr id="2" name="Title Placeholder 1"/>
          <p:cNvSpPr>
            <a:spLocks noGrp="1"/>
          </p:cNvSpPr>
          <p:nvPr>
            <p:ph type="title"/>
          </p:nvPr>
        </p:nvSpPr>
        <p:spPr>
          <a:xfrm>
            <a:off x="1918800" y="363600"/>
            <a:ext cx="9435000" cy="1260000"/>
          </a:xfrm>
          <a:prstGeom prst="rect">
            <a:avLst/>
          </a:prstGeom>
        </p:spPr>
        <p:txBody>
          <a:bodyPr vert="horz" lIns="91440" tIns="45720" rIns="91440" bIns="45720" rtlCol="0" anchor="ctr">
            <a:normAutofit/>
          </a:bodyPr>
          <a:lstStyle/>
          <a:p>
            <a:endParaRPr lang="en-US" dirty="0"/>
          </a:p>
        </p:txBody>
      </p:sp>
      <p:sp>
        <p:nvSpPr>
          <p:cNvPr id="4" name="Date Placeholder 3"/>
          <p:cNvSpPr>
            <a:spLocks noGrp="1"/>
          </p:cNvSpPr>
          <p:nvPr>
            <p:ph type="dt" sz="half" idx="2"/>
          </p:nvPr>
        </p:nvSpPr>
        <p:spPr>
          <a:xfrm>
            <a:off x="7456921" y="6492875"/>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F07CE581-C706-43BB-9E93-1B4DA785C440}" type="datetime1">
              <a:rPr lang="en-US" smtClean="0"/>
              <a:t>5/3/2023</a:t>
            </a:fld>
            <a:endParaRPr lang="en-US" dirty="0"/>
          </a:p>
        </p:txBody>
      </p:sp>
      <p:sp>
        <p:nvSpPr>
          <p:cNvPr id="5" name="Footer Placeholder 4"/>
          <p:cNvSpPr>
            <a:spLocks noGrp="1"/>
          </p:cNvSpPr>
          <p:nvPr>
            <p:ph type="ftr" sz="quarter" idx="3"/>
          </p:nvPr>
        </p:nvSpPr>
        <p:spPr>
          <a:xfrm>
            <a:off x="838201" y="6492875"/>
            <a:ext cx="6542520"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582711" y="6492875"/>
            <a:ext cx="771089" cy="365125"/>
          </a:xfrm>
          <a:prstGeom prst="rect">
            <a:avLst/>
          </a:prstGeom>
        </p:spPr>
        <p:txBody>
          <a:bodyPr vert="horz" lIns="91440" tIns="45720" rIns="91440" bIns="45720" rtlCol="0" anchor="ctr"/>
          <a:lstStyle>
            <a:lvl1pPr algn="r">
              <a:defRPr sz="1050">
                <a:solidFill>
                  <a:schemeClr val="tx1"/>
                </a:solidFill>
              </a:defRPr>
            </a:lvl1pPr>
          </a:lstStyle>
          <a:p>
            <a:fld id="{6D22F896-40B5-4ADD-8801-0D06FADFA095}" type="slidenum">
              <a:rPr lang="en-US" smtClean="0"/>
              <a:pPr/>
              <a:t>‹#›</a:t>
            </a:fld>
            <a:endParaRPr lang="en-US" dirty="0"/>
          </a:p>
        </p:txBody>
      </p:sp>
      <p:sp>
        <p:nvSpPr>
          <p:cNvPr id="7" name="Text Placeholder 6">
            <a:extLst>
              <a:ext uri="{FF2B5EF4-FFF2-40B4-BE49-F238E27FC236}">
                <a16:creationId xmlns:a16="http://schemas.microsoft.com/office/drawing/2014/main" id="{0F58C60C-B777-2B7A-945B-E3C18480795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532431812"/>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25" r:id="rId6"/>
    <p:sldLayoutId id="2147483726" r:id="rId7"/>
    <p:sldLayoutId id="2147483727" r:id="rId8"/>
    <p:sldLayoutId id="2147483700" r:id="rId9"/>
    <p:sldLayoutId id="2147483701" r:id="rId10"/>
    <p:sldLayoutId id="2147483702" r:id="rId11"/>
    <p:sldLayoutId id="2147483703" r:id="rId12"/>
    <p:sldLayoutId id="2147483704" r:id="rId13"/>
    <p:sldLayoutId id="2147483705" r:id="rId14"/>
    <p:sldLayoutId id="2147483721" r:id="rId15"/>
    <p:sldLayoutId id="2147483722" r:id="rId16"/>
    <p:sldLayoutId id="2147483723" r:id="rId17"/>
    <p:sldLayoutId id="2147483724" r:id="rId18"/>
    <p:sldLayoutId id="2147483706" r:id="rId19"/>
    <p:sldLayoutId id="2147483707" r:id="rId20"/>
    <p:sldLayoutId id="2147483708" r:id="rId21"/>
    <p:sldLayoutId id="2147483709" r:id="rId22"/>
    <p:sldLayoutId id="2147483712" r:id="rId23"/>
    <p:sldLayoutId id="2147483714" r:id="rId24"/>
    <p:sldLayoutId id="2147483715" r:id="rId25"/>
    <p:sldLayoutId id="2147483716" r:id="rId26"/>
    <p:sldLayoutId id="2147483717" r:id="rId27"/>
    <p:sldLayoutId id="2147483718" r:id="rId28"/>
    <p:sldLayoutId id="2147483719" r:id="rId29"/>
    <p:sldLayoutId id="2147483720" r:id="rId30"/>
    <p:sldLayoutId id="2147483710" r:id="rId31"/>
    <p:sldLayoutId id="2147483711" r:id="rId32"/>
  </p:sldLayoutIdLst>
  <p:hf hdr="0" ftr="0" dt="0"/>
  <p:txStyles>
    <p:titleStyle>
      <a:lvl1pPr algn="l" defTabSz="914400" rtl="0" eaLnBrk="1" latinLnBrk="0" hangingPunct="1">
        <a:lnSpc>
          <a:spcPct val="90000"/>
        </a:lnSpc>
        <a:spcBef>
          <a:spcPct val="0"/>
        </a:spcBef>
        <a:buNone/>
        <a:defRPr sz="3200" b="1" kern="1200" cap="none" baseline="0">
          <a:solidFill>
            <a:srgbClr val="606060"/>
          </a:solidFill>
          <a:latin typeface="Myriad Pro" panose="020B0503030403020204" pitchFamily="34" charset="0"/>
          <a:ea typeface="+mj-ea"/>
          <a:cs typeface="+mj-cs"/>
        </a:defRPr>
      </a:lvl1pPr>
    </p:titleStyle>
    <p:bodyStyle>
      <a:lvl1pPr marL="0" indent="0" algn="l" defTabSz="914400" rtl="0" eaLnBrk="1" latinLnBrk="0" hangingPunct="1">
        <a:lnSpc>
          <a:spcPct val="120000"/>
        </a:lnSpc>
        <a:spcBef>
          <a:spcPts val="1000"/>
        </a:spcBef>
        <a:buSzPct val="125000"/>
        <a:buFont typeface="Arial" panose="020B0604020202020204" pitchFamily="34" charset="0"/>
        <a:buNone/>
        <a:defRPr sz="2000" kern="1200">
          <a:solidFill>
            <a:schemeClr val="tx1"/>
          </a:solidFill>
          <a:latin typeface="Myriad Pro" panose="020B0503030403020204" pitchFamily="34" charset="0"/>
          <a:ea typeface="+mn-ea"/>
          <a:cs typeface="+mn-cs"/>
        </a:defRPr>
      </a:lvl1pPr>
      <a:lvl2pPr marL="457200" indent="0" algn="l" defTabSz="914400" rtl="0" eaLnBrk="1" latinLnBrk="0" hangingPunct="1">
        <a:lnSpc>
          <a:spcPct val="120000"/>
        </a:lnSpc>
        <a:spcBef>
          <a:spcPts val="500"/>
        </a:spcBef>
        <a:buSzPct val="125000"/>
        <a:buFont typeface="Arial" panose="020B0604020202020204" pitchFamily="34" charset="0"/>
        <a:buNone/>
        <a:defRPr sz="1800" kern="1200">
          <a:solidFill>
            <a:schemeClr val="tx1"/>
          </a:solidFill>
          <a:latin typeface="Myriad Pro" panose="020B0503030403020204" pitchFamily="34" charset="0"/>
          <a:ea typeface="+mn-ea"/>
          <a:cs typeface="+mn-cs"/>
        </a:defRPr>
      </a:lvl2pPr>
      <a:lvl3pPr marL="914400" indent="0" algn="l"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yriad Pro" panose="020B0503030403020204" pitchFamily="34" charset="0"/>
          <a:ea typeface="+mn-ea"/>
          <a:cs typeface="+mn-cs"/>
        </a:defRPr>
      </a:lvl3pPr>
      <a:lvl4pPr marL="1371600" indent="0" algn="l" defTabSz="914400" rtl="0" eaLnBrk="1" latinLnBrk="0" hangingPunct="1">
        <a:lnSpc>
          <a:spcPct val="120000"/>
        </a:lnSpc>
        <a:spcBef>
          <a:spcPts val="500"/>
        </a:spcBef>
        <a:buSzPct val="125000"/>
        <a:buFont typeface="Arial" panose="020B0604020202020204" pitchFamily="34" charset="0"/>
        <a:buNone/>
        <a:defRPr sz="1400" kern="1200">
          <a:solidFill>
            <a:schemeClr val="tx1"/>
          </a:solidFill>
          <a:latin typeface="Myriad Pro" panose="020B0503030403020204" pitchFamily="34" charset="0"/>
          <a:ea typeface="+mn-ea"/>
          <a:cs typeface="+mn-cs"/>
        </a:defRPr>
      </a:lvl4pPr>
      <a:lvl5pPr marL="1828800" indent="0" algn="l" defTabSz="914400" rtl="0" eaLnBrk="1" latinLnBrk="0" hangingPunct="1">
        <a:lnSpc>
          <a:spcPct val="120000"/>
        </a:lnSpc>
        <a:spcBef>
          <a:spcPts val="500"/>
        </a:spcBef>
        <a:buSzPct val="125000"/>
        <a:buFont typeface="Arial" panose="020B0604020202020204" pitchFamily="34" charset="0"/>
        <a:buNone/>
        <a:defRPr sz="1400" kern="1200">
          <a:solidFill>
            <a:schemeClr val="tx1"/>
          </a:solidFill>
          <a:latin typeface="Myriad Pro" panose="020B0503030403020204" pitchFamily="34" charset="0"/>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image" Target="../media/image40.emf"/><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image" Target="../media/image42.emf"/><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2" Type="http://schemas.openxmlformats.org/officeDocument/2006/relationships/image" Target="../media/image43.emf"/><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image" Target="../media/image44.emf"/><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image" Target="../media/image45.emf"/><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2" Type="http://schemas.openxmlformats.org/officeDocument/2006/relationships/image" Target="../media/image46.emf"/><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3" Type="http://schemas.openxmlformats.org/officeDocument/2006/relationships/image" Target="../media/image48.emf"/><Relationship Id="rId2" Type="http://schemas.openxmlformats.org/officeDocument/2006/relationships/image" Target="../media/image47.em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Chapter 2</a:t>
            </a:r>
            <a:br>
              <a:rPr lang="en-US" dirty="0"/>
            </a:br>
            <a:r>
              <a:rPr lang="en-US" dirty="0"/>
              <a:t>Program Testing and Debugging (II)</a:t>
            </a:r>
          </a:p>
        </p:txBody>
      </p:sp>
    </p:spTree>
    <p:extLst>
      <p:ext uri="{BB962C8B-B14F-4D97-AF65-F5344CB8AC3E}">
        <p14:creationId xmlns:p14="http://schemas.microsoft.com/office/powerpoint/2010/main" val="35471124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6D22F896-40B5-4ADD-8801-0D06FADFA095}" type="slidenum">
              <a:rPr lang="en-US" smtClean="0"/>
              <a:pPr/>
              <a:t>2</a:t>
            </a:fld>
            <a:endParaRPr lang="en-US" dirty="0"/>
          </a:p>
        </p:txBody>
      </p:sp>
      <p:sp>
        <p:nvSpPr>
          <p:cNvPr id="7" name="Text Placeholder 6"/>
          <p:cNvSpPr>
            <a:spLocks noGrp="1"/>
          </p:cNvSpPr>
          <p:nvPr>
            <p:ph type="body" sz="quarter" idx="13"/>
          </p:nvPr>
        </p:nvSpPr>
        <p:spPr/>
        <p:txBody>
          <a:bodyPr/>
          <a:lstStyle/>
          <a:p>
            <a:r>
              <a:rPr lang="en-US" dirty="0"/>
              <a:t>2.1</a:t>
            </a:r>
          </a:p>
        </p:txBody>
      </p:sp>
      <p:sp>
        <p:nvSpPr>
          <p:cNvPr id="8" name="Content Placeholder 7"/>
          <p:cNvSpPr>
            <a:spLocks noGrp="1"/>
          </p:cNvSpPr>
          <p:nvPr>
            <p:ph idx="1"/>
          </p:nvPr>
        </p:nvSpPr>
        <p:spPr/>
        <p:txBody>
          <a:bodyPr/>
          <a:lstStyle/>
          <a:p>
            <a:r>
              <a:rPr lang="en-US" dirty="0"/>
              <a:t>Try Lab 2.1 on P. 54 of the textbook.</a:t>
            </a:r>
          </a:p>
          <a:p>
            <a:r>
              <a:rPr lang="en-US" dirty="0">
                <a:solidFill>
                  <a:srgbClr val="FF0000"/>
                </a:solidFill>
                <a:latin typeface="MyriadPro-Regular" panose="020B0503030403020204" pitchFamily="34" charset="0"/>
              </a:rPr>
              <a:t>1.7976931348623157e+308</a:t>
            </a:r>
            <a:endParaRPr lang="en-US" dirty="0"/>
          </a:p>
          <a:p>
            <a:r>
              <a:rPr lang="en-US" dirty="0">
                <a:solidFill>
                  <a:srgbClr val="FF0000"/>
                </a:solidFill>
                <a:latin typeface="MyriadPro-Regular" panose="020B0503030403020204" pitchFamily="34" charset="0"/>
              </a:rPr>
              <a:t>2.2250738585072014e-308</a:t>
            </a:r>
            <a:endParaRPr lang="en-US" dirty="0"/>
          </a:p>
          <a:p>
            <a:r>
              <a:rPr lang="en-US" dirty="0">
                <a:solidFill>
                  <a:srgbClr val="FF0000"/>
                </a:solidFill>
                <a:latin typeface="MinionPro-Regular" panose="02040503050306020203" pitchFamily="18" charset="0"/>
              </a:rPr>
              <a:t>The calculation result exceeds the maximum value that can be stored in the float data type.</a:t>
            </a:r>
            <a:endParaRPr lang="en-US" dirty="0"/>
          </a:p>
        </p:txBody>
      </p:sp>
    </p:spTree>
    <p:extLst>
      <p:ext uri="{BB962C8B-B14F-4D97-AF65-F5344CB8AC3E}">
        <p14:creationId xmlns:p14="http://schemas.microsoft.com/office/powerpoint/2010/main" val="3830375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 calcmode="lin" valueType="num">
                                      <p:cBhvr additive="base">
                                        <p:cTn id="7"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anim calcmode="lin" valueType="num">
                                      <p:cBhvr additive="base">
                                        <p:cTn id="13"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anim calcmode="lin" valueType="num">
                                      <p:cBhvr additive="base">
                                        <p:cTn id="19"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Types of Program Errors</a:t>
            </a:r>
          </a:p>
        </p:txBody>
      </p:sp>
      <p:sp>
        <p:nvSpPr>
          <p:cNvPr id="4" name="Text Placeholder 3"/>
          <p:cNvSpPr>
            <a:spLocks noGrp="1"/>
          </p:cNvSpPr>
          <p:nvPr>
            <p:ph type="body" sz="quarter" idx="14"/>
          </p:nvPr>
        </p:nvSpPr>
        <p:spPr/>
        <p:txBody>
          <a:bodyPr/>
          <a:lstStyle/>
          <a:p>
            <a:r>
              <a:rPr lang="en-US" dirty="0"/>
              <a:t>2.1</a:t>
            </a:r>
          </a:p>
        </p:txBody>
      </p:sp>
      <p:sp>
        <p:nvSpPr>
          <p:cNvPr id="5" name="Content Placeholder 4"/>
          <p:cNvSpPr>
            <a:spLocks noGrp="1"/>
          </p:cNvSpPr>
          <p:nvPr>
            <p:ph sz="quarter" idx="15"/>
          </p:nvPr>
        </p:nvSpPr>
        <p:spPr>
          <a:xfrm>
            <a:off x="838800" y="2187146"/>
            <a:ext cx="10515600" cy="4102054"/>
          </a:xfrm>
        </p:spPr>
        <p:txBody>
          <a:bodyPr/>
          <a:lstStyle/>
          <a:p>
            <a:pPr marL="342900" indent="-342900">
              <a:buFont typeface="Arial" panose="020B0604020202020204" pitchFamily="34" charset="0"/>
              <a:buChar char="•"/>
            </a:pPr>
            <a:r>
              <a:rPr lang="en-US" dirty="0"/>
              <a:t>Overflow errors occur when a number exceeds the range of values storable in a variable's data type.</a:t>
            </a:r>
          </a:p>
          <a:p>
            <a:pPr marL="342900" indent="-342900">
              <a:buFont typeface="Arial" panose="020B0604020202020204" pitchFamily="34" charset="0"/>
              <a:buChar char="•"/>
            </a:pPr>
            <a:r>
              <a:rPr lang="en-US" dirty="0"/>
              <a:t>Underflow errors happen when a number is lower than the storable range in a variable's data type.</a:t>
            </a:r>
          </a:p>
          <a:p>
            <a:pPr marL="342900" indent="-342900">
              <a:buFont typeface="Arial" panose="020B0604020202020204" pitchFamily="34" charset="0"/>
              <a:buChar char="•"/>
            </a:pPr>
            <a:r>
              <a:rPr lang="en-US" dirty="0"/>
              <a:t>Examples of overflow errors include accessing an item outside an array's index range or obtaining a result outside the range after a calculation.</a:t>
            </a:r>
          </a:p>
        </p:txBody>
      </p:sp>
      <p:pic>
        <p:nvPicPr>
          <p:cNvPr id="6" name="Picture 5"/>
          <p:cNvPicPr>
            <a:picLocks noChangeAspect="1"/>
          </p:cNvPicPr>
          <p:nvPr/>
        </p:nvPicPr>
        <p:blipFill>
          <a:blip r:embed="rId2"/>
          <a:stretch>
            <a:fillRect/>
          </a:stretch>
        </p:blipFill>
        <p:spPr>
          <a:xfrm>
            <a:off x="838800" y="1613679"/>
            <a:ext cx="2450550" cy="434133"/>
          </a:xfrm>
          <a:prstGeom prst="rect">
            <a:avLst/>
          </a:prstGeom>
        </p:spPr>
      </p:pic>
    </p:spTree>
    <p:extLst>
      <p:ext uri="{BB962C8B-B14F-4D97-AF65-F5344CB8AC3E}">
        <p14:creationId xmlns:p14="http://schemas.microsoft.com/office/powerpoint/2010/main" val="11059910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Numerical errors</a:t>
            </a:r>
          </a:p>
        </p:txBody>
      </p:sp>
      <p:sp>
        <p:nvSpPr>
          <p:cNvPr id="3" name="Slide Number Placeholder 2"/>
          <p:cNvSpPr>
            <a:spLocks noGrp="1"/>
          </p:cNvSpPr>
          <p:nvPr>
            <p:ph type="sldNum" sz="quarter" idx="12"/>
          </p:nvPr>
        </p:nvSpPr>
        <p:spPr/>
        <p:txBody>
          <a:bodyPr/>
          <a:lstStyle/>
          <a:p>
            <a:fld id="{6D22F896-40B5-4ADD-8801-0D06FADFA095}" type="slidenum">
              <a:rPr lang="en-US" smtClean="0"/>
              <a:pPr/>
              <a:t>4</a:t>
            </a:fld>
            <a:endParaRPr lang="en-US" dirty="0"/>
          </a:p>
        </p:txBody>
      </p:sp>
      <p:sp>
        <p:nvSpPr>
          <p:cNvPr id="4" name="Text Placeholder 3"/>
          <p:cNvSpPr>
            <a:spLocks noGrp="1"/>
          </p:cNvSpPr>
          <p:nvPr>
            <p:ph type="body" sz="quarter" idx="14"/>
          </p:nvPr>
        </p:nvSpPr>
        <p:spPr/>
        <p:txBody>
          <a:bodyPr/>
          <a:lstStyle/>
          <a:p>
            <a:r>
              <a:rPr lang="en-US" dirty="0"/>
              <a:t>B</a:t>
            </a:r>
          </a:p>
        </p:txBody>
      </p:sp>
      <p:sp>
        <p:nvSpPr>
          <p:cNvPr id="5" name="Content Placeholder 4"/>
          <p:cNvSpPr>
            <a:spLocks noGrp="1"/>
          </p:cNvSpPr>
          <p:nvPr>
            <p:ph sz="quarter" idx="15"/>
          </p:nvPr>
        </p:nvSpPr>
        <p:spPr/>
        <p:txBody>
          <a:bodyPr/>
          <a:lstStyle/>
          <a:p>
            <a:r>
              <a:rPr lang="en-US" sz="2800" b="1" dirty="0">
                <a:solidFill>
                  <a:srgbClr val="0545DA"/>
                </a:solidFill>
                <a:latin typeface="MyriadPro-Bold" panose="020B0703030403020204" pitchFamily="34" charset="0"/>
              </a:rPr>
              <a:t>Truncation errors</a:t>
            </a:r>
          </a:p>
          <a:p>
            <a:r>
              <a:rPr lang="en-US" dirty="0">
                <a:solidFill>
                  <a:srgbClr val="000000"/>
                </a:solidFill>
                <a:latin typeface="MinionPro-Regular" panose="02040503050306020203" pitchFamily="18" charset="0"/>
              </a:rPr>
              <a:t>When there is insufficient memory space for storing a number, we need to shorten the number, and one way to do so is to truncate the extra digits. </a:t>
            </a:r>
            <a:r>
              <a:rPr lang="en-US" dirty="0">
                <a:solidFill>
                  <a:srgbClr val="3333FF"/>
                </a:solidFill>
                <a:latin typeface="MyriadPro-Semibold" panose="020B0603030403020204" pitchFamily="34" charset="0"/>
              </a:rPr>
              <a:t>Truncation error </a:t>
            </a:r>
            <a:r>
              <a:rPr lang="en-US" dirty="0">
                <a:solidFill>
                  <a:srgbClr val="000000"/>
                </a:solidFill>
                <a:latin typeface="MinionPro-Regular" panose="02040503050306020203" pitchFamily="18" charset="0"/>
              </a:rPr>
              <a:t>refers to the difference between the true value and the actual value stored:</a:t>
            </a:r>
          </a:p>
          <a:p>
            <a:pPr algn="ctr"/>
            <a:r>
              <a:rPr lang="en-US" i="1" dirty="0">
                <a:solidFill>
                  <a:srgbClr val="000000"/>
                </a:solidFill>
                <a:latin typeface="MinionPro-It" panose="02040503050306090203" pitchFamily="18" charset="0"/>
              </a:rPr>
              <a:t>Truncation error </a:t>
            </a:r>
            <a:r>
              <a:rPr lang="en-US" dirty="0">
                <a:solidFill>
                  <a:srgbClr val="000000"/>
                </a:solidFill>
                <a:latin typeface="MinionPro-Regular" panose="02040503050306020203" pitchFamily="18" charset="0"/>
              </a:rPr>
              <a:t>= | </a:t>
            </a:r>
            <a:r>
              <a:rPr lang="en-US" i="1" dirty="0">
                <a:solidFill>
                  <a:srgbClr val="000000"/>
                </a:solidFill>
                <a:latin typeface="MinionPro-It" panose="02040503050306090203" pitchFamily="18" charset="0"/>
              </a:rPr>
              <a:t>True value </a:t>
            </a:r>
            <a:r>
              <a:rPr lang="en-US" dirty="0">
                <a:solidFill>
                  <a:srgbClr val="000000"/>
                </a:solidFill>
                <a:latin typeface="MinionPro-Regular" panose="02040503050306020203" pitchFamily="18" charset="0"/>
              </a:rPr>
              <a:t>− </a:t>
            </a:r>
            <a:r>
              <a:rPr lang="en-US" i="1" dirty="0">
                <a:solidFill>
                  <a:srgbClr val="000000"/>
                </a:solidFill>
                <a:latin typeface="MinionPro-It" panose="02040503050306090203" pitchFamily="18" charset="0"/>
              </a:rPr>
              <a:t>Actual value stored </a:t>
            </a:r>
            <a:r>
              <a:rPr lang="en-US" dirty="0">
                <a:solidFill>
                  <a:srgbClr val="000000"/>
                </a:solidFill>
                <a:latin typeface="MinionPro-Regular" panose="02040503050306020203" pitchFamily="18" charset="0"/>
              </a:rPr>
              <a:t>|</a:t>
            </a:r>
          </a:p>
          <a:p>
            <a:r>
              <a:rPr lang="en-US" dirty="0">
                <a:solidFill>
                  <a:srgbClr val="000000"/>
                </a:solidFill>
                <a:latin typeface="MinionPro-Regular" panose="02040503050306020203" pitchFamily="18" charset="0"/>
              </a:rPr>
              <a:t>For example, if we want to save the value of π in a variable that can store three decimal places only, the actual value stored will be 3.141, and the truncation error will be 0.000592653589... .</a:t>
            </a:r>
            <a:endParaRPr lang="en-US" dirty="0"/>
          </a:p>
        </p:txBody>
      </p:sp>
      <p:pic>
        <p:nvPicPr>
          <p:cNvPr id="6" name="Picture 5"/>
          <p:cNvPicPr>
            <a:picLocks noChangeAspect="1"/>
          </p:cNvPicPr>
          <p:nvPr/>
        </p:nvPicPr>
        <p:blipFill>
          <a:blip r:embed="rId2"/>
          <a:stretch>
            <a:fillRect/>
          </a:stretch>
        </p:blipFill>
        <p:spPr>
          <a:xfrm>
            <a:off x="4555125" y="4795808"/>
            <a:ext cx="3082950" cy="1697067"/>
          </a:xfrm>
          <a:prstGeom prst="rect">
            <a:avLst/>
          </a:prstGeom>
        </p:spPr>
      </p:pic>
    </p:spTree>
    <p:extLst>
      <p:ext uri="{BB962C8B-B14F-4D97-AF65-F5344CB8AC3E}">
        <p14:creationId xmlns:p14="http://schemas.microsoft.com/office/powerpoint/2010/main" val="37247112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sz="quarter" idx="15"/>
          </p:nvPr>
        </p:nvSpPr>
        <p:spPr/>
        <p:txBody>
          <a:bodyPr/>
          <a:lstStyle/>
          <a:p>
            <a:r>
              <a:rPr lang="en-US" dirty="0"/>
              <a:t>In Python, we can use the </a:t>
            </a:r>
            <a:r>
              <a:rPr lang="en-US" dirty="0" err="1">
                <a:latin typeface="Courier New" panose="02070309020205020404" pitchFamily="49" charset="0"/>
                <a:cs typeface="Courier New" panose="02070309020205020404" pitchFamily="49" charset="0"/>
              </a:rPr>
              <a:t>trunc</a:t>
            </a:r>
            <a:r>
              <a:rPr lang="en-US" dirty="0">
                <a:latin typeface="Courier New" panose="02070309020205020404" pitchFamily="49" charset="0"/>
                <a:cs typeface="Courier New" panose="02070309020205020404" pitchFamily="49" charset="0"/>
              </a:rPr>
              <a:t>()</a:t>
            </a:r>
            <a:r>
              <a:rPr lang="en-US" dirty="0"/>
              <a:t> function in the math library to truncate the decimal places.</a:t>
            </a:r>
          </a:p>
          <a:p>
            <a:endParaRPr lang="en-US" dirty="0"/>
          </a:p>
        </p:txBody>
      </p:sp>
      <p:sp>
        <p:nvSpPr>
          <p:cNvPr id="2" name="Title 1"/>
          <p:cNvSpPr>
            <a:spLocks noGrp="1"/>
          </p:cNvSpPr>
          <p:nvPr>
            <p:ph type="title"/>
          </p:nvPr>
        </p:nvSpPr>
        <p:spPr/>
        <p:txBody>
          <a:bodyPr/>
          <a:lstStyle/>
          <a:p>
            <a:r>
              <a:rPr lang="en-US" dirty="0"/>
              <a:t>Numerical errors</a:t>
            </a:r>
          </a:p>
        </p:txBody>
      </p:sp>
      <p:sp>
        <p:nvSpPr>
          <p:cNvPr id="3" name="Slide Number Placeholder 2"/>
          <p:cNvSpPr>
            <a:spLocks noGrp="1"/>
          </p:cNvSpPr>
          <p:nvPr>
            <p:ph type="sldNum" sz="quarter" idx="12"/>
          </p:nvPr>
        </p:nvSpPr>
        <p:spPr/>
        <p:txBody>
          <a:bodyPr/>
          <a:lstStyle/>
          <a:p>
            <a:fld id="{6D22F896-40B5-4ADD-8801-0D06FADFA095}" type="slidenum">
              <a:rPr lang="en-US" smtClean="0"/>
              <a:pPr/>
              <a:t>5</a:t>
            </a:fld>
            <a:endParaRPr lang="en-US" dirty="0"/>
          </a:p>
        </p:txBody>
      </p:sp>
      <p:sp>
        <p:nvSpPr>
          <p:cNvPr id="4" name="Text Placeholder 3"/>
          <p:cNvSpPr>
            <a:spLocks noGrp="1"/>
          </p:cNvSpPr>
          <p:nvPr>
            <p:ph type="body" sz="quarter" idx="14"/>
          </p:nvPr>
        </p:nvSpPr>
        <p:spPr/>
        <p:txBody>
          <a:bodyPr/>
          <a:lstStyle/>
          <a:p>
            <a:r>
              <a:rPr lang="en-US" dirty="0"/>
              <a:t>B</a:t>
            </a:r>
          </a:p>
        </p:txBody>
      </p:sp>
      <p:pic>
        <p:nvPicPr>
          <p:cNvPr id="5" name="Picture 4">
            <a:extLst>
              <a:ext uri="{FF2B5EF4-FFF2-40B4-BE49-F238E27FC236}">
                <a16:creationId xmlns:a16="http://schemas.microsoft.com/office/drawing/2014/main" id="{3E664B8B-B882-7C1F-74A2-3281EB11818B}"/>
              </a:ext>
            </a:extLst>
          </p:cNvPr>
          <p:cNvPicPr>
            <a:picLocks noChangeAspect="1"/>
          </p:cNvPicPr>
          <p:nvPr/>
        </p:nvPicPr>
        <p:blipFill>
          <a:blip r:embed="rId2"/>
          <a:stretch>
            <a:fillRect/>
          </a:stretch>
        </p:blipFill>
        <p:spPr>
          <a:xfrm>
            <a:off x="2858192" y="2225232"/>
            <a:ext cx="5595997" cy="1707364"/>
          </a:xfrm>
          <a:prstGeom prst="rect">
            <a:avLst/>
          </a:prstGeom>
        </p:spPr>
      </p:pic>
    </p:spTree>
    <p:extLst>
      <p:ext uri="{BB962C8B-B14F-4D97-AF65-F5344CB8AC3E}">
        <p14:creationId xmlns:p14="http://schemas.microsoft.com/office/powerpoint/2010/main" val="8244578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Numerical errors</a:t>
            </a:r>
            <a:endParaRPr lang="en-US" b="0"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6</a:t>
            </a:fld>
            <a:endParaRPr lang="en-US" dirty="0"/>
          </a:p>
        </p:txBody>
      </p:sp>
      <p:sp>
        <p:nvSpPr>
          <p:cNvPr id="4" name="Text Placeholder 3"/>
          <p:cNvSpPr>
            <a:spLocks noGrp="1"/>
          </p:cNvSpPr>
          <p:nvPr>
            <p:ph type="body" sz="quarter" idx="14"/>
          </p:nvPr>
        </p:nvSpPr>
        <p:spPr/>
        <p:txBody>
          <a:bodyPr/>
          <a:lstStyle/>
          <a:p>
            <a:r>
              <a:rPr lang="en-US" dirty="0"/>
              <a:t>B</a:t>
            </a:r>
          </a:p>
        </p:txBody>
      </p:sp>
      <p:sp>
        <p:nvSpPr>
          <p:cNvPr id="5" name="Content Placeholder 4"/>
          <p:cNvSpPr>
            <a:spLocks noGrp="1"/>
          </p:cNvSpPr>
          <p:nvPr>
            <p:ph sz="quarter" idx="15"/>
          </p:nvPr>
        </p:nvSpPr>
        <p:spPr/>
        <p:txBody>
          <a:bodyPr>
            <a:normAutofit fontScale="92500" lnSpcReduction="10000"/>
          </a:bodyPr>
          <a:lstStyle/>
          <a:p>
            <a:r>
              <a:rPr lang="en-US" sz="2800" b="1" dirty="0">
                <a:solidFill>
                  <a:srgbClr val="0545DA"/>
                </a:solidFill>
                <a:latin typeface="MyriadPro-Bold" panose="020B0703030403020204" pitchFamily="34" charset="0"/>
              </a:rPr>
              <a:t>Rounding errors</a:t>
            </a:r>
          </a:p>
          <a:p>
            <a:r>
              <a:rPr lang="en-US" dirty="0">
                <a:solidFill>
                  <a:srgbClr val="000000"/>
                </a:solidFill>
                <a:latin typeface="MinionPro-Regular" panose="02040503050306020203" pitchFamily="18" charset="0"/>
              </a:rPr>
              <a:t>Apart from directly truncating numbers, we may choose the alternative way of rounding the values, which includes </a:t>
            </a:r>
            <a:r>
              <a:rPr lang="en-US" dirty="0">
                <a:solidFill>
                  <a:srgbClr val="3333FF"/>
                </a:solidFill>
                <a:latin typeface="MyriadPro-Semibold" panose="020B0603030403020204" pitchFamily="34" charset="0"/>
              </a:rPr>
              <a:t>round off</a:t>
            </a:r>
            <a:r>
              <a:rPr lang="en-US" dirty="0">
                <a:solidFill>
                  <a:srgbClr val="000000"/>
                </a:solidFill>
                <a:latin typeface="MinionPro-Regular" panose="02040503050306020203" pitchFamily="18" charset="0"/>
              </a:rPr>
              <a:t>, </a:t>
            </a:r>
            <a:r>
              <a:rPr lang="en-US" dirty="0">
                <a:solidFill>
                  <a:srgbClr val="3333FF"/>
                </a:solidFill>
                <a:latin typeface="MyriadPro-Semibold" panose="020B0603030403020204" pitchFamily="34" charset="0"/>
              </a:rPr>
              <a:t>round up </a:t>
            </a:r>
            <a:r>
              <a:rPr lang="en-US" dirty="0">
                <a:solidFill>
                  <a:srgbClr val="000000"/>
                </a:solidFill>
                <a:latin typeface="MinionPro-Regular" panose="02040503050306020203" pitchFamily="18" charset="0"/>
              </a:rPr>
              <a:t>and </a:t>
            </a:r>
            <a:r>
              <a:rPr lang="en-US" dirty="0">
                <a:solidFill>
                  <a:srgbClr val="3333FF"/>
                </a:solidFill>
                <a:latin typeface="MyriadPro-Semibold" panose="020B0603030403020204" pitchFamily="34" charset="0"/>
              </a:rPr>
              <a:t>round down</a:t>
            </a:r>
            <a:r>
              <a:rPr lang="en-US" dirty="0">
                <a:solidFill>
                  <a:srgbClr val="000000"/>
                </a:solidFill>
                <a:latin typeface="MinionPro-Regular" panose="02040503050306020203" pitchFamily="18" charset="0"/>
              </a:rPr>
              <a:t>.</a:t>
            </a:r>
          </a:p>
          <a:p>
            <a:endParaRPr lang="en-US" dirty="0">
              <a:solidFill>
                <a:srgbClr val="000000"/>
              </a:solidFill>
              <a:latin typeface="MinionPro-Regular" panose="02040503050306020203" pitchFamily="18" charset="0"/>
            </a:endParaRPr>
          </a:p>
          <a:p>
            <a:r>
              <a:rPr lang="en-US" dirty="0">
                <a:latin typeface="MinionPro-Regular" panose="02040503050306020203" pitchFamily="18" charset="0"/>
              </a:rPr>
              <a:t>In Python, we can use the </a:t>
            </a:r>
            <a:r>
              <a:rPr lang="en-US" sz="1400" dirty="0">
                <a:latin typeface="CourierNewPSMT"/>
              </a:rPr>
              <a:t>round() </a:t>
            </a:r>
            <a:r>
              <a:rPr lang="en-US" dirty="0">
                <a:latin typeface="MinionPro-Regular" panose="02040503050306020203" pitchFamily="18" charset="0"/>
              </a:rPr>
              <a:t>function to round off a number to a certain decimal place.</a:t>
            </a:r>
          </a:p>
          <a:p>
            <a:endParaRPr lang="en-US" dirty="0">
              <a:latin typeface="MinionPro-Regular" panose="02040503050306020203" pitchFamily="18" charset="0"/>
            </a:endParaRPr>
          </a:p>
          <a:p>
            <a:r>
              <a:rPr lang="en-US" dirty="0"/>
              <a:t>Rounding up a number to a certain digit means raising the number to the nearest value at the specified digit.</a:t>
            </a:r>
          </a:p>
          <a:p>
            <a:endParaRPr lang="en-US" dirty="0"/>
          </a:p>
          <a:p>
            <a:r>
              <a:rPr lang="en-US" dirty="0"/>
              <a:t>Rounding down a number to a certain digit means lowering the number to the nearest value at the specified digit.</a:t>
            </a:r>
          </a:p>
        </p:txBody>
      </p:sp>
      <p:pic>
        <p:nvPicPr>
          <p:cNvPr id="6" name="Picture 5"/>
          <p:cNvPicPr>
            <a:picLocks noChangeAspect="1"/>
          </p:cNvPicPr>
          <p:nvPr/>
        </p:nvPicPr>
        <p:blipFill rotWithShape="1">
          <a:blip r:embed="rId2"/>
          <a:srcRect r="71852" b="89562"/>
          <a:stretch/>
        </p:blipFill>
        <p:spPr>
          <a:xfrm>
            <a:off x="777485" y="3020695"/>
            <a:ext cx="1834558" cy="397009"/>
          </a:xfrm>
          <a:prstGeom prst="rect">
            <a:avLst/>
          </a:prstGeom>
        </p:spPr>
      </p:pic>
      <p:pic>
        <p:nvPicPr>
          <p:cNvPr id="7" name="Picture 6"/>
          <p:cNvPicPr>
            <a:picLocks noChangeAspect="1"/>
          </p:cNvPicPr>
          <p:nvPr/>
        </p:nvPicPr>
        <p:blipFill rotWithShape="1">
          <a:blip r:embed="rId3"/>
          <a:srcRect l="1931" t="34648" r="72764" b="55620"/>
          <a:stretch/>
        </p:blipFill>
        <p:spPr>
          <a:xfrm>
            <a:off x="870884" y="5038072"/>
            <a:ext cx="1725117" cy="414028"/>
          </a:xfrm>
          <a:prstGeom prst="rect">
            <a:avLst/>
          </a:prstGeom>
        </p:spPr>
      </p:pic>
      <p:pic>
        <p:nvPicPr>
          <p:cNvPr id="8" name="Picture 7"/>
          <p:cNvPicPr>
            <a:picLocks noChangeAspect="1"/>
          </p:cNvPicPr>
          <p:nvPr/>
        </p:nvPicPr>
        <p:blipFill rotWithShape="1">
          <a:blip r:embed="rId3"/>
          <a:srcRect l="2639" t="751" r="75092" b="90167"/>
          <a:stretch/>
        </p:blipFill>
        <p:spPr>
          <a:xfrm>
            <a:off x="926264" y="3891591"/>
            <a:ext cx="1518103" cy="386426"/>
          </a:xfrm>
          <a:prstGeom prst="rect">
            <a:avLst/>
          </a:prstGeom>
        </p:spPr>
      </p:pic>
    </p:spTree>
    <p:extLst>
      <p:ext uri="{BB962C8B-B14F-4D97-AF65-F5344CB8AC3E}">
        <p14:creationId xmlns:p14="http://schemas.microsoft.com/office/powerpoint/2010/main" val="29319956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Numerical errors</a:t>
            </a:r>
            <a:endParaRPr lang="en-US" b="0"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7</a:t>
            </a:fld>
            <a:endParaRPr lang="en-US" dirty="0"/>
          </a:p>
        </p:txBody>
      </p:sp>
      <p:sp>
        <p:nvSpPr>
          <p:cNvPr id="4" name="Text Placeholder 3"/>
          <p:cNvSpPr>
            <a:spLocks noGrp="1"/>
          </p:cNvSpPr>
          <p:nvPr>
            <p:ph type="body" sz="quarter" idx="14"/>
          </p:nvPr>
        </p:nvSpPr>
        <p:spPr/>
        <p:txBody>
          <a:bodyPr/>
          <a:lstStyle/>
          <a:p>
            <a:r>
              <a:rPr lang="en-US" dirty="0"/>
              <a:t>B</a:t>
            </a:r>
          </a:p>
        </p:txBody>
      </p:sp>
      <p:sp>
        <p:nvSpPr>
          <p:cNvPr id="7" name="Content Placeholder 6"/>
          <p:cNvSpPr>
            <a:spLocks noGrp="1"/>
          </p:cNvSpPr>
          <p:nvPr>
            <p:ph sz="quarter" idx="15"/>
          </p:nvPr>
        </p:nvSpPr>
        <p:spPr/>
        <p:txBody>
          <a:bodyPr>
            <a:normAutofit/>
          </a:bodyPr>
          <a:lstStyle/>
          <a:p>
            <a:r>
              <a:rPr lang="en-US" dirty="0">
                <a:solidFill>
                  <a:srgbClr val="3333FF"/>
                </a:solidFill>
                <a:latin typeface="MyriadPro-Semibold" panose="020B0603030403020204" pitchFamily="34" charset="0"/>
              </a:rPr>
              <a:t>Rounding error </a:t>
            </a:r>
            <a:r>
              <a:rPr lang="en-US" dirty="0">
                <a:solidFill>
                  <a:srgbClr val="000000"/>
                </a:solidFill>
                <a:latin typeface="MinionPro-Regular" panose="02040503050306020203" pitchFamily="18" charset="0"/>
              </a:rPr>
              <a:t>means the difference between the true value and the rounded value:</a:t>
            </a:r>
          </a:p>
          <a:p>
            <a:pPr algn="ctr"/>
            <a:r>
              <a:rPr lang="en-US" i="1" dirty="0">
                <a:solidFill>
                  <a:srgbClr val="000000"/>
                </a:solidFill>
                <a:latin typeface="MinionPro-It" panose="02040503050306090203" pitchFamily="18" charset="0"/>
              </a:rPr>
              <a:t>Rounding error </a:t>
            </a:r>
            <a:r>
              <a:rPr lang="en-US" dirty="0">
                <a:solidFill>
                  <a:srgbClr val="000000"/>
                </a:solidFill>
                <a:latin typeface="MinionPro-Regular" panose="02040503050306020203" pitchFamily="18" charset="0"/>
              </a:rPr>
              <a:t>= |</a:t>
            </a:r>
            <a:r>
              <a:rPr lang="en-US" i="1" dirty="0">
                <a:solidFill>
                  <a:srgbClr val="000000"/>
                </a:solidFill>
                <a:latin typeface="MinionPro-It" panose="02040503050306090203" pitchFamily="18" charset="0"/>
              </a:rPr>
              <a:t>True value </a:t>
            </a:r>
            <a:r>
              <a:rPr lang="en-US" dirty="0">
                <a:solidFill>
                  <a:srgbClr val="000000"/>
                </a:solidFill>
                <a:latin typeface="MinionPro-Regular" panose="02040503050306020203" pitchFamily="18" charset="0"/>
              </a:rPr>
              <a:t>− </a:t>
            </a:r>
            <a:r>
              <a:rPr lang="en-US" i="1" dirty="0">
                <a:solidFill>
                  <a:srgbClr val="000000"/>
                </a:solidFill>
                <a:latin typeface="MinionPro-It" panose="02040503050306090203" pitchFamily="18" charset="0"/>
              </a:rPr>
              <a:t>Rounded value</a:t>
            </a:r>
            <a:r>
              <a:rPr lang="en-US" dirty="0">
                <a:solidFill>
                  <a:srgbClr val="000000"/>
                </a:solidFill>
                <a:latin typeface="MinionPro-Regular" panose="02040503050306020203" pitchFamily="18" charset="0"/>
              </a:rPr>
              <a:t>|</a:t>
            </a:r>
          </a:p>
          <a:p>
            <a:r>
              <a:rPr lang="en-US" dirty="0">
                <a:solidFill>
                  <a:srgbClr val="000000"/>
                </a:solidFill>
                <a:latin typeface="MinionPro-Regular" panose="02040503050306020203" pitchFamily="18" charset="0"/>
              </a:rPr>
              <a:t>For example, if we save the value of </a:t>
            </a:r>
            <a:r>
              <a:rPr lang="en-US" i="1" dirty="0">
                <a:solidFill>
                  <a:srgbClr val="000000"/>
                </a:solidFill>
                <a:latin typeface="MinionPro-It" panose="02040503050306090203" pitchFamily="18" charset="0"/>
              </a:rPr>
              <a:t>e </a:t>
            </a:r>
            <a:r>
              <a:rPr lang="en-US" dirty="0">
                <a:solidFill>
                  <a:srgbClr val="000000"/>
                </a:solidFill>
                <a:latin typeface="MinionPro-Regular" panose="02040503050306020203" pitchFamily="18" charset="0"/>
              </a:rPr>
              <a:t>(2.718281828459045) into a variable that can only stores two decimal places, the results are as follows:</a:t>
            </a:r>
          </a:p>
          <a:p>
            <a:endParaRPr lang="en-US" dirty="0">
              <a:solidFill>
                <a:srgbClr val="000000"/>
              </a:solidFill>
              <a:latin typeface="MinionPro-Regular" panose="02040503050306020203" pitchFamily="18" charset="0"/>
            </a:endParaRPr>
          </a:p>
          <a:p>
            <a:endParaRPr lang="en-US" dirty="0">
              <a:solidFill>
                <a:srgbClr val="000000"/>
              </a:solidFill>
              <a:latin typeface="MinionPro-Regular" panose="02040503050306020203" pitchFamily="18" charset="0"/>
            </a:endParaRPr>
          </a:p>
          <a:p>
            <a:endParaRPr lang="en-US" dirty="0">
              <a:solidFill>
                <a:srgbClr val="000000"/>
              </a:solidFill>
              <a:latin typeface="MinionPro-Regular" panose="02040503050306020203" pitchFamily="18" charset="0"/>
            </a:endParaRPr>
          </a:p>
          <a:p>
            <a:endParaRPr lang="en-US" dirty="0">
              <a:solidFill>
                <a:srgbClr val="000000"/>
              </a:solidFill>
              <a:latin typeface="MinionPro-Regular" panose="02040503050306020203" pitchFamily="18" charset="0"/>
            </a:endParaRPr>
          </a:p>
          <a:p>
            <a:endParaRPr lang="en-US" dirty="0">
              <a:solidFill>
                <a:srgbClr val="000000"/>
              </a:solidFill>
              <a:latin typeface="MinionPro-Regular" panose="02040503050306020203" pitchFamily="18" charset="0"/>
            </a:endParaRPr>
          </a:p>
        </p:txBody>
      </p:sp>
      <p:pic>
        <p:nvPicPr>
          <p:cNvPr id="8" name="Picture 7"/>
          <p:cNvPicPr>
            <a:picLocks noChangeAspect="1"/>
          </p:cNvPicPr>
          <p:nvPr/>
        </p:nvPicPr>
        <p:blipFill>
          <a:blip r:embed="rId2"/>
          <a:stretch>
            <a:fillRect/>
          </a:stretch>
        </p:blipFill>
        <p:spPr>
          <a:xfrm>
            <a:off x="2488034" y="3512635"/>
            <a:ext cx="7217132" cy="1918935"/>
          </a:xfrm>
          <a:prstGeom prst="rect">
            <a:avLst/>
          </a:prstGeom>
        </p:spPr>
      </p:pic>
    </p:spTree>
    <p:extLst>
      <p:ext uri="{BB962C8B-B14F-4D97-AF65-F5344CB8AC3E}">
        <p14:creationId xmlns:p14="http://schemas.microsoft.com/office/powerpoint/2010/main" val="37006905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D22F896-40B5-4ADD-8801-0D06FADFA095}" type="slidenum">
              <a:rPr lang="en-US" smtClean="0"/>
              <a:pPr/>
              <a:t>8</a:t>
            </a:fld>
            <a:endParaRPr lang="en-US" dirty="0"/>
          </a:p>
        </p:txBody>
      </p:sp>
      <p:sp>
        <p:nvSpPr>
          <p:cNvPr id="5" name="Text Placeholder 4"/>
          <p:cNvSpPr>
            <a:spLocks noGrp="1"/>
          </p:cNvSpPr>
          <p:nvPr>
            <p:ph type="body" sz="quarter" idx="13"/>
          </p:nvPr>
        </p:nvSpPr>
        <p:spPr/>
        <p:txBody>
          <a:bodyPr/>
          <a:lstStyle/>
          <a:p>
            <a:r>
              <a:rPr lang="en-US" dirty="0"/>
              <a:t>2.1</a:t>
            </a:r>
          </a:p>
        </p:txBody>
      </p:sp>
      <p:sp>
        <p:nvSpPr>
          <p:cNvPr id="7" name="Content Placeholder 6"/>
          <p:cNvSpPr>
            <a:spLocks noGrp="1"/>
          </p:cNvSpPr>
          <p:nvPr>
            <p:ph idx="1"/>
          </p:nvPr>
        </p:nvSpPr>
        <p:spPr/>
        <p:txBody>
          <a:bodyPr/>
          <a:lstStyle/>
          <a:p>
            <a:r>
              <a:rPr lang="en-US" dirty="0"/>
              <a:t>Try Activity 2.1 on P. 58 of the textbook.</a:t>
            </a:r>
          </a:p>
          <a:p>
            <a:r>
              <a:rPr lang="en-US" dirty="0"/>
              <a:t>1(a) </a:t>
            </a:r>
            <a:r>
              <a:rPr lang="en-US" dirty="0">
                <a:solidFill>
                  <a:srgbClr val="FF0000"/>
                </a:solidFill>
                <a:latin typeface="MyriadPro-Regular" panose="020B0503030403020204" pitchFamily="34" charset="0"/>
              </a:rPr>
              <a:t>3 ; 0.7</a:t>
            </a:r>
          </a:p>
          <a:p>
            <a:r>
              <a:rPr lang="en-US" dirty="0"/>
              <a:t>  (b) </a:t>
            </a:r>
            <a:r>
              <a:rPr lang="en-US" dirty="0">
                <a:solidFill>
                  <a:srgbClr val="FF0000"/>
                </a:solidFill>
                <a:latin typeface="MyriadPro-Regular" panose="020B0503030403020204" pitchFamily="34" charset="0"/>
              </a:rPr>
              <a:t>2 ; 0.3</a:t>
            </a:r>
          </a:p>
          <a:p>
            <a:r>
              <a:rPr lang="en-US" dirty="0"/>
              <a:t>  (c) </a:t>
            </a:r>
            <a:r>
              <a:rPr lang="en-US" dirty="0">
                <a:solidFill>
                  <a:srgbClr val="FF0000"/>
                </a:solidFill>
                <a:latin typeface="MyriadPro-Regular" panose="020B0503030403020204" pitchFamily="34" charset="0"/>
              </a:rPr>
              <a:t>2 ; 0.3</a:t>
            </a:r>
          </a:p>
          <a:p>
            <a:endParaRPr lang="en-US" dirty="0"/>
          </a:p>
          <a:p>
            <a:r>
              <a:rPr lang="en-US" dirty="0"/>
              <a:t>2(a) </a:t>
            </a:r>
            <a:r>
              <a:rPr lang="en-US" dirty="0">
                <a:solidFill>
                  <a:srgbClr val="FF0000"/>
                </a:solidFill>
                <a:latin typeface="MyriadPro-Regular" panose="020B0503030403020204" pitchFamily="34" charset="0"/>
              </a:rPr>
              <a:t>6.207 ; 0.00062</a:t>
            </a:r>
          </a:p>
          <a:p>
            <a:r>
              <a:rPr lang="en-US" dirty="0"/>
              <a:t>  (b) </a:t>
            </a:r>
            <a:r>
              <a:rPr lang="en-US" dirty="0">
                <a:solidFill>
                  <a:srgbClr val="FF0000"/>
                </a:solidFill>
                <a:latin typeface="MyriadPro-Regular" panose="020B0503030403020204" pitchFamily="34" charset="0"/>
              </a:rPr>
              <a:t>6.206 ; 0.00038</a:t>
            </a:r>
          </a:p>
          <a:p>
            <a:r>
              <a:rPr lang="en-US" dirty="0"/>
              <a:t>  (c) </a:t>
            </a:r>
            <a:r>
              <a:rPr lang="en-US" dirty="0">
                <a:solidFill>
                  <a:srgbClr val="FF0000"/>
                </a:solidFill>
                <a:latin typeface="MyriadPro-Regular" panose="020B0503030403020204" pitchFamily="34" charset="0"/>
              </a:rPr>
              <a:t>6.206 ; 0.00038</a:t>
            </a:r>
            <a:endParaRPr lang="en-US" dirty="0"/>
          </a:p>
          <a:p>
            <a:endParaRPr lang="en-US" b="1" dirty="0"/>
          </a:p>
        </p:txBody>
      </p:sp>
    </p:spTree>
    <p:extLst>
      <p:ext uri="{BB962C8B-B14F-4D97-AF65-F5344CB8AC3E}">
        <p14:creationId xmlns:p14="http://schemas.microsoft.com/office/powerpoint/2010/main" val="1669615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 calcmode="lin" valueType="num">
                                      <p:cBhvr additive="base">
                                        <p:cTn id="7"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anim calcmode="lin" valueType="num">
                                      <p:cBhvr additive="base">
                                        <p:cTn id="11"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anim calcmode="lin" valueType="num">
                                      <p:cBhvr additive="base">
                                        <p:cTn id="15"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7">
                                            <p:txEl>
                                              <p:pRg st="5" end="5"/>
                                            </p:txEl>
                                          </p:spTgt>
                                        </p:tgtEl>
                                        <p:attrNameLst>
                                          <p:attrName>style.visibility</p:attrName>
                                        </p:attrNameLst>
                                      </p:cBhvr>
                                      <p:to>
                                        <p:strVal val="visible"/>
                                      </p:to>
                                    </p:set>
                                    <p:anim calcmode="lin" valueType="num">
                                      <p:cBhvr additive="base">
                                        <p:cTn id="21" dur="500" fill="hold"/>
                                        <p:tgtEl>
                                          <p:spTgt spid="7">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7">
                                            <p:txEl>
                                              <p:pRg st="5" end="5"/>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7">
                                            <p:txEl>
                                              <p:pRg st="6" end="6"/>
                                            </p:txEl>
                                          </p:spTgt>
                                        </p:tgtEl>
                                        <p:attrNameLst>
                                          <p:attrName>style.visibility</p:attrName>
                                        </p:attrNameLst>
                                      </p:cBhvr>
                                      <p:to>
                                        <p:strVal val="visible"/>
                                      </p:to>
                                    </p:set>
                                    <p:anim calcmode="lin" valueType="num">
                                      <p:cBhvr additive="base">
                                        <p:cTn id="25"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
                                            <p:txEl>
                                              <p:pRg st="6" end="6"/>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7">
                                            <p:txEl>
                                              <p:pRg st="7" end="7"/>
                                            </p:txEl>
                                          </p:spTgt>
                                        </p:tgtEl>
                                        <p:attrNameLst>
                                          <p:attrName>style.visibility</p:attrName>
                                        </p:attrNameLst>
                                      </p:cBhvr>
                                      <p:to>
                                        <p:strVal val="visible"/>
                                      </p:to>
                                    </p:set>
                                    <p:anim calcmode="lin" valueType="num">
                                      <p:cBhvr additive="base">
                                        <p:cTn id="29" dur="500" fill="hold"/>
                                        <p:tgtEl>
                                          <p:spTgt spid="7">
                                            <p:txEl>
                                              <p:pRg st="7" end="7"/>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7">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D22F896-40B5-4ADD-8801-0D06FADFA095}" type="slidenum">
              <a:rPr lang="en-US" smtClean="0"/>
              <a:pPr/>
              <a:t>9</a:t>
            </a:fld>
            <a:endParaRPr lang="en-US" dirty="0"/>
          </a:p>
        </p:txBody>
      </p:sp>
      <p:sp>
        <p:nvSpPr>
          <p:cNvPr id="5" name="Text Placeholder 4"/>
          <p:cNvSpPr>
            <a:spLocks noGrp="1"/>
          </p:cNvSpPr>
          <p:nvPr>
            <p:ph type="body" sz="quarter" idx="13"/>
          </p:nvPr>
        </p:nvSpPr>
        <p:spPr/>
        <p:txBody>
          <a:bodyPr/>
          <a:lstStyle/>
          <a:p>
            <a:r>
              <a:rPr lang="en-US" dirty="0"/>
              <a:t>2.1</a:t>
            </a:r>
          </a:p>
        </p:txBody>
      </p:sp>
      <p:sp>
        <p:nvSpPr>
          <p:cNvPr id="8" name="Content Placeholder 7"/>
          <p:cNvSpPr>
            <a:spLocks noGrp="1"/>
          </p:cNvSpPr>
          <p:nvPr>
            <p:ph idx="1"/>
          </p:nvPr>
        </p:nvSpPr>
        <p:spPr/>
        <p:txBody>
          <a:bodyPr/>
          <a:lstStyle/>
          <a:p>
            <a:r>
              <a:rPr lang="en-US" dirty="0"/>
              <a:t>3(a) </a:t>
            </a:r>
            <a:r>
              <a:rPr lang="en-US" dirty="0">
                <a:solidFill>
                  <a:srgbClr val="FF0000"/>
                </a:solidFill>
                <a:latin typeface="MyriadPro-Regular" panose="020B0503030403020204" pitchFamily="34" charset="0"/>
              </a:rPr>
              <a:t>−6.206 ; 0.00038</a:t>
            </a:r>
          </a:p>
          <a:p>
            <a:r>
              <a:rPr lang="en-US" dirty="0"/>
              <a:t>  (b) </a:t>
            </a:r>
            <a:r>
              <a:rPr lang="en-US" dirty="0">
                <a:solidFill>
                  <a:srgbClr val="FF0000"/>
                </a:solidFill>
                <a:latin typeface="MyriadPro-Regular" panose="020B0503030403020204" pitchFamily="34" charset="0"/>
              </a:rPr>
              <a:t>−6.207 ; 0.00062</a:t>
            </a:r>
          </a:p>
          <a:p>
            <a:r>
              <a:rPr lang="en-US" dirty="0"/>
              <a:t>  (c) </a:t>
            </a:r>
            <a:r>
              <a:rPr lang="en-US" dirty="0">
                <a:solidFill>
                  <a:srgbClr val="FF0000"/>
                </a:solidFill>
                <a:latin typeface="MyriadPro-Regular" panose="020B0503030403020204" pitchFamily="34" charset="0"/>
              </a:rPr>
              <a:t>−6.206 ; 0.00038</a:t>
            </a:r>
          </a:p>
          <a:p>
            <a:endParaRPr lang="en-US" dirty="0"/>
          </a:p>
          <a:p>
            <a:r>
              <a:rPr lang="en-US" dirty="0"/>
              <a:t>4(a) </a:t>
            </a:r>
            <a:r>
              <a:rPr lang="en-US" dirty="0">
                <a:solidFill>
                  <a:srgbClr val="FF0000"/>
                </a:solidFill>
                <a:latin typeface="MyriadPro-Regular" panose="020B0503030403020204" pitchFamily="34" charset="0"/>
              </a:rPr>
              <a:t>1.0300 ; 0.00002846</a:t>
            </a:r>
          </a:p>
          <a:p>
            <a:r>
              <a:rPr lang="en-US" dirty="0"/>
              <a:t>  (b) </a:t>
            </a:r>
            <a:r>
              <a:rPr lang="en-US" dirty="0">
                <a:solidFill>
                  <a:srgbClr val="FF0000"/>
                </a:solidFill>
                <a:latin typeface="MyriadPro-Regular" panose="020B0503030403020204" pitchFamily="34" charset="0"/>
              </a:rPr>
              <a:t>1.03 ; 0</a:t>
            </a:r>
          </a:p>
          <a:p>
            <a:endParaRPr lang="en-US" dirty="0"/>
          </a:p>
        </p:txBody>
      </p:sp>
    </p:spTree>
    <p:extLst>
      <p:ext uri="{BB962C8B-B14F-4D97-AF65-F5344CB8AC3E}">
        <p14:creationId xmlns:p14="http://schemas.microsoft.com/office/powerpoint/2010/main" val="636622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anim calcmode="lin" valueType="num">
                                      <p:cBhvr additive="base">
                                        <p:cTn id="11"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8">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anim calcmode="lin" valueType="num">
                                      <p:cBhvr additive="base">
                                        <p:cTn id="15"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8">
                                            <p:txEl>
                                              <p:pRg st="4" end="4"/>
                                            </p:txEl>
                                          </p:spTgt>
                                        </p:tgtEl>
                                        <p:attrNameLst>
                                          <p:attrName>style.visibility</p:attrName>
                                        </p:attrNameLst>
                                      </p:cBhvr>
                                      <p:to>
                                        <p:strVal val="visible"/>
                                      </p:to>
                                    </p:set>
                                    <p:anim calcmode="lin" valueType="num">
                                      <p:cBhvr additive="base">
                                        <p:cTn id="21"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8">
                                            <p:txEl>
                                              <p:pRg st="4" end="4"/>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8">
                                            <p:txEl>
                                              <p:pRg st="5" end="5"/>
                                            </p:txEl>
                                          </p:spTgt>
                                        </p:tgtEl>
                                        <p:attrNameLst>
                                          <p:attrName>style.visibility</p:attrName>
                                        </p:attrNameLst>
                                      </p:cBhvr>
                                      <p:to>
                                        <p:strVal val="visible"/>
                                      </p:to>
                                    </p:set>
                                    <p:anim calcmode="lin" valueType="num">
                                      <p:cBhvr additive="base">
                                        <p:cTn id="25" dur="500" fill="hold"/>
                                        <p:tgtEl>
                                          <p:spTgt spid="8">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Other errors</a:t>
            </a:r>
            <a:endParaRPr lang="en-US" b="0"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10</a:t>
            </a:fld>
            <a:endParaRPr lang="en-US" dirty="0"/>
          </a:p>
        </p:txBody>
      </p:sp>
      <p:sp>
        <p:nvSpPr>
          <p:cNvPr id="4" name="Text Placeholder 3"/>
          <p:cNvSpPr>
            <a:spLocks noGrp="1"/>
          </p:cNvSpPr>
          <p:nvPr>
            <p:ph type="body" sz="quarter" idx="14"/>
          </p:nvPr>
        </p:nvSpPr>
        <p:spPr/>
        <p:txBody>
          <a:bodyPr/>
          <a:lstStyle/>
          <a:p>
            <a:r>
              <a:rPr lang="en-US" dirty="0"/>
              <a:t>C</a:t>
            </a:r>
          </a:p>
        </p:txBody>
      </p:sp>
      <p:sp>
        <p:nvSpPr>
          <p:cNvPr id="7" name="Content Placeholder 6"/>
          <p:cNvSpPr>
            <a:spLocks noGrp="1"/>
          </p:cNvSpPr>
          <p:nvPr>
            <p:ph sz="quarter" idx="15"/>
          </p:nvPr>
        </p:nvSpPr>
        <p:spPr/>
        <p:txBody>
          <a:bodyPr>
            <a:normAutofit/>
          </a:bodyPr>
          <a:lstStyle/>
          <a:p>
            <a:r>
              <a:rPr lang="en-US" dirty="0">
                <a:solidFill>
                  <a:srgbClr val="000000"/>
                </a:solidFill>
                <a:latin typeface="MinionPro-Regular" panose="02040503050306020203" pitchFamily="18" charset="0"/>
              </a:rPr>
              <a:t>Apart from numerical errors, other kinds of errors may appear in a program, which prevent the program from running properly and may even lead to wrong results. Program errors include </a:t>
            </a:r>
            <a:r>
              <a:rPr lang="en-US" dirty="0">
                <a:solidFill>
                  <a:srgbClr val="3333FF"/>
                </a:solidFill>
                <a:latin typeface="MyriadPro-Semibold" panose="020B0603030403020204" pitchFamily="34" charset="0"/>
              </a:rPr>
              <a:t>syntax errors</a:t>
            </a:r>
            <a:r>
              <a:rPr lang="en-US" dirty="0">
                <a:solidFill>
                  <a:srgbClr val="000000"/>
                </a:solidFill>
                <a:latin typeface="MinionPro-Regular" panose="02040503050306020203" pitchFamily="18" charset="0"/>
              </a:rPr>
              <a:t>, </a:t>
            </a:r>
            <a:r>
              <a:rPr lang="en-US" dirty="0">
                <a:solidFill>
                  <a:srgbClr val="3333FF"/>
                </a:solidFill>
                <a:latin typeface="MyriadPro-Semibold" panose="020B0603030403020204" pitchFamily="34" charset="0"/>
              </a:rPr>
              <a:t>logical errors </a:t>
            </a:r>
            <a:r>
              <a:rPr lang="en-US" dirty="0">
                <a:solidFill>
                  <a:srgbClr val="000000"/>
                </a:solidFill>
                <a:latin typeface="MinionPro-Regular" panose="02040503050306020203" pitchFamily="18" charset="0"/>
              </a:rPr>
              <a:t>and </a:t>
            </a:r>
            <a:r>
              <a:rPr lang="en-US" dirty="0">
                <a:solidFill>
                  <a:srgbClr val="3333FF"/>
                </a:solidFill>
                <a:latin typeface="MyriadPro-Semibold" panose="020B0603030403020204" pitchFamily="34" charset="0"/>
              </a:rPr>
              <a:t>run-time errors</a:t>
            </a:r>
            <a:r>
              <a:rPr lang="en-US" dirty="0">
                <a:solidFill>
                  <a:srgbClr val="000000"/>
                </a:solidFill>
                <a:latin typeface="MinionPro-Regular" panose="02040503050306020203" pitchFamily="18" charset="0"/>
              </a:rPr>
              <a:t>.</a:t>
            </a:r>
          </a:p>
        </p:txBody>
      </p:sp>
      <p:pic>
        <p:nvPicPr>
          <p:cNvPr id="5" name="Picture 4"/>
          <p:cNvPicPr>
            <a:picLocks noChangeAspect="1"/>
          </p:cNvPicPr>
          <p:nvPr/>
        </p:nvPicPr>
        <p:blipFill>
          <a:blip r:embed="rId2"/>
          <a:stretch>
            <a:fillRect/>
          </a:stretch>
        </p:blipFill>
        <p:spPr>
          <a:xfrm>
            <a:off x="1712529" y="2869200"/>
            <a:ext cx="8768142" cy="3420000"/>
          </a:xfrm>
          <a:prstGeom prst="rect">
            <a:avLst/>
          </a:prstGeom>
        </p:spPr>
      </p:pic>
    </p:spTree>
    <p:extLst>
      <p:ext uri="{BB962C8B-B14F-4D97-AF65-F5344CB8AC3E}">
        <p14:creationId xmlns:p14="http://schemas.microsoft.com/office/powerpoint/2010/main" val="4751771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Debugging Tools</a:t>
            </a:r>
          </a:p>
        </p:txBody>
      </p:sp>
      <p:sp>
        <p:nvSpPr>
          <p:cNvPr id="3" name="Slide Number Placeholder 2"/>
          <p:cNvSpPr>
            <a:spLocks noGrp="1"/>
          </p:cNvSpPr>
          <p:nvPr>
            <p:ph type="sldNum" sz="quarter" idx="12"/>
          </p:nvPr>
        </p:nvSpPr>
        <p:spPr/>
        <p:txBody>
          <a:bodyPr/>
          <a:lstStyle/>
          <a:p>
            <a:fld id="{6D22F896-40B5-4ADD-8801-0D06FADFA095}" type="slidenum">
              <a:rPr lang="en-US" smtClean="0"/>
              <a:pPr/>
              <a:t>11</a:t>
            </a:fld>
            <a:endParaRPr lang="en-US" dirty="0"/>
          </a:p>
        </p:txBody>
      </p:sp>
      <p:sp>
        <p:nvSpPr>
          <p:cNvPr id="4" name="Text Placeholder 3"/>
          <p:cNvSpPr>
            <a:spLocks noGrp="1"/>
          </p:cNvSpPr>
          <p:nvPr>
            <p:ph type="body" sz="quarter" idx="14"/>
          </p:nvPr>
        </p:nvSpPr>
        <p:spPr/>
        <p:txBody>
          <a:bodyPr/>
          <a:lstStyle/>
          <a:p>
            <a:r>
              <a:rPr lang="en-US" dirty="0"/>
              <a:t>2.2</a:t>
            </a:r>
          </a:p>
        </p:txBody>
      </p:sp>
      <p:sp>
        <p:nvSpPr>
          <p:cNvPr id="5" name="Content Placeholder 4"/>
          <p:cNvSpPr>
            <a:spLocks noGrp="1"/>
          </p:cNvSpPr>
          <p:nvPr>
            <p:ph sz="quarter" idx="15"/>
          </p:nvPr>
        </p:nvSpPr>
        <p:spPr>
          <a:xfrm>
            <a:off x="838800" y="1609200"/>
            <a:ext cx="10984232" cy="2834463"/>
          </a:xfrm>
        </p:spPr>
        <p:txBody>
          <a:bodyPr>
            <a:normAutofit/>
          </a:bodyPr>
          <a:lstStyle/>
          <a:p>
            <a:pPr marL="342900" indent="-342900">
              <a:buFont typeface="Arial" panose="020B0604020202020204" pitchFamily="34" charset="0"/>
              <a:buChar char="•"/>
            </a:pPr>
            <a:r>
              <a:rPr lang="en-US" dirty="0">
                <a:solidFill>
                  <a:srgbClr val="000000"/>
                </a:solidFill>
                <a:latin typeface="MinionPro-Regular" panose="02040503050306020203" pitchFamily="18" charset="0"/>
              </a:rPr>
              <a:t>Systematically test programs after writing them to ensure intended purpose is fulfilled.</a:t>
            </a:r>
          </a:p>
          <a:p>
            <a:pPr marL="342900" indent="-342900">
              <a:buFont typeface="Arial" panose="020B0604020202020204" pitchFamily="34" charset="0"/>
              <a:buChar char="•"/>
            </a:pPr>
            <a:r>
              <a:rPr lang="en-US" dirty="0">
                <a:solidFill>
                  <a:srgbClr val="000000"/>
                </a:solidFill>
                <a:latin typeface="MinionPro-Regular" panose="02040503050306020203" pitchFamily="18" charset="0"/>
              </a:rPr>
              <a:t>Use test data to verify the accuracy of programs by comparing test results with expected results.</a:t>
            </a:r>
          </a:p>
          <a:p>
            <a:pPr marL="342900" indent="-342900">
              <a:buFont typeface="Arial" panose="020B0604020202020204" pitchFamily="34" charset="0"/>
              <a:buChar char="•"/>
            </a:pPr>
            <a:r>
              <a:rPr lang="en-US" dirty="0">
                <a:solidFill>
                  <a:srgbClr val="000000"/>
                </a:solidFill>
                <a:latin typeface="MinionPro-Regular" panose="02040503050306020203" pitchFamily="18" charset="0"/>
              </a:rPr>
              <a:t>If results don't match, the program contains errors that need to be fixed.</a:t>
            </a:r>
          </a:p>
          <a:p>
            <a:pPr marL="342900" indent="-342900">
              <a:buFont typeface="Arial" panose="020B0604020202020204" pitchFamily="34" charset="0"/>
              <a:buChar char="•"/>
            </a:pPr>
            <a:r>
              <a:rPr lang="en-US" dirty="0">
                <a:solidFill>
                  <a:srgbClr val="000000"/>
                </a:solidFill>
                <a:latin typeface="MinionPro-Regular" panose="02040503050306020203" pitchFamily="18" charset="0"/>
              </a:rPr>
              <a:t>Debugging is the process of identifying and eliminating errors in a program.</a:t>
            </a:r>
          </a:p>
          <a:p>
            <a:pPr marL="342900" indent="-342900">
              <a:buFont typeface="Arial" panose="020B0604020202020204" pitchFamily="34" charset="0"/>
              <a:buChar char="•"/>
            </a:pPr>
            <a:r>
              <a:rPr lang="en-US" dirty="0">
                <a:solidFill>
                  <a:srgbClr val="000000"/>
                </a:solidFill>
                <a:latin typeface="MinionPro-Regular" panose="02040503050306020203" pitchFamily="18" charset="0"/>
              </a:rPr>
              <a:t>Debugging methods include manual techniques, such as flags and stubs, and debugging functions provided by Integrated Development Environments.</a:t>
            </a:r>
            <a:endParaRPr lang="en-US" dirty="0"/>
          </a:p>
        </p:txBody>
      </p:sp>
      <p:pic>
        <p:nvPicPr>
          <p:cNvPr id="6" name="Picture 5"/>
          <p:cNvPicPr>
            <a:picLocks noChangeAspect="1"/>
          </p:cNvPicPr>
          <p:nvPr/>
        </p:nvPicPr>
        <p:blipFill>
          <a:blip r:embed="rId2"/>
          <a:stretch>
            <a:fillRect/>
          </a:stretch>
        </p:blipFill>
        <p:spPr>
          <a:xfrm>
            <a:off x="10175082" y="5043600"/>
            <a:ext cx="1874036" cy="1245600"/>
          </a:xfrm>
          <a:prstGeom prst="rect">
            <a:avLst/>
          </a:prstGeom>
        </p:spPr>
      </p:pic>
      <p:sp>
        <p:nvSpPr>
          <p:cNvPr id="10" name="Content Placeholder 4"/>
          <p:cNvSpPr txBox="1">
            <a:spLocks/>
          </p:cNvSpPr>
          <p:nvPr/>
        </p:nvSpPr>
        <p:spPr>
          <a:xfrm>
            <a:off x="838800" y="4699042"/>
            <a:ext cx="8658126" cy="1590158"/>
          </a:xfrm>
          <a:prstGeom prst="rect">
            <a:avLst/>
          </a:prstGeom>
        </p:spPr>
        <p:txBody>
          <a:bodyPr vert="horz" lIns="91440" tIns="45720" rIns="91440" bIns="45720" rtlCol="0">
            <a:normAutofit fontScale="85000" lnSpcReduction="10000"/>
          </a:bodyPr>
          <a:lstStyle>
            <a:lvl1pPr marL="0" indent="0" algn="l" defTabSz="914400" rtl="0" eaLnBrk="1" latinLnBrk="0" hangingPunct="1">
              <a:lnSpc>
                <a:spcPct val="120000"/>
              </a:lnSpc>
              <a:spcBef>
                <a:spcPts val="1000"/>
              </a:spcBef>
              <a:buSzPct val="125000"/>
              <a:buFont typeface="Arial" panose="020B0604020202020204" pitchFamily="34" charset="0"/>
              <a:buNone/>
              <a:defRPr sz="2000" kern="1200">
                <a:solidFill>
                  <a:schemeClr val="tx1"/>
                </a:solidFill>
                <a:latin typeface="Myriad Pro" panose="020B0503030403020204" pitchFamily="34" charset="0"/>
                <a:ea typeface="+mn-ea"/>
                <a:cs typeface="+mn-cs"/>
              </a:defRPr>
            </a:lvl1pPr>
            <a:lvl2pPr marL="457200" indent="0" algn="l" defTabSz="914400" rtl="0" eaLnBrk="1" latinLnBrk="0" hangingPunct="1">
              <a:lnSpc>
                <a:spcPct val="120000"/>
              </a:lnSpc>
              <a:spcBef>
                <a:spcPts val="500"/>
              </a:spcBef>
              <a:buSzPct val="125000"/>
              <a:buFont typeface="Arial" panose="020B0604020202020204" pitchFamily="34" charset="0"/>
              <a:buNone/>
              <a:defRPr sz="1800" kern="1200">
                <a:solidFill>
                  <a:schemeClr val="tx1"/>
                </a:solidFill>
                <a:latin typeface="Myriad Pro" panose="020B0503030403020204" pitchFamily="34" charset="0"/>
                <a:ea typeface="+mn-ea"/>
                <a:cs typeface="+mn-cs"/>
              </a:defRPr>
            </a:lvl2pPr>
            <a:lvl3pPr marL="914400" indent="0" algn="l"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yriad Pro" panose="020B0503030403020204" pitchFamily="34" charset="0"/>
                <a:ea typeface="+mn-ea"/>
                <a:cs typeface="+mn-cs"/>
              </a:defRPr>
            </a:lvl3pPr>
            <a:lvl4pPr marL="1371600" indent="0" algn="l" defTabSz="914400" rtl="0" eaLnBrk="1" latinLnBrk="0" hangingPunct="1">
              <a:lnSpc>
                <a:spcPct val="120000"/>
              </a:lnSpc>
              <a:spcBef>
                <a:spcPts val="500"/>
              </a:spcBef>
              <a:buSzPct val="125000"/>
              <a:buFont typeface="Arial" panose="020B0604020202020204" pitchFamily="34" charset="0"/>
              <a:buNone/>
              <a:defRPr sz="1400" kern="1200">
                <a:solidFill>
                  <a:schemeClr val="tx1"/>
                </a:solidFill>
                <a:latin typeface="Myriad Pro" panose="020B0503030403020204" pitchFamily="34" charset="0"/>
                <a:ea typeface="+mn-ea"/>
                <a:cs typeface="+mn-cs"/>
              </a:defRPr>
            </a:lvl4pPr>
            <a:lvl5pPr marL="1828800" indent="0" algn="l" defTabSz="914400" rtl="0" eaLnBrk="1" latinLnBrk="0" hangingPunct="1">
              <a:lnSpc>
                <a:spcPct val="120000"/>
              </a:lnSpc>
              <a:spcBef>
                <a:spcPts val="500"/>
              </a:spcBef>
              <a:buSzPct val="125000"/>
              <a:buFont typeface="Arial" panose="020B0604020202020204" pitchFamily="34" charset="0"/>
              <a:buNone/>
              <a:defRPr sz="1400" kern="1200">
                <a:solidFill>
                  <a:schemeClr val="tx1"/>
                </a:solidFill>
                <a:latin typeface="Myriad Pro" panose="020B0503030403020204" pitchFamily="34" charset="0"/>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r>
              <a:rPr lang="en-US" dirty="0">
                <a:solidFill>
                  <a:srgbClr val="000000"/>
                </a:solidFill>
                <a:latin typeface="MinionPro-Regular" panose="02040503050306020203" pitchFamily="18" charset="0"/>
              </a:rPr>
              <a:t>After completing a program, it's essential to systematically test it using test data to ensure it meets its intended purpose. Comparing test results with expected outcomes can help identify errors, which must be located and fixed through the process of debugging. Debugging methods include both manual approaches, such as flags and stubs, and built-in debugging functions offered by Integrated Development Environments.</a:t>
            </a:r>
            <a:endParaRPr lang="en-US" dirty="0"/>
          </a:p>
        </p:txBody>
      </p:sp>
    </p:spTree>
    <p:extLst>
      <p:ext uri="{BB962C8B-B14F-4D97-AF65-F5344CB8AC3E}">
        <p14:creationId xmlns:p14="http://schemas.microsoft.com/office/powerpoint/2010/main" val="18486844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Tracing variable values</a:t>
            </a:r>
          </a:p>
        </p:txBody>
      </p:sp>
      <p:sp>
        <p:nvSpPr>
          <p:cNvPr id="3" name="Slide Number Placeholder 2"/>
          <p:cNvSpPr>
            <a:spLocks noGrp="1"/>
          </p:cNvSpPr>
          <p:nvPr>
            <p:ph type="sldNum" sz="quarter" idx="12"/>
          </p:nvPr>
        </p:nvSpPr>
        <p:spPr/>
        <p:txBody>
          <a:bodyPr/>
          <a:lstStyle/>
          <a:p>
            <a:fld id="{6D22F896-40B5-4ADD-8801-0D06FADFA095}" type="slidenum">
              <a:rPr lang="en-US" smtClean="0"/>
              <a:pPr/>
              <a:t>12</a:t>
            </a:fld>
            <a:endParaRPr lang="en-US" dirty="0"/>
          </a:p>
        </p:txBody>
      </p:sp>
      <p:sp>
        <p:nvSpPr>
          <p:cNvPr id="4" name="Text Placeholder 3"/>
          <p:cNvSpPr>
            <a:spLocks noGrp="1"/>
          </p:cNvSpPr>
          <p:nvPr>
            <p:ph type="body" sz="quarter" idx="14"/>
          </p:nvPr>
        </p:nvSpPr>
        <p:spPr/>
        <p:txBody>
          <a:bodyPr/>
          <a:lstStyle/>
          <a:p>
            <a:r>
              <a:rPr lang="en-US" dirty="0"/>
              <a:t>A</a:t>
            </a:r>
          </a:p>
        </p:txBody>
      </p:sp>
      <p:sp>
        <p:nvSpPr>
          <p:cNvPr id="5" name="Content Placeholder 4"/>
          <p:cNvSpPr>
            <a:spLocks noGrp="1"/>
          </p:cNvSpPr>
          <p:nvPr>
            <p:ph sz="quarter" idx="15"/>
          </p:nvPr>
        </p:nvSpPr>
        <p:spPr/>
        <p:txBody>
          <a:bodyPr/>
          <a:lstStyle/>
          <a:p>
            <a:r>
              <a:rPr lang="en-US" dirty="0">
                <a:solidFill>
                  <a:srgbClr val="000000"/>
                </a:solidFill>
                <a:latin typeface="MinionPro-Regular" panose="02040503050306020203" pitchFamily="18" charset="0"/>
              </a:rPr>
              <a:t>We have used dry runs and trace tables to </a:t>
            </a:r>
            <a:r>
              <a:rPr lang="en-US" dirty="0" err="1">
                <a:solidFill>
                  <a:srgbClr val="000000"/>
                </a:solidFill>
                <a:latin typeface="MinionPro-Regular" panose="02040503050306020203" pitchFamily="18" charset="0"/>
              </a:rPr>
              <a:t>analyse</a:t>
            </a:r>
            <a:r>
              <a:rPr lang="en-US" dirty="0">
                <a:solidFill>
                  <a:srgbClr val="000000"/>
                </a:solidFill>
                <a:latin typeface="MinionPro-Regular" panose="02040503050306020203" pitchFamily="18" charset="0"/>
              </a:rPr>
              <a:t> program codes line by line, tracing the flow of the program and the values of all variables. Using the debug mode of the IDE, we can execute the program step by step and monitor the variable in the program in order to spot any errors. This method is known as </a:t>
            </a:r>
            <a:r>
              <a:rPr lang="en-US" dirty="0">
                <a:solidFill>
                  <a:srgbClr val="3333FF"/>
                </a:solidFill>
                <a:latin typeface="MyriadPro-Semibold" panose="020B0603030403020204" pitchFamily="34" charset="0"/>
              </a:rPr>
              <a:t>program trace</a:t>
            </a:r>
            <a:r>
              <a:rPr lang="en-US" dirty="0">
                <a:solidFill>
                  <a:srgbClr val="000000"/>
                </a:solidFill>
                <a:latin typeface="MinionPro-Regular" panose="02040503050306020203" pitchFamily="18" charset="0"/>
              </a:rPr>
              <a:t>.</a:t>
            </a:r>
            <a:endParaRPr lang="en-US" dirty="0"/>
          </a:p>
        </p:txBody>
      </p:sp>
      <p:pic>
        <p:nvPicPr>
          <p:cNvPr id="6" name="Picture 5"/>
          <p:cNvPicPr>
            <a:picLocks noChangeAspect="1"/>
          </p:cNvPicPr>
          <p:nvPr/>
        </p:nvPicPr>
        <p:blipFill>
          <a:blip r:embed="rId2"/>
          <a:stretch>
            <a:fillRect/>
          </a:stretch>
        </p:blipFill>
        <p:spPr>
          <a:xfrm>
            <a:off x="2124337" y="3220666"/>
            <a:ext cx="7944526" cy="3068534"/>
          </a:xfrm>
          <a:prstGeom prst="rect">
            <a:avLst/>
          </a:prstGeom>
        </p:spPr>
      </p:pic>
    </p:spTree>
    <p:extLst>
      <p:ext uri="{BB962C8B-B14F-4D97-AF65-F5344CB8AC3E}">
        <p14:creationId xmlns:p14="http://schemas.microsoft.com/office/powerpoint/2010/main" val="19908285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Breakpoints</a:t>
            </a:r>
          </a:p>
        </p:txBody>
      </p:sp>
      <p:sp>
        <p:nvSpPr>
          <p:cNvPr id="3" name="Slide Number Placeholder 2"/>
          <p:cNvSpPr>
            <a:spLocks noGrp="1"/>
          </p:cNvSpPr>
          <p:nvPr>
            <p:ph type="sldNum" sz="quarter" idx="12"/>
          </p:nvPr>
        </p:nvSpPr>
        <p:spPr/>
        <p:txBody>
          <a:bodyPr/>
          <a:lstStyle/>
          <a:p>
            <a:fld id="{6D22F896-40B5-4ADD-8801-0D06FADFA095}" type="slidenum">
              <a:rPr lang="en-US" smtClean="0"/>
              <a:pPr/>
              <a:t>13</a:t>
            </a:fld>
            <a:endParaRPr lang="en-US" dirty="0"/>
          </a:p>
        </p:txBody>
      </p:sp>
      <p:sp>
        <p:nvSpPr>
          <p:cNvPr id="4" name="Text Placeholder 3"/>
          <p:cNvSpPr>
            <a:spLocks noGrp="1"/>
          </p:cNvSpPr>
          <p:nvPr>
            <p:ph type="body" sz="quarter" idx="14"/>
          </p:nvPr>
        </p:nvSpPr>
        <p:spPr/>
        <p:txBody>
          <a:bodyPr/>
          <a:lstStyle/>
          <a:p>
            <a:r>
              <a:rPr lang="en-US" dirty="0"/>
              <a:t>B</a:t>
            </a:r>
          </a:p>
        </p:txBody>
      </p:sp>
      <p:sp>
        <p:nvSpPr>
          <p:cNvPr id="5" name="Content Placeholder 4"/>
          <p:cNvSpPr>
            <a:spLocks noGrp="1"/>
          </p:cNvSpPr>
          <p:nvPr>
            <p:ph sz="quarter" idx="15"/>
          </p:nvPr>
        </p:nvSpPr>
        <p:spPr/>
        <p:txBody>
          <a:bodyPr/>
          <a:lstStyle/>
          <a:p>
            <a:r>
              <a:rPr lang="en-US" dirty="0">
                <a:solidFill>
                  <a:srgbClr val="000000"/>
                </a:solidFill>
                <a:latin typeface="MinionPro-Regular" panose="02040503050306020203" pitchFamily="18" charset="0"/>
              </a:rPr>
              <a:t>A </a:t>
            </a:r>
            <a:r>
              <a:rPr lang="en-US" dirty="0">
                <a:solidFill>
                  <a:srgbClr val="3333FF"/>
                </a:solidFill>
                <a:latin typeface="MyriadPro-Semibold" panose="020B0603030403020204" pitchFamily="34" charset="0"/>
              </a:rPr>
              <a:t>breakpoint </a:t>
            </a:r>
            <a:r>
              <a:rPr lang="en-US" dirty="0">
                <a:solidFill>
                  <a:srgbClr val="000000"/>
                </a:solidFill>
                <a:latin typeface="MinionPro-Regular" panose="02040503050306020203" pitchFamily="18" charset="0"/>
              </a:rPr>
              <a:t>is the position where the execution of a program is suspended. When the program is paused, we can view its current status in the IDE, such as the current values of variables, in order to find out whether the error is before or after the breakpoint. We usually add a breakpoint before a conditional statement or the part that we want to test.</a:t>
            </a:r>
            <a:endParaRPr lang="en-US" dirty="0"/>
          </a:p>
        </p:txBody>
      </p:sp>
    </p:spTree>
    <p:extLst>
      <p:ext uri="{BB962C8B-B14F-4D97-AF65-F5344CB8AC3E}">
        <p14:creationId xmlns:p14="http://schemas.microsoft.com/office/powerpoint/2010/main" val="26003384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6D22F896-40B5-4ADD-8801-0D06FADFA095}" type="slidenum">
              <a:rPr lang="en-US" smtClean="0"/>
              <a:pPr/>
              <a:t>14</a:t>
            </a:fld>
            <a:endParaRPr lang="en-US" dirty="0"/>
          </a:p>
        </p:txBody>
      </p:sp>
      <p:sp>
        <p:nvSpPr>
          <p:cNvPr id="7" name="Text Placeholder 6"/>
          <p:cNvSpPr>
            <a:spLocks noGrp="1"/>
          </p:cNvSpPr>
          <p:nvPr>
            <p:ph type="body" sz="quarter" idx="13"/>
          </p:nvPr>
        </p:nvSpPr>
        <p:spPr/>
        <p:txBody>
          <a:bodyPr/>
          <a:lstStyle/>
          <a:p>
            <a:r>
              <a:rPr lang="en-US" dirty="0"/>
              <a:t>2.2</a:t>
            </a:r>
          </a:p>
        </p:txBody>
      </p:sp>
      <p:sp>
        <p:nvSpPr>
          <p:cNvPr id="2" name="Content Placeholder 1"/>
          <p:cNvSpPr>
            <a:spLocks noGrp="1"/>
          </p:cNvSpPr>
          <p:nvPr>
            <p:ph idx="1"/>
          </p:nvPr>
        </p:nvSpPr>
        <p:spPr/>
        <p:txBody>
          <a:bodyPr/>
          <a:lstStyle/>
          <a:p>
            <a:r>
              <a:rPr lang="en-US" dirty="0"/>
              <a:t>Try Activity 2.2 on P. 60-61 of the textbook.</a:t>
            </a:r>
          </a:p>
          <a:p>
            <a:endParaRPr lang="en-US" dirty="0"/>
          </a:p>
        </p:txBody>
      </p:sp>
    </p:spTree>
    <p:extLst>
      <p:ext uri="{BB962C8B-B14F-4D97-AF65-F5344CB8AC3E}">
        <p14:creationId xmlns:p14="http://schemas.microsoft.com/office/powerpoint/2010/main" val="11055465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r>
              <a:rPr lang="en-US" dirty="0"/>
              <a:t>Answer the questions on P.61-62 of the textbook.</a:t>
            </a:r>
          </a:p>
          <a:p>
            <a:endParaRPr lang="en-US" dirty="0"/>
          </a:p>
          <a:p>
            <a:r>
              <a:rPr lang="en-US" dirty="0"/>
              <a:t>1.  </a:t>
            </a:r>
            <a:r>
              <a:rPr lang="en-US" dirty="0">
                <a:solidFill>
                  <a:srgbClr val="FF0000"/>
                </a:solidFill>
                <a:latin typeface="MinionPro-Regular" panose="02040503050306020203" pitchFamily="18" charset="0"/>
              </a:rPr>
              <a:t>A breakpoint suspends the execution of a program at the specified line number.</a:t>
            </a:r>
          </a:p>
          <a:p>
            <a:r>
              <a:rPr lang="en-US" dirty="0">
                <a:solidFill>
                  <a:srgbClr val="FF0000"/>
                </a:solidFill>
                <a:latin typeface="MinionPro-Regular" panose="02040503050306020203" pitchFamily="18" charset="0"/>
              </a:rPr>
              <a:t>When the program is paused, we can view its current status, such as the current values of variables.</a:t>
            </a:r>
          </a:p>
          <a:p>
            <a:endParaRPr lang="en-US" dirty="0"/>
          </a:p>
          <a:p>
            <a:r>
              <a:rPr lang="en-US" dirty="0"/>
              <a:t>2.</a:t>
            </a:r>
          </a:p>
        </p:txBody>
      </p:sp>
      <p:sp>
        <p:nvSpPr>
          <p:cNvPr id="3" name="Slide Number Placeholder 2"/>
          <p:cNvSpPr>
            <a:spLocks noGrp="1"/>
          </p:cNvSpPr>
          <p:nvPr>
            <p:ph type="sldNum" sz="quarter" idx="12"/>
          </p:nvPr>
        </p:nvSpPr>
        <p:spPr/>
        <p:txBody>
          <a:bodyPr/>
          <a:lstStyle/>
          <a:p>
            <a:fld id="{6D22F896-40B5-4ADD-8801-0D06FADFA095}" type="slidenum">
              <a:rPr lang="en-US" smtClean="0"/>
              <a:t>15</a:t>
            </a:fld>
            <a:endParaRPr lang="en-US" dirty="0"/>
          </a:p>
        </p:txBody>
      </p:sp>
      <p:sp>
        <p:nvSpPr>
          <p:cNvPr id="6" name="Text Placeholder 5"/>
          <p:cNvSpPr>
            <a:spLocks noGrp="1"/>
          </p:cNvSpPr>
          <p:nvPr>
            <p:ph type="body" sz="quarter" idx="13"/>
          </p:nvPr>
        </p:nvSpPr>
        <p:spPr/>
        <p:txBody>
          <a:bodyPr/>
          <a:lstStyle/>
          <a:p>
            <a:r>
              <a:rPr lang="en-US" dirty="0"/>
              <a:t>2.1</a:t>
            </a:r>
          </a:p>
        </p:txBody>
      </p:sp>
      <p:pic>
        <p:nvPicPr>
          <p:cNvPr id="7" name="Picture 6"/>
          <p:cNvPicPr>
            <a:picLocks noChangeAspect="1"/>
          </p:cNvPicPr>
          <p:nvPr/>
        </p:nvPicPr>
        <p:blipFill rotWithShape="1">
          <a:blip r:embed="rId2"/>
          <a:srcRect l="3194" t="18463" r="64652" b="29058"/>
          <a:stretch/>
        </p:blipFill>
        <p:spPr>
          <a:xfrm>
            <a:off x="1263727" y="3873600"/>
            <a:ext cx="3304673" cy="753980"/>
          </a:xfrm>
          <a:prstGeom prst="rect">
            <a:avLst/>
          </a:prstGeom>
        </p:spPr>
      </p:pic>
    </p:spTree>
    <p:extLst>
      <p:ext uri="{BB962C8B-B14F-4D97-AF65-F5344CB8AC3E}">
        <p14:creationId xmlns:p14="http://schemas.microsoft.com/office/powerpoint/2010/main" val="2249266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 calcmode="lin" valueType="num">
                                      <p:cBhvr additive="base">
                                        <p:cTn id="13"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 calcmode="lin" valueType="num">
                                      <p:cBhvr additive="base">
                                        <p:cTn id="17"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anim calcmode="lin" valueType="num">
                                      <p:cBhvr additive="base">
                                        <p:cTn id="23"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additive="base">
                                        <p:cTn id="29" dur="500" fill="hold"/>
                                        <p:tgtEl>
                                          <p:spTgt spid="7"/>
                                        </p:tgtEl>
                                        <p:attrNameLst>
                                          <p:attrName>ppt_x</p:attrName>
                                        </p:attrNameLst>
                                      </p:cBhvr>
                                      <p:tavLst>
                                        <p:tav tm="0">
                                          <p:val>
                                            <p:strVal val="#ppt_x"/>
                                          </p:val>
                                        </p:tav>
                                        <p:tav tm="100000">
                                          <p:val>
                                            <p:strVal val="#ppt_x"/>
                                          </p:val>
                                        </p:tav>
                                      </p:tavLst>
                                    </p:anim>
                                    <p:anim calcmode="lin" valueType="num">
                                      <p:cBhvr additive="base">
                                        <p:cTn id="3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r>
              <a:rPr lang="en-US" dirty="0"/>
              <a:t>3.  </a:t>
            </a:r>
          </a:p>
        </p:txBody>
      </p:sp>
      <p:sp>
        <p:nvSpPr>
          <p:cNvPr id="3" name="Slide Number Placeholder 2"/>
          <p:cNvSpPr>
            <a:spLocks noGrp="1"/>
          </p:cNvSpPr>
          <p:nvPr>
            <p:ph type="sldNum" sz="quarter" idx="12"/>
          </p:nvPr>
        </p:nvSpPr>
        <p:spPr/>
        <p:txBody>
          <a:bodyPr/>
          <a:lstStyle/>
          <a:p>
            <a:fld id="{6D22F896-40B5-4ADD-8801-0D06FADFA095}" type="slidenum">
              <a:rPr lang="en-US" smtClean="0"/>
              <a:t>16</a:t>
            </a:fld>
            <a:endParaRPr lang="en-US" dirty="0"/>
          </a:p>
        </p:txBody>
      </p:sp>
      <p:sp>
        <p:nvSpPr>
          <p:cNvPr id="6" name="Text Placeholder 5"/>
          <p:cNvSpPr>
            <a:spLocks noGrp="1"/>
          </p:cNvSpPr>
          <p:nvPr>
            <p:ph type="body" sz="quarter" idx="13"/>
          </p:nvPr>
        </p:nvSpPr>
        <p:spPr/>
        <p:txBody>
          <a:bodyPr/>
          <a:lstStyle/>
          <a:p>
            <a:r>
              <a:rPr lang="en-US" dirty="0"/>
              <a:t>2.1</a:t>
            </a:r>
          </a:p>
        </p:txBody>
      </p:sp>
      <p:pic>
        <p:nvPicPr>
          <p:cNvPr id="2" name="Picture 1"/>
          <p:cNvPicPr>
            <a:picLocks noChangeAspect="1"/>
          </p:cNvPicPr>
          <p:nvPr/>
        </p:nvPicPr>
        <p:blipFill>
          <a:blip r:embed="rId2"/>
          <a:stretch>
            <a:fillRect/>
          </a:stretch>
        </p:blipFill>
        <p:spPr>
          <a:xfrm>
            <a:off x="1550286" y="1443600"/>
            <a:ext cx="4964813" cy="4104707"/>
          </a:xfrm>
          <a:prstGeom prst="rect">
            <a:avLst/>
          </a:prstGeom>
        </p:spPr>
      </p:pic>
      <p:pic>
        <p:nvPicPr>
          <p:cNvPr id="8" name="Picture 7"/>
          <p:cNvPicPr>
            <a:picLocks noChangeAspect="1"/>
          </p:cNvPicPr>
          <p:nvPr/>
        </p:nvPicPr>
        <p:blipFill>
          <a:blip r:embed="rId3"/>
          <a:stretch>
            <a:fillRect/>
          </a:stretch>
        </p:blipFill>
        <p:spPr>
          <a:xfrm>
            <a:off x="838200" y="5716491"/>
            <a:ext cx="8498945" cy="587109"/>
          </a:xfrm>
          <a:prstGeom prst="rect">
            <a:avLst/>
          </a:prstGeom>
        </p:spPr>
      </p:pic>
    </p:spTree>
    <p:extLst>
      <p:ext uri="{BB962C8B-B14F-4D97-AF65-F5344CB8AC3E}">
        <p14:creationId xmlns:p14="http://schemas.microsoft.com/office/powerpoint/2010/main" val="866790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SEPPT_EN_Kelie_20230427">
  <a:themeElements>
    <a:clrScheme name="Circuit">
      <a:dk1>
        <a:sysClr val="windowText" lastClr="000000"/>
      </a:dk1>
      <a:lt1>
        <a:sysClr val="window" lastClr="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Presentation5" id="{870A11EB-92D6-4F97-997A-48342F7B5A00}" vid="{0765A16F-C91A-4B03-A6B8-7E4395E092E3}"/>
    </a:ext>
  </a:extLst>
</a:theme>
</file>

<file path=docProps/app.xml><?xml version="1.0" encoding="utf-8"?>
<Properties xmlns="http://schemas.openxmlformats.org/officeDocument/2006/extended-properties" xmlns:vt="http://schemas.openxmlformats.org/officeDocument/2006/docPropsVTypes">
  <Template>DSEPPT_EN_Kelie_20230427</Template>
  <TotalTime>0</TotalTime>
  <Words>900</Words>
  <Application>Microsoft Office PowerPoint</Application>
  <PresentationFormat>Widescreen</PresentationFormat>
  <Paragraphs>96</Paragraphs>
  <Slides>16</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16</vt:i4>
      </vt:variant>
    </vt:vector>
  </HeadingPairs>
  <TitlesOfParts>
    <vt:vector size="27" baseType="lpstr">
      <vt:lpstr>Arial</vt:lpstr>
      <vt:lpstr>Courier New</vt:lpstr>
      <vt:lpstr>CourierNewPSMT</vt:lpstr>
      <vt:lpstr>MinionPro-It</vt:lpstr>
      <vt:lpstr>MinionPro-Regular</vt:lpstr>
      <vt:lpstr>Myriad Pro</vt:lpstr>
      <vt:lpstr>MyriadPro-Bold</vt:lpstr>
      <vt:lpstr>MyriadPro-Regular</vt:lpstr>
      <vt:lpstr>MyriadPro-Semibold</vt:lpstr>
      <vt:lpstr>Tw Cen MT</vt:lpstr>
      <vt:lpstr>DSEPPT_EN_Kelie_20230427</vt:lpstr>
      <vt:lpstr>Chapter 2 Program Testing and Debugging (II)</vt:lpstr>
      <vt:lpstr>PowerPoint Presentation</vt:lpstr>
      <vt:lpstr>Types of Program Errors</vt:lpstr>
      <vt:lpstr>Numerical errors</vt:lpstr>
      <vt:lpstr>Numerical errors</vt:lpstr>
      <vt:lpstr>Numerical errors</vt:lpstr>
      <vt:lpstr>Numerical errors</vt:lpstr>
      <vt:lpstr>PowerPoint Presentation</vt:lpstr>
      <vt:lpstr>PowerPoint Presentation</vt:lpstr>
      <vt:lpstr>Other errors</vt:lpstr>
      <vt:lpstr>Software Debugging Tools</vt:lpstr>
      <vt:lpstr>Tracing variable values</vt:lpstr>
      <vt:lpstr>Breakpoints</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Program Testing and Debugging (II)</dc:title>
  <dc:creator>Kelie Leung</dc:creator>
  <cp:lastModifiedBy>Kelie Leung</cp:lastModifiedBy>
  <cp:revision>1</cp:revision>
  <dcterms:created xsi:type="dcterms:W3CDTF">2023-05-03T01:15:19Z</dcterms:created>
  <dcterms:modified xsi:type="dcterms:W3CDTF">2023-05-03T01:15:33Z</dcterms:modified>
</cp:coreProperties>
</file>