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6" r:id="rId2"/>
    <p:sldId id="257" r:id="rId3"/>
    <p:sldId id="260" r:id="rId4"/>
    <p:sldId id="263" r:id="rId5"/>
    <p:sldId id="265" r:id="rId6"/>
    <p:sldId id="266" r:id="rId7"/>
    <p:sldId id="267" r:id="rId8"/>
    <p:sldId id="269" r:id="rId9"/>
    <p:sldId id="273" r:id="rId10"/>
    <p:sldId id="274" r:id="rId11"/>
    <p:sldId id="278" r:id="rId12"/>
    <p:sldId id="279" r:id="rId13"/>
    <p:sldId id="281" r:id="rId14"/>
    <p:sldId id="285" r:id="rId15"/>
    <p:sldId id="286" r:id="rId16"/>
    <p:sldId id="287" r:id="rId17"/>
    <p:sldId id="288"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8" autoAdjust="0"/>
    <p:restoredTop sz="94660"/>
  </p:normalViewPr>
  <p:slideViewPr>
    <p:cSldViewPr snapToGrid="0">
      <p:cViewPr varScale="1">
        <p:scale>
          <a:sx n="102" d="100"/>
          <a:sy n="102" d="100"/>
        </p:scale>
        <p:origin x="132"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97C56F-506D-1CBF-DAEA-5491D0196718}"/>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3145542" cy="505969"/>
          </a:xfrm>
          <a:prstGeom prst="rect">
            <a:avLst/>
          </a:prstGeom>
        </p:spPr>
      </p:pic>
      <p:pic>
        <p:nvPicPr>
          <p:cNvPr id="5" name="Picture 4">
            <a:extLst>
              <a:ext uri="{FF2B5EF4-FFF2-40B4-BE49-F238E27FC236}">
                <a16:creationId xmlns:a16="http://schemas.microsoft.com/office/drawing/2014/main" id="{9D8FD09F-D8A1-E336-3B87-044CB68F4B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32BE4C03-EDAE-8A34-CB24-BDAA03524E5E}"/>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4093472" cy="505969"/>
          </a:xfrm>
          <a:prstGeom prst="rect">
            <a:avLst/>
          </a:prstGeom>
        </p:spPr>
      </p:pic>
      <p:pic>
        <p:nvPicPr>
          <p:cNvPr id="8" name="Picture 7">
            <a:extLst>
              <a:ext uri="{FF2B5EF4-FFF2-40B4-BE49-F238E27FC236}">
                <a16:creationId xmlns:a16="http://schemas.microsoft.com/office/drawing/2014/main" id="{E2DAD781-428A-67D8-7C55-666DFF21CBBC}"/>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736497C4-9FC9-151F-62D2-FB395805F0B0}"/>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8" name="Picture 7">
            <a:extLst>
              <a:ext uri="{FF2B5EF4-FFF2-40B4-BE49-F238E27FC236}">
                <a16:creationId xmlns:a16="http://schemas.microsoft.com/office/drawing/2014/main" id="{217E881E-670F-B298-11FD-7D2AE51F6D8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8" name="Picture 17">
            <a:extLst>
              <a:ext uri="{FF2B5EF4-FFF2-40B4-BE49-F238E27FC236}">
                <a16:creationId xmlns:a16="http://schemas.microsoft.com/office/drawing/2014/main" id="{097C5F1C-1E54-2755-BD09-8B53BEC6CE1A}"/>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42367" cy="505969"/>
          </a:xfrm>
          <a:prstGeom prst="rect">
            <a:avLst/>
          </a:prstGeom>
        </p:spPr>
      </p:pic>
      <p:pic>
        <p:nvPicPr>
          <p:cNvPr id="16" name="Picture 15">
            <a:extLst>
              <a:ext uri="{FF2B5EF4-FFF2-40B4-BE49-F238E27FC236}">
                <a16:creationId xmlns:a16="http://schemas.microsoft.com/office/drawing/2014/main" id="{A97AA30C-B131-11B2-D159-FECF538D59B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0B2444-920A-39A5-579B-B54FCADA5674}"/>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5117602" cy="505969"/>
          </a:xfrm>
          <a:prstGeom prst="rect">
            <a:avLst/>
          </a:prstGeom>
        </p:spPr>
      </p:pic>
      <p:pic>
        <p:nvPicPr>
          <p:cNvPr id="5" name="Picture 4">
            <a:extLst>
              <a:ext uri="{FF2B5EF4-FFF2-40B4-BE49-F238E27FC236}">
                <a16:creationId xmlns:a16="http://schemas.microsoft.com/office/drawing/2014/main" id="{07506DF5-D585-C85A-7378-578CF95524AA}"/>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F6743423-DF9F-5DF4-442D-BF34F62A7AC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B161E0BB-AC62-05F4-05B8-418A002D64E0}"/>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2660909" cy="505969"/>
          </a:xfrm>
          <a:prstGeom prst="rect">
            <a:avLst/>
          </a:prstGeom>
        </p:spPr>
      </p:pic>
      <p:pic>
        <p:nvPicPr>
          <p:cNvPr id="8" name="Picture 7">
            <a:extLst>
              <a:ext uri="{FF2B5EF4-FFF2-40B4-BE49-F238E27FC236}">
                <a16:creationId xmlns:a16="http://schemas.microsoft.com/office/drawing/2014/main" id="{3CC61186-C2CB-33BF-880D-468C0FE8B484}"/>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0390D0C5-32B0-F4A3-8473-6945918A77E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Elec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7" name="Picture 6">
            <a:extLst>
              <a:ext uri="{FF2B5EF4-FFF2-40B4-BE49-F238E27FC236}">
                <a16:creationId xmlns:a16="http://schemas.microsoft.com/office/drawing/2014/main" id="{51C75235-0293-8136-6524-0EEAD91BBFA5}"/>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1813564" cy="505969"/>
          </a:xfrm>
          <a:prstGeom prst="rect">
            <a:avLst/>
          </a:prstGeom>
        </p:spPr>
      </p:pic>
      <p:pic>
        <p:nvPicPr>
          <p:cNvPr id="2" name="Picture 1">
            <a:extLst>
              <a:ext uri="{FF2B5EF4-FFF2-40B4-BE49-F238E27FC236}">
                <a16:creationId xmlns:a16="http://schemas.microsoft.com/office/drawing/2014/main" id="{2D6DF710-1F80-AA62-B486-D622DD2C590D}"/>
              </a:ext>
            </a:extLst>
          </p:cNvPr>
          <p:cNvPicPr>
            <a:picLocks noGrp="1" noRot="1" noChangeAspect="1" noMove="1" noResize="1" noEditPoints="1" noAdjustHandles="1" noChangeArrowheads="1" noChangeShapeType="1" noCrop="1"/>
          </p:cNvPicPr>
          <p:nvPr/>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95672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lec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4" name="Picture 3">
            <a:extLst>
              <a:ext uri="{FF2B5EF4-FFF2-40B4-BE49-F238E27FC236}">
                <a16:creationId xmlns:a16="http://schemas.microsoft.com/office/drawing/2014/main" id="{348E981E-C35F-E8F8-DE42-4B0CC68BF4A0}"/>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864872" cy="505969"/>
          </a:xfrm>
          <a:prstGeom prst="rect">
            <a:avLst/>
          </a:prstGeom>
        </p:spPr>
      </p:pic>
      <p:pic>
        <p:nvPicPr>
          <p:cNvPr id="2" name="Picture 1">
            <a:extLst>
              <a:ext uri="{FF2B5EF4-FFF2-40B4-BE49-F238E27FC236}">
                <a16:creationId xmlns:a16="http://schemas.microsoft.com/office/drawing/2014/main" id="{0B7FD231-E3F5-33B8-FAD3-720673F3A8C7}"/>
              </a:ext>
            </a:extLst>
          </p:cNvPr>
          <p:cNvPicPr>
            <a:picLocks noGrp="1" noRot="1" noChangeAspect="1" noMove="1" noResize="1" noEditPoints="1" noAdjustHandles="1" noChangeArrowheads="1" noChangeShapeType="1" noCrop="1"/>
          </p:cNvPicPr>
          <p:nvPr/>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482670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Elec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8" name="Picture 7">
            <a:extLst>
              <a:ext uri="{FF2B5EF4-FFF2-40B4-BE49-F238E27FC236}">
                <a16:creationId xmlns:a16="http://schemas.microsoft.com/office/drawing/2014/main" id="{36A66CFB-18D0-6F75-8C97-40CC53CD9633}"/>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91136" cy="505969"/>
          </a:xfrm>
          <a:prstGeom prst="rect">
            <a:avLst/>
          </a:prstGeom>
        </p:spPr>
      </p:pic>
      <p:pic>
        <p:nvPicPr>
          <p:cNvPr id="3" name="Picture 2">
            <a:extLst>
              <a:ext uri="{FF2B5EF4-FFF2-40B4-BE49-F238E27FC236}">
                <a16:creationId xmlns:a16="http://schemas.microsoft.com/office/drawing/2014/main" id="{CE316255-5138-F681-0D2B-20384F1BB20E}"/>
              </a:ext>
            </a:extLst>
          </p:cNvPr>
          <p:cNvPicPr>
            <a:picLocks noGrp="1" noRot="1" noChangeAspect="1" noMove="1" noResize="1" noEditPoints="1" noAdjustHandles="1" noChangeArrowheads="1" noChangeShapeType="1" noCrop="1"/>
          </p:cNvPicPr>
          <p:nvPr/>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265983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orange-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C0BD9D-B8ED-5511-960F-8CA63E3A33D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383162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blu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117F345-65C2-2CD1-DC0D-64AC50F134C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4283244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amp;C_gree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11348A-7A65-4D63-9999-43FC28C9E5E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2452894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amp;C_red-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6142E-F691-EA8F-3DCD-7E4A78F2E4F1}"/>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373773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amp;C_cya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C15972-37F2-DAE7-8C10-98E52C044C25}"/>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620414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orange">
    <p:spTree>
      <p:nvGrpSpPr>
        <p:cNvPr id="1" name=""/>
        <p:cNvGrpSpPr/>
        <p:nvPr/>
      </p:nvGrpSpPr>
      <p:grpSpPr>
        <a:xfrm>
          <a:off x="0" y="0"/>
          <a:ext cx="0" cy="0"/>
          <a:chOff x="0" y="0"/>
          <a:chExt cx="0" cy="0"/>
        </a:xfrm>
      </p:grpSpPr>
      <p:sp>
        <p:nvSpPr>
          <p:cNvPr id="10" name="Snip Diagonal Corner Rectangle 3">
            <a:extLst>
              <a:ext uri="{FF2B5EF4-FFF2-40B4-BE49-F238E27FC236}">
                <a16:creationId xmlns:a16="http://schemas.microsoft.com/office/drawing/2014/main" id="{B505DC89-2E6F-5786-39F5-2B4AC2C46AF0}"/>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C26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43D25585-2BA2-DAE6-6CD9-0856FBF84816}"/>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21514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_blue">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72874D61-669D-1562-9471-3F57078BE147}"/>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213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6B5BC051-110A-C89D-9342-F257EABF8C2E}"/>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14790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_gree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A2D0F62E-5468-5683-75D2-94AABF0D8A47}"/>
              </a:ext>
            </a:extLst>
          </p:cNvPr>
          <p:cNvSpPr>
            <a:spLocks noChangeAspect="1"/>
          </p:cNvSpPr>
          <p:nvPr/>
        </p:nvSpPr>
        <p:spPr>
          <a:xfrm flipH="1">
            <a:off x="814200" y="669190"/>
            <a:ext cx="1020001" cy="612000"/>
          </a:xfrm>
          <a:prstGeom prst="snip2DiagRect">
            <a:avLst>
              <a:gd name="adj1" fmla="val 0"/>
              <a:gd name="adj2" fmla="val 24507"/>
            </a:avLst>
          </a:prstGeom>
          <a:solidFill>
            <a:srgbClr val="007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AA369FF4-FA36-C573-1B73-72B7F94DBF1D}"/>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66728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_red">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4DAD662D-900F-5555-5351-CB7EA4561EB7}"/>
              </a:ext>
            </a:extLst>
          </p:cNvPr>
          <p:cNvSpPr>
            <a:spLocks noChangeAspect="1"/>
          </p:cNvSpPr>
          <p:nvPr/>
        </p:nvSpPr>
        <p:spPr>
          <a:xfrm flipH="1">
            <a:off x="814200" y="669190"/>
            <a:ext cx="1020001" cy="612000"/>
          </a:xfrm>
          <a:prstGeom prst="snip2DiagRect">
            <a:avLst>
              <a:gd name="adj1" fmla="val 0"/>
              <a:gd name="adj2" fmla="val 24507"/>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8AEC8F0B-7C47-5026-ABEB-5E962B739489}"/>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5972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_cya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215673C9-3F6B-C178-D494-7C8B73C3CDF6}"/>
              </a:ext>
            </a:extLst>
          </p:cNvPr>
          <p:cNvSpPr>
            <a:spLocks noChangeAspect="1"/>
          </p:cNvSpPr>
          <p:nvPr/>
        </p:nvSpPr>
        <p:spPr>
          <a:xfrm flipH="1">
            <a:off x="814200" y="669190"/>
            <a:ext cx="1020001" cy="612000"/>
          </a:xfrm>
          <a:prstGeom prst="snip2DiagRect">
            <a:avLst>
              <a:gd name="adj1" fmla="val 0"/>
              <a:gd name="adj2" fmla="val 24507"/>
            </a:avLst>
          </a:prstGeom>
          <a:solidFill>
            <a:srgbClr val="3F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C9063645-AAC5-51BC-FFC8-34CC9F594B55}"/>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943791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Exampl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BB63A3-9AB5-EBAC-F6F9-327B22130DC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id="{EB0149AE-399E-56CA-418B-96532FF191D9}"/>
              </a:ext>
            </a:extLst>
          </p:cNvPr>
          <p:cNvSpPr>
            <a:spLocks noGrp="1" noRot="1" noMove="1" noResize="1" noEditPoints="1" noAdjustHandles="1" noChangeArrowheads="1" noChangeShapeType="1"/>
          </p:cNvSpPr>
          <p:nvPr>
            <p:ph type="body" sz="quarter" idx="13" hasCustomPrompt="1"/>
          </p:nvPr>
        </p:nvSpPr>
        <p:spPr>
          <a:xfrm>
            <a:off x="3212307"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heckpoint-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F9B736-CC97-6F5A-03D8-7FA0AF198B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704400"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ctivity-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3E1F40-9013-EBB0-F98A-0AFCFACA220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170999"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Lab-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9646B7-AEA6-E416-7BF3-052FDD7D201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2467612"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misconcep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B0A839-D23C-1435-A186-FA67B65721C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MISCONCEPTION</a:t>
            </a:r>
            <a:endParaRPr lang="en-GB" dirty="0"/>
          </a:p>
        </p:txBody>
      </p:sp>
      <p:sp>
        <p:nvSpPr>
          <p:cNvPr id="8" name="Content Placeholder 7">
            <a:extLst>
              <a:ext uri="{FF2B5EF4-FFF2-40B4-BE49-F238E27FC236}">
                <a16:creationId xmlns:a16="http://schemas.microsoft.com/office/drawing/2014/main" id="{435FBDB0-6C27-C606-20C5-686A00F18771}"/>
              </a:ext>
            </a:extLst>
          </p:cNvPr>
          <p:cNvSpPr>
            <a:spLocks noGrp="1"/>
          </p:cNvSpPr>
          <p:nvPr>
            <p:ph sz="quarter" idx="15"/>
          </p:nvPr>
        </p:nvSpPr>
        <p:spPr>
          <a:xfrm>
            <a:off x="1693716" y="1609199"/>
            <a:ext cx="9660083" cy="2159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a:extLst>
              <a:ext uri="{FF2B5EF4-FFF2-40B4-BE49-F238E27FC236}">
                <a16:creationId xmlns:a16="http://schemas.microsoft.com/office/drawing/2014/main" id="{042C0F3B-5325-9C8D-A663-14E64C0C8154}"/>
              </a:ext>
            </a:extLst>
          </p:cNvPr>
          <p:cNvSpPr>
            <a:spLocks noGrp="1"/>
          </p:cNvSpPr>
          <p:nvPr>
            <p:ph sz="quarter" idx="14"/>
          </p:nvPr>
        </p:nvSpPr>
        <p:spPr>
          <a:xfrm>
            <a:off x="1693716" y="4024188"/>
            <a:ext cx="9658800" cy="216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946814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94735F-B64E-887A-0584-E2B7E148B655}"/>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THINK ABOUT</a:t>
            </a:r>
          </a:p>
        </p:txBody>
      </p:sp>
      <p:sp>
        <p:nvSpPr>
          <p:cNvPr id="8" name="Content Placeholder 10">
            <a:extLst>
              <a:ext uri="{FF2B5EF4-FFF2-40B4-BE49-F238E27FC236}">
                <a16:creationId xmlns:a16="http://schemas.microsoft.com/office/drawing/2014/main" id="{69195DCF-0E55-AAB5-1074-39FAB8E19505}"/>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810290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F49635-7B62-1BF0-3627-0DEF2D36B20A}"/>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84AD40"/>
                </a:solidFill>
              </a:rPr>
              <a:t>TIP</a:t>
            </a:r>
          </a:p>
        </p:txBody>
      </p:sp>
      <p:sp>
        <p:nvSpPr>
          <p:cNvPr id="8" name="Content Placeholder 10">
            <a:extLst>
              <a:ext uri="{FF2B5EF4-FFF2-40B4-BE49-F238E27FC236}">
                <a16:creationId xmlns:a16="http://schemas.microsoft.com/office/drawing/2014/main" id="{9E46E5CA-E96E-2DB9-64FE-5E1D76C77C98}"/>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129095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6276F9-8CAE-0301-EC9B-559DB9D0878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ANALOGY</a:t>
            </a:r>
          </a:p>
        </p:txBody>
      </p:sp>
      <p:sp>
        <p:nvSpPr>
          <p:cNvPr id="8" name="Content Placeholder 10">
            <a:extLst>
              <a:ext uri="{FF2B5EF4-FFF2-40B4-BE49-F238E27FC236}">
                <a16:creationId xmlns:a16="http://schemas.microsoft.com/office/drawing/2014/main" id="{15CCE8C4-EE82-5FA1-86D9-7618ACBB4E89}"/>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77470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C24769-7557-7417-69AD-C7D98D6EF87C}"/>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ENRICHMENT</a:t>
            </a:r>
          </a:p>
        </p:txBody>
      </p:sp>
      <p:sp>
        <p:nvSpPr>
          <p:cNvPr id="8" name="Content Placeholder 10">
            <a:extLst>
              <a:ext uri="{FF2B5EF4-FFF2-40B4-BE49-F238E27FC236}">
                <a16:creationId xmlns:a16="http://schemas.microsoft.com/office/drawing/2014/main" id="{C0FDA7B9-3B4F-45FE-C0CB-6CE489DF46B9}"/>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612345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365613-9A6E-EC8F-CC4F-45C6843B5D0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HISTORICAL NOTE</a:t>
            </a:r>
          </a:p>
        </p:txBody>
      </p:sp>
      <p:sp>
        <p:nvSpPr>
          <p:cNvPr id="9" name="Content Placeholder 10">
            <a:extLst>
              <a:ext uri="{FF2B5EF4-FFF2-40B4-BE49-F238E27FC236}">
                <a16:creationId xmlns:a16="http://schemas.microsoft.com/office/drawing/2014/main" id="{9FE9C956-B01C-9F5B-D06E-B224FA04F063}"/>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311021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F6A893-6ACD-62D2-E506-31CE1C78BC6A}"/>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
        <p:nvSpPr>
          <p:cNvPr id="8" name="Content Placeholder 10">
            <a:extLst>
              <a:ext uri="{FF2B5EF4-FFF2-40B4-BE49-F238E27FC236}">
                <a16:creationId xmlns:a16="http://schemas.microsoft.com/office/drawing/2014/main" id="{D8CACC2A-8E2C-4654-1BEE-FF9B00C1EA13}"/>
              </a:ext>
            </a:extLst>
          </p:cNvPr>
          <p:cNvSpPr>
            <a:spLocks noGrp="1"/>
          </p:cNvSpPr>
          <p:nvPr>
            <p:ph sz="quarter" idx="15"/>
          </p:nvPr>
        </p:nvSpPr>
        <p:spPr>
          <a:xfrm>
            <a:off x="838800" y="1609200"/>
            <a:ext cx="105156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5975974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52B39E-570D-BB77-3EC2-68BF2DA341F5}"/>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C6993D"/>
                </a:solidFill>
              </a:rPr>
              <a:t>RESOURCE</a:t>
            </a:r>
          </a:p>
        </p:txBody>
      </p:sp>
      <p:sp>
        <p:nvSpPr>
          <p:cNvPr id="9" name="Content Placeholder 10">
            <a:extLst>
              <a:ext uri="{FF2B5EF4-FFF2-40B4-BE49-F238E27FC236}">
                <a16:creationId xmlns:a16="http://schemas.microsoft.com/office/drawing/2014/main" id="{7873EF2F-CB2D-FF0C-FE7E-4E5878DAD739}"/>
              </a:ext>
            </a:extLst>
          </p:cNvPr>
          <p:cNvSpPr>
            <a:spLocks noGrp="1"/>
          </p:cNvSpPr>
          <p:nvPr>
            <p:ph sz="quarter" idx="15"/>
          </p:nvPr>
        </p:nvSpPr>
        <p:spPr>
          <a:xfrm>
            <a:off x="838800" y="1609200"/>
            <a:ext cx="7848000" cy="4680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icture Placeholder 9">
            <a:extLst>
              <a:ext uri="{FF2B5EF4-FFF2-40B4-BE49-F238E27FC236}">
                <a16:creationId xmlns:a16="http://schemas.microsoft.com/office/drawing/2014/main" id="{D221140A-902D-C446-8456-B18F8CA15108}"/>
              </a:ext>
            </a:extLst>
          </p:cNvPr>
          <p:cNvSpPr>
            <a:spLocks noGrp="1"/>
          </p:cNvSpPr>
          <p:nvPr>
            <p:ph type="pic" sz="quarter" idx="14"/>
          </p:nvPr>
        </p:nvSpPr>
        <p:spPr>
          <a:xfrm>
            <a:off x="8833800" y="1609200"/>
            <a:ext cx="2520000" cy="3283200"/>
          </a:xfrm>
          <a:prstGeom prst="rect">
            <a:avLst/>
          </a:prstGeom>
        </p:spPr>
        <p:txBody>
          <a:bodyPr/>
          <a:lstStyle/>
          <a:p>
            <a:r>
              <a:rPr lang="en-US"/>
              <a:t>Click icon to add picture</a:t>
            </a:r>
            <a:endParaRPr lang="en-GB"/>
          </a:p>
        </p:txBody>
      </p:sp>
    </p:spTree>
    <p:extLst>
      <p:ext uri="{BB962C8B-B14F-4D97-AF65-F5344CB8AC3E}">
        <p14:creationId xmlns:p14="http://schemas.microsoft.com/office/powerpoint/2010/main" val="9121314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210F294E-2671-69F2-AD8E-91EF65CCF609}"/>
              </a:ext>
            </a:extLst>
          </p:cNvPr>
          <p:cNvSpPr>
            <a:spLocks noGrp="1"/>
          </p:cNvSpPr>
          <p:nvPr>
            <p:ph type="dt" sz="half" idx="10"/>
          </p:nvPr>
        </p:nvSpPr>
        <p:spPr/>
        <p:txBody>
          <a:bodyPr/>
          <a:lstStyle/>
          <a:p>
            <a:fld id="{F07CE581-C706-43BB-9E93-1B4DA785C440}" type="datetime1">
              <a:rPr lang="en-US" smtClean="0"/>
              <a:t>5/8/2023</a:t>
            </a:fld>
            <a:endParaRPr lang="en-US" dirty="0"/>
          </a:p>
        </p:txBody>
      </p:sp>
      <p:sp>
        <p:nvSpPr>
          <p:cNvPr id="12" name="Footer Placeholder 11">
            <a:extLst>
              <a:ext uri="{FF2B5EF4-FFF2-40B4-BE49-F238E27FC236}">
                <a16:creationId xmlns:a16="http://schemas.microsoft.com/office/drawing/2014/main"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5CB804-96AA-A5E1-7170-B54411166665}"/>
              </a:ext>
            </a:extLst>
          </p:cNvPr>
          <p:cNvPicPr>
            <a:picLocks noChangeAspect="1"/>
          </p:cNvPicPr>
          <p:nvPr/>
        </p:nvPicPr>
        <p:blipFill>
          <a:blip r:embed="rId34"/>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5/8/2023</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0F58C60C-B777-2B7A-945B-E3C1848079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25" r:id="rId6"/>
    <p:sldLayoutId id="2147483726" r:id="rId7"/>
    <p:sldLayoutId id="2147483727" r:id="rId8"/>
    <p:sldLayoutId id="2147483700" r:id="rId9"/>
    <p:sldLayoutId id="2147483701" r:id="rId10"/>
    <p:sldLayoutId id="2147483702" r:id="rId11"/>
    <p:sldLayoutId id="2147483703" r:id="rId12"/>
    <p:sldLayoutId id="2147483704" r:id="rId13"/>
    <p:sldLayoutId id="2147483705" r:id="rId14"/>
    <p:sldLayoutId id="2147483721" r:id="rId15"/>
    <p:sldLayoutId id="2147483722" r:id="rId16"/>
    <p:sldLayoutId id="2147483723" r:id="rId17"/>
    <p:sldLayoutId id="2147483724" r:id="rId18"/>
    <p:sldLayoutId id="2147483706" r:id="rId19"/>
    <p:sldLayoutId id="2147483707" r:id="rId20"/>
    <p:sldLayoutId id="2147483708" r:id="rId21"/>
    <p:sldLayoutId id="2147483709" r:id="rId22"/>
    <p:sldLayoutId id="2147483712" r:id="rId23"/>
    <p:sldLayoutId id="2147483714" r:id="rId24"/>
    <p:sldLayoutId id="2147483715" r:id="rId25"/>
    <p:sldLayoutId id="2147483716" r:id="rId26"/>
    <p:sldLayoutId id="2147483717" r:id="rId27"/>
    <p:sldLayoutId id="2147483718" r:id="rId28"/>
    <p:sldLayoutId id="2147483719" r:id="rId29"/>
    <p:sldLayoutId id="2147483720" r:id="rId30"/>
    <p:sldLayoutId id="2147483710" r:id="rId31"/>
    <p:sldLayoutId id="2147483711" r:id="rId32"/>
  </p:sldLayoutIdLst>
  <p:hf hdr="0" ftr="0" dt="0"/>
  <p:txStyles>
    <p:titleStyle>
      <a:lvl1pPr algn="l" defTabSz="914400" rtl="0" eaLnBrk="1" latinLnBrk="0" hangingPunct="1">
        <a:lnSpc>
          <a:spcPct val="90000"/>
        </a:lnSpc>
        <a:spcBef>
          <a:spcPct val="0"/>
        </a:spcBef>
        <a:buNone/>
        <a:defRPr sz="3200" b="1" kern="1200" cap="none" baseline="0">
          <a:solidFill>
            <a:srgbClr val="606060"/>
          </a:solidFill>
          <a:latin typeface="Myriad Pro" panose="020B0503030403020204" pitchFamily="34" charset="0"/>
          <a:ea typeface="+mj-ea"/>
          <a:cs typeface="+mj-cs"/>
        </a:defRPr>
      </a:lvl1pPr>
    </p:titleStyle>
    <p:body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Myriad Pro" panose="020B0503030403020204" pitchFamily="34" charset="0"/>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yriad Pro" panose="020B0503030403020204" pitchFamily="34" charset="0"/>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yriad Pro" panose="020B0503030403020204" pitchFamily="34" charset="0"/>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Chapter 3</a:t>
            </a:r>
            <a:br>
              <a:rPr lang="en-GB" dirty="0"/>
            </a:br>
            <a:r>
              <a:rPr lang="en-US" dirty="0"/>
              <a:t>Advanced Control Structures</a:t>
            </a:r>
          </a:p>
        </p:txBody>
      </p:sp>
    </p:spTree>
    <p:extLst>
      <p:ext uri="{BB962C8B-B14F-4D97-AF65-F5344CB8AC3E}">
        <p14:creationId xmlns:p14="http://schemas.microsoft.com/office/powerpoint/2010/main" val="136419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Nested Control Structures</a:t>
            </a:r>
          </a:p>
        </p:txBody>
      </p:sp>
      <p:sp>
        <p:nvSpPr>
          <p:cNvPr id="4" name="Text Placeholder 3"/>
          <p:cNvSpPr>
            <a:spLocks noGrp="1"/>
          </p:cNvSpPr>
          <p:nvPr>
            <p:ph type="body" sz="quarter" idx="14"/>
          </p:nvPr>
        </p:nvSpPr>
        <p:spPr/>
        <p:txBody>
          <a:bodyPr/>
          <a:lstStyle/>
          <a:p>
            <a:r>
              <a:rPr lang="en-US" dirty="0"/>
              <a:t>3.1</a:t>
            </a:r>
          </a:p>
        </p:txBody>
      </p:sp>
      <p:sp>
        <p:nvSpPr>
          <p:cNvPr id="5" name="Content Placeholder 4"/>
          <p:cNvSpPr>
            <a:spLocks noGrp="1"/>
          </p:cNvSpPr>
          <p:nvPr>
            <p:ph sz="quarter" idx="15"/>
          </p:nvPr>
        </p:nvSpPr>
        <p:spPr/>
        <p:txBody>
          <a:bodyPr/>
          <a:lstStyle/>
          <a:p>
            <a:r>
              <a:rPr lang="en-US" dirty="0">
                <a:solidFill>
                  <a:srgbClr val="000000"/>
                </a:solidFill>
                <a:latin typeface="MinionPro-Regular" panose="02040503050306020203" pitchFamily="18" charset="0"/>
              </a:rPr>
              <a:t>Placing a structure into another is called a </a:t>
            </a:r>
            <a:r>
              <a:rPr lang="en-US" dirty="0">
                <a:solidFill>
                  <a:srgbClr val="3333FF"/>
                </a:solidFill>
                <a:latin typeface="MyriadPro-Semibold" panose="020B0603030403020204" pitchFamily="34" charset="0"/>
              </a:rPr>
              <a:t>nested structure</a:t>
            </a:r>
            <a:r>
              <a:rPr lang="en-US" dirty="0">
                <a:solidFill>
                  <a:srgbClr val="000000"/>
                </a:solidFill>
                <a:latin typeface="MinionPro-Regular" panose="02040503050306020203" pitchFamily="18" charset="0"/>
              </a:rPr>
              <a:t>. A conditional statement may also be nested within a branch of another conditional statement. A </a:t>
            </a:r>
            <a:r>
              <a:rPr lang="en-US" dirty="0">
                <a:solidFill>
                  <a:srgbClr val="3333FF"/>
                </a:solidFill>
                <a:latin typeface="MyriadPro-Semibold" panose="020B0603030403020204" pitchFamily="34" charset="0"/>
              </a:rPr>
              <a:t>nested conditional statement </a:t>
            </a:r>
            <a:r>
              <a:rPr lang="en-US" dirty="0">
                <a:solidFill>
                  <a:srgbClr val="000000"/>
                </a:solidFill>
                <a:latin typeface="MinionPro-Regular" panose="02040503050306020203" pitchFamily="18" charset="0"/>
              </a:rPr>
              <a:t>decides whether to enter another conditional statement based on the result of the previous condition.</a:t>
            </a:r>
          </a:p>
        </p:txBody>
      </p:sp>
      <p:pic>
        <p:nvPicPr>
          <p:cNvPr id="2" name="Picture 1">
            <a:extLst>
              <a:ext uri="{FF2B5EF4-FFF2-40B4-BE49-F238E27FC236}">
                <a16:creationId xmlns:a16="http://schemas.microsoft.com/office/drawing/2014/main" id="{A6989D8B-2438-292F-713B-6AEEA5C551C8}"/>
              </a:ext>
            </a:extLst>
          </p:cNvPr>
          <p:cNvPicPr>
            <a:picLocks noChangeAspect="1"/>
          </p:cNvPicPr>
          <p:nvPr/>
        </p:nvPicPr>
        <p:blipFill>
          <a:blip r:embed="rId2"/>
          <a:stretch>
            <a:fillRect/>
          </a:stretch>
        </p:blipFill>
        <p:spPr>
          <a:xfrm>
            <a:off x="2769468" y="2793321"/>
            <a:ext cx="6653064" cy="3701079"/>
          </a:xfrm>
          <a:prstGeom prst="rect">
            <a:avLst/>
          </a:prstGeom>
        </p:spPr>
      </p:pic>
    </p:spTree>
    <p:extLst>
      <p:ext uri="{BB962C8B-B14F-4D97-AF65-F5344CB8AC3E}">
        <p14:creationId xmlns:p14="http://schemas.microsoft.com/office/powerpoint/2010/main" val="2227334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lstStyle/>
          <a:p>
            <a:r>
              <a:rPr lang="en-US" dirty="0"/>
              <a:t>Answer the questions on P.71 of the textbook.</a:t>
            </a:r>
          </a:p>
          <a:p>
            <a:r>
              <a:rPr lang="en-US" dirty="0"/>
              <a:t>1.</a:t>
            </a:r>
          </a:p>
          <a:p>
            <a:r>
              <a:rPr lang="en-US" sz="1800" dirty="0">
                <a:solidFill>
                  <a:srgbClr val="FF0000"/>
                </a:solidFill>
                <a:latin typeface="CourierNewPSMT"/>
              </a:rPr>
              <a:t>(a &lt; 0) or (b &lt; 0) or (c &lt; 0)</a:t>
            </a:r>
          </a:p>
          <a:p>
            <a:r>
              <a:rPr lang="en-US" sz="1800" dirty="0">
                <a:solidFill>
                  <a:srgbClr val="FF0000"/>
                </a:solidFill>
                <a:latin typeface="CourierNewPSMT"/>
              </a:rPr>
              <a:t>(</a:t>
            </a:r>
            <a:r>
              <a:rPr lang="en-US" sz="1800" dirty="0" err="1">
                <a:solidFill>
                  <a:srgbClr val="FF0000"/>
                </a:solidFill>
                <a:latin typeface="CourierNewPSMT"/>
              </a:rPr>
              <a:t>a+b</a:t>
            </a:r>
            <a:r>
              <a:rPr lang="en-US" sz="1800" dirty="0">
                <a:solidFill>
                  <a:srgbClr val="FF0000"/>
                </a:solidFill>
                <a:latin typeface="CourierNewPSMT"/>
              </a:rPr>
              <a:t> &lt;= c) or (</a:t>
            </a:r>
            <a:r>
              <a:rPr lang="en-US" sz="1800" dirty="0" err="1">
                <a:solidFill>
                  <a:srgbClr val="FF0000"/>
                </a:solidFill>
                <a:latin typeface="CourierNewPSMT"/>
              </a:rPr>
              <a:t>a+c</a:t>
            </a:r>
            <a:r>
              <a:rPr lang="en-US" sz="1800" dirty="0">
                <a:solidFill>
                  <a:srgbClr val="FF0000"/>
                </a:solidFill>
                <a:latin typeface="CourierNewPSMT"/>
              </a:rPr>
              <a:t> &lt;= b) or (</a:t>
            </a:r>
            <a:r>
              <a:rPr lang="en-US" sz="1800" dirty="0" err="1">
                <a:solidFill>
                  <a:srgbClr val="FF0000"/>
                </a:solidFill>
                <a:latin typeface="CourierNewPSMT"/>
              </a:rPr>
              <a:t>b+c</a:t>
            </a:r>
            <a:r>
              <a:rPr lang="en-US" sz="1800" dirty="0">
                <a:solidFill>
                  <a:srgbClr val="FF0000"/>
                </a:solidFill>
                <a:latin typeface="CourierNewPSMT"/>
              </a:rPr>
              <a:t> &lt;= a)</a:t>
            </a:r>
            <a:endParaRPr lang="en-US" sz="18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a:t>
            </a:fld>
            <a:endParaRPr lang="en-US" dirty="0"/>
          </a:p>
        </p:txBody>
      </p:sp>
      <p:sp>
        <p:nvSpPr>
          <p:cNvPr id="9" name="Text Placeholder 8"/>
          <p:cNvSpPr>
            <a:spLocks noGrp="1"/>
          </p:cNvSpPr>
          <p:nvPr>
            <p:ph type="body" sz="quarter" idx="13"/>
          </p:nvPr>
        </p:nvSpPr>
        <p:spPr/>
        <p:txBody>
          <a:bodyPr/>
          <a:lstStyle/>
          <a:p>
            <a:r>
              <a:rPr lang="en-US" dirty="0"/>
              <a:t>3.1</a:t>
            </a:r>
          </a:p>
        </p:txBody>
      </p:sp>
      <p:pic>
        <p:nvPicPr>
          <p:cNvPr id="10" name="Picture 9"/>
          <p:cNvPicPr>
            <a:picLocks noChangeAspect="1"/>
          </p:cNvPicPr>
          <p:nvPr/>
        </p:nvPicPr>
        <p:blipFill rotWithShape="1">
          <a:blip r:embed="rId2"/>
          <a:srcRect l="4305" t="57544" r="33908" b="10972"/>
          <a:stretch/>
        </p:blipFill>
        <p:spPr>
          <a:xfrm>
            <a:off x="838200" y="3412863"/>
            <a:ext cx="4644400" cy="2151645"/>
          </a:xfrm>
          <a:prstGeom prst="rect">
            <a:avLst/>
          </a:prstGeom>
        </p:spPr>
      </p:pic>
    </p:spTree>
    <p:extLst>
      <p:ext uri="{BB962C8B-B14F-4D97-AF65-F5344CB8AC3E}">
        <p14:creationId xmlns:p14="http://schemas.microsoft.com/office/powerpoint/2010/main" val="35551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t>4</a:t>
            </a:fld>
            <a:endParaRPr lang="en-US" dirty="0"/>
          </a:p>
        </p:txBody>
      </p:sp>
      <p:sp>
        <p:nvSpPr>
          <p:cNvPr id="6" name="Text Placeholder 5"/>
          <p:cNvSpPr>
            <a:spLocks noGrp="1"/>
          </p:cNvSpPr>
          <p:nvPr>
            <p:ph type="body" sz="quarter" idx="13"/>
          </p:nvPr>
        </p:nvSpPr>
        <p:spPr/>
        <p:txBody>
          <a:bodyPr/>
          <a:lstStyle/>
          <a:p>
            <a:r>
              <a:rPr lang="en-US" dirty="0"/>
              <a:t>3.1</a:t>
            </a:r>
          </a:p>
        </p:txBody>
      </p:sp>
      <p:pic>
        <p:nvPicPr>
          <p:cNvPr id="2" name="Picture 1"/>
          <p:cNvPicPr>
            <a:picLocks noChangeAspect="1"/>
          </p:cNvPicPr>
          <p:nvPr/>
        </p:nvPicPr>
        <p:blipFill rotWithShape="1">
          <a:blip r:embed="rId2"/>
          <a:srcRect b="44583"/>
          <a:stretch/>
        </p:blipFill>
        <p:spPr>
          <a:xfrm>
            <a:off x="991573" y="2203571"/>
            <a:ext cx="7805340" cy="771267"/>
          </a:xfrm>
          <a:prstGeom prst="rect">
            <a:avLst/>
          </a:prstGeom>
        </p:spPr>
      </p:pic>
      <p:pic>
        <p:nvPicPr>
          <p:cNvPr id="7" name="Picture 6"/>
          <p:cNvPicPr>
            <a:picLocks noChangeAspect="1"/>
          </p:cNvPicPr>
          <p:nvPr/>
        </p:nvPicPr>
        <p:blipFill rotWithShape="1">
          <a:blip r:embed="rId2"/>
          <a:srcRect t="44858"/>
          <a:stretch/>
        </p:blipFill>
        <p:spPr>
          <a:xfrm>
            <a:off x="991573" y="2827881"/>
            <a:ext cx="7805340" cy="767443"/>
          </a:xfrm>
          <a:prstGeom prst="rect">
            <a:avLst/>
          </a:prstGeom>
        </p:spPr>
      </p:pic>
      <p:sp>
        <p:nvSpPr>
          <p:cNvPr id="8" name="Rectangle 7"/>
          <p:cNvSpPr/>
          <p:nvPr/>
        </p:nvSpPr>
        <p:spPr>
          <a:xfrm>
            <a:off x="991573" y="1585316"/>
            <a:ext cx="4652043" cy="433324"/>
          </a:xfrm>
          <a:prstGeom prst="rect">
            <a:avLst/>
          </a:prstGeom>
        </p:spPr>
        <p:txBody>
          <a:bodyPr wrap="none">
            <a:spAutoFit/>
          </a:bodyPr>
          <a:lstStyle/>
          <a:p>
            <a:pPr lvl="0" defTabSz="914400">
              <a:lnSpc>
                <a:spcPct val="120000"/>
              </a:lnSpc>
              <a:spcBef>
                <a:spcPts val="1000"/>
              </a:spcBef>
              <a:buSzPct val="125000"/>
            </a:pPr>
            <a:r>
              <a:rPr lang="en-US" sz="2000" dirty="0">
                <a:solidFill>
                  <a:prstClr val="black"/>
                </a:solidFill>
                <a:latin typeface="Myriad Pro" panose="020B0503030403020204" pitchFamily="34" charset="0"/>
              </a:rPr>
              <a:t>Try Activity 3.1 on P.72-73 of the textbook.</a:t>
            </a:r>
          </a:p>
        </p:txBody>
      </p:sp>
    </p:spTree>
    <p:extLst>
      <p:ext uri="{BB962C8B-B14F-4D97-AF65-F5344CB8AC3E}">
        <p14:creationId xmlns:p14="http://schemas.microsoft.com/office/powerpoint/2010/main" val="289270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Nested Loops</a:t>
            </a:r>
          </a:p>
        </p:txBody>
      </p:sp>
      <p:sp>
        <p:nvSpPr>
          <p:cNvPr id="3" name="Slide Number Placeholder 2"/>
          <p:cNvSpPr>
            <a:spLocks noGrp="1"/>
          </p:cNvSpPr>
          <p:nvPr>
            <p:ph type="sldNum" sz="quarter" idx="12"/>
          </p:nvPr>
        </p:nvSpPr>
        <p:spPr/>
        <p:txBody>
          <a:bodyPr/>
          <a:lstStyle/>
          <a:p>
            <a:fld id="{6D22F896-40B5-4ADD-8801-0D06FADFA095}" type="slidenum">
              <a:rPr lang="en-US" smtClean="0"/>
              <a:t>5</a:t>
            </a:fld>
            <a:endParaRPr lang="en-US" dirty="0"/>
          </a:p>
        </p:txBody>
      </p:sp>
      <p:sp>
        <p:nvSpPr>
          <p:cNvPr id="6" name="Text Placeholder 5"/>
          <p:cNvSpPr>
            <a:spLocks noGrp="1"/>
          </p:cNvSpPr>
          <p:nvPr>
            <p:ph type="body" sz="quarter" idx="14"/>
          </p:nvPr>
        </p:nvSpPr>
        <p:spPr/>
        <p:txBody>
          <a:bodyPr/>
          <a:lstStyle/>
          <a:p>
            <a:r>
              <a:rPr lang="en-US" dirty="0"/>
              <a:t>3.2</a:t>
            </a:r>
          </a:p>
        </p:txBody>
      </p:sp>
      <p:sp>
        <p:nvSpPr>
          <p:cNvPr id="7" name="Content Placeholder 6"/>
          <p:cNvSpPr>
            <a:spLocks noGrp="1"/>
          </p:cNvSpPr>
          <p:nvPr>
            <p:ph sz="quarter" idx="15"/>
          </p:nvPr>
        </p:nvSpPr>
        <p:spPr/>
        <p:txBody>
          <a:bodyPr/>
          <a:lstStyle/>
          <a:p>
            <a:r>
              <a:rPr lang="en-US" dirty="0">
                <a:solidFill>
                  <a:srgbClr val="000000"/>
                </a:solidFill>
                <a:latin typeface="MinionPro-Regular" panose="02040503050306020203" pitchFamily="18" charset="0"/>
              </a:rPr>
              <a:t>Placing a loop into another is called a </a:t>
            </a:r>
            <a:r>
              <a:rPr lang="en-US" dirty="0">
                <a:solidFill>
                  <a:srgbClr val="3333FF"/>
                </a:solidFill>
                <a:latin typeface="MyriadPro-Semibold" panose="020B0603030403020204" pitchFamily="34" charset="0"/>
              </a:rPr>
              <a:t>nested loop</a:t>
            </a:r>
            <a:r>
              <a:rPr lang="en-US" dirty="0">
                <a:solidFill>
                  <a:srgbClr val="000000"/>
                </a:solidFill>
                <a:latin typeface="MinionPro-Regular" panose="02040503050306020203" pitchFamily="18" charset="0"/>
              </a:rPr>
              <a:t>. The following is an example of a nested </a:t>
            </a:r>
            <a:r>
              <a:rPr lang="en-US" sz="1400" dirty="0">
                <a:solidFill>
                  <a:srgbClr val="000000"/>
                </a:solidFill>
                <a:latin typeface="CourierNewPSMT"/>
              </a:rPr>
              <a:t>for </a:t>
            </a:r>
            <a:r>
              <a:rPr lang="en-US" dirty="0">
                <a:solidFill>
                  <a:srgbClr val="000000"/>
                </a:solidFill>
                <a:latin typeface="MinionPro-Regular" panose="02040503050306020203" pitchFamily="18" charset="0"/>
              </a:rPr>
              <a:t>loop:</a:t>
            </a:r>
            <a:endParaRPr lang="en-US" dirty="0"/>
          </a:p>
        </p:txBody>
      </p:sp>
      <p:pic>
        <p:nvPicPr>
          <p:cNvPr id="8" name="Picture 7"/>
          <p:cNvPicPr>
            <a:picLocks noChangeAspect="1"/>
          </p:cNvPicPr>
          <p:nvPr/>
        </p:nvPicPr>
        <p:blipFill>
          <a:blip r:embed="rId2"/>
          <a:stretch>
            <a:fillRect/>
          </a:stretch>
        </p:blipFill>
        <p:spPr>
          <a:xfrm>
            <a:off x="1223912" y="2512800"/>
            <a:ext cx="9642901" cy="2557615"/>
          </a:xfrm>
          <a:prstGeom prst="rect">
            <a:avLst/>
          </a:prstGeom>
        </p:spPr>
      </p:pic>
    </p:spTree>
    <p:extLst>
      <p:ext uri="{BB962C8B-B14F-4D97-AF65-F5344CB8AC3E}">
        <p14:creationId xmlns:p14="http://schemas.microsoft.com/office/powerpoint/2010/main" val="4255297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Nested Loops</a:t>
            </a:r>
          </a:p>
        </p:txBody>
      </p:sp>
      <p:sp>
        <p:nvSpPr>
          <p:cNvPr id="3" name="Slide Number Placeholder 2"/>
          <p:cNvSpPr>
            <a:spLocks noGrp="1"/>
          </p:cNvSpPr>
          <p:nvPr>
            <p:ph type="sldNum" sz="quarter" idx="12"/>
          </p:nvPr>
        </p:nvSpPr>
        <p:spPr/>
        <p:txBody>
          <a:bodyPr/>
          <a:lstStyle/>
          <a:p>
            <a:fld id="{6D22F896-40B5-4ADD-8801-0D06FADFA095}" type="slidenum">
              <a:rPr lang="en-US" smtClean="0"/>
              <a:t>6</a:t>
            </a:fld>
            <a:endParaRPr lang="en-US" dirty="0"/>
          </a:p>
        </p:txBody>
      </p:sp>
      <p:sp>
        <p:nvSpPr>
          <p:cNvPr id="6" name="Text Placeholder 5"/>
          <p:cNvSpPr>
            <a:spLocks noGrp="1"/>
          </p:cNvSpPr>
          <p:nvPr>
            <p:ph type="body" sz="quarter" idx="14"/>
          </p:nvPr>
        </p:nvSpPr>
        <p:spPr/>
        <p:txBody>
          <a:bodyPr/>
          <a:lstStyle/>
          <a:p>
            <a:r>
              <a:rPr lang="en-US" dirty="0"/>
              <a:t>3.2</a:t>
            </a:r>
          </a:p>
        </p:txBody>
      </p:sp>
      <p:sp>
        <p:nvSpPr>
          <p:cNvPr id="7" name="Content Placeholder 6"/>
          <p:cNvSpPr>
            <a:spLocks noGrp="1"/>
          </p:cNvSpPr>
          <p:nvPr>
            <p:ph sz="quarter" idx="15"/>
          </p:nvPr>
        </p:nvSpPr>
        <p:spPr/>
        <p:txBody>
          <a:bodyPr/>
          <a:lstStyle/>
          <a:p>
            <a:r>
              <a:rPr lang="en-US" dirty="0">
                <a:latin typeface="MinionPro-Regular" panose="02040503050306020203" pitchFamily="18" charset="0"/>
              </a:rPr>
              <a:t>Use a trace table to </a:t>
            </a:r>
            <a:r>
              <a:rPr lang="en-US" dirty="0" err="1">
                <a:latin typeface="MinionPro-Regular" panose="02040503050306020203" pitchFamily="18" charset="0"/>
              </a:rPr>
              <a:t>analyse</a:t>
            </a:r>
            <a:r>
              <a:rPr lang="en-US" dirty="0">
                <a:latin typeface="MinionPro-Regular" panose="02040503050306020203" pitchFamily="18" charset="0"/>
              </a:rPr>
              <a:t> the above nested loop line by line, as well as trace the values of the loop counters:</a:t>
            </a:r>
            <a:endParaRPr lang="en-US" dirty="0"/>
          </a:p>
        </p:txBody>
      </p:sp>
      <p:pic>
        <p:nvPicPr>
          <p:cNvPr id="2" name="Picture 1"/>
          <p:cNvPicPr>
            <a:picLocks noChangeAspect="1"/>
          </p:cNvPicPr>
          <p:nvPr/>
        </p:nvPicPr>
        <p:blipFill>
          <a:blip r:embed="rId2"/>
          <a:stretch>
            <a:fillRect/>
          </a:stretch>
        </p:blipFill>
        <p:spPr>
          <a:xfrm>
            <a:off x="2774967" y="2253891"/>
            <a:ext cx="6643265" cy="4238984"/>
          </a:xfrm>
          <a:prstGeom prst="rect">
            <a:avLst/>
          </a:prstGeom>
        </p:spPr>
      </p:pic>
    </p:spTree>
    <p:extLst>
      <p:ext uri="{BB962C8B-B14F-4D97-AF65-F5344CB8AC3E}">
        <p14:creationId xmlns:p14="http://schemas.microsoft.com/office/powerpoint/2010/main" val="3303417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Nested Loops</a:t>
            </a:r>
          </a:p>
        </p:txBody>
      </p:sp>
      <p:sp>
        <p:nvSpPr>
          <p:cNvPr id="3" name="Slide Number Placeholder 2"/>
          <p:cNvSpPr>
            <a:spLocks noGrp="1"/>
          </p:cNvSpPr>
          <p:nvPr>
            <p:ph type="sldNum" sz="quarter" idx="12"/>
          </p:nvPr>
        </p:nvSpPr>
        <p:spPr/>
        <p:txBody>
          <a:bodyPr/>
          <a:lstStyle/>
          <a:p>
            <a:fld id="{6D22F896-40B5-4ADD-8801-0D06FADFA095}" type="slidenum">
              <a:rPr lang="en-US" smtClean="0"/>
              <a:t>7</a:t>
            </a:fld>
            <a:endParaRPr lang="en-US" dirty="0"/>
          </a:p>
        </p:txBody>
      </p:sp>
      <p:sp>
        <p:nvSpPr>
          <p:cNvPr id="6" name="Text Placeholder 5"/>
          <p:cNvSpPr>
            <a:spLocks noGrp="1"/>
          </p:cNvSpPr>
          <p:nvPr>
            <p:ph type="body" sz="quarter" idx="14"/>
          </p:nvPr>
        </p:nvSpPr>
        <p:spPr/>
        <p:txBody>
          <a:bodyPr/>
          <a:lstStyle/>
          <a:p>
            <a:r>
              <a:rPr lang="en-US" dirty="0"/>
              <a:t>3.2</a:t>
            </a:r>
          </a:p>
        </p:txBody>
      </p:sp>
      <p:sp>
        <p:nvSpPr>
          <p:cNvPr id="7" name="Content Placeholder 6"/>
          <p:cNvSpPr>
            <a:spLocks noGrp="1"/>
          </p:cNvSpPr>
          <p:nvPr>
            <p:ph sz="quarter" idx="15"/>
          </p:nvPr>
        </p:nvSpPr>
        <p:spPr/>
        <p:txBody>
          <a:bodyPr/>
          <a:lstStyle/>
          <a:p>
            <a:r>
              <a:rPr lang="en-US" dirty="0">
                <a:latin typeface="MinionPro-Regular" panose="02040503050306020203" pitchFamily="18" charset="0"/>
              </a:rPr>
              <a:t>From the above trace table, we can see that each time the outer loop body </a:t>
            </a:r>
            <a:r>
              <a:rPr lang="en-US" altLang="zh-TW" dirty="0">
                <a:latin typeface="MinionPro-Regular" panose="02040503050306020203" pitchFamily="18" charset="0"/>
              </a:rPr>
              <a:t>(</a:t>
            </a:r>
            <a:r>
              <a:rPr lang="zh-TW" altLang="en-US" dirty="0">
                <a:latin typeface="NotoSansCJKtc-Regular" panose="020B0500000000000000" pitchFamily="34" charset="-120"/>
                <a:ea typeface="NotoSansCJKtc-Regular" panose="020B0500000000000000" pitchFamily="34" charset="-120"/>
              </a:rPr>
              <a:t>外循環體</a:t>
            </a:r>
            <a:r>
              <a:rPr lang="en-US" altLang="zh-TW" dirty="0">
                <a:latin typeface="MinionPro-Regular" panose="02040503050306020203" pitchFamily="18" charset="0"/>
                <a:ea typeface="NotoSansCJKtc-Regular" panose="020B0500000000000000" pitchFamily="34" charset="-120"/>
              </a:rPr>
              <a:t>) </a:t>
            </a:r>
            <a:r>
              <a:rPr lang="en-US" dirty="0">
                <a:latin typeface="MinionPro-Regular" panose="02040503050306020203" pitchFamily="18" charset="0"/>
                <a:ea typeface="NotoSansCJKtc-Regular" panose="020B0500000000000000" pitchFamily="34" charset="-120"/>
              </a:rPr>
              <a:t>is executed, the inner loop body (</a:t>
            </a:r>
            <a:r>
              <a:rPr lang="zh-TW" altLang="en-US" dirty="0">
                <a:latin typeface="NotoSansCJKtc-Regular" panose="020B0500000000000000" pitchFamily="34" charset="-120"/>
                <a:ea typeface="NotoSansCJKtc-Regular" panose="020B0500000000000000" pitchFamily="34" charset="-120"/>
              </a:rPr>
              <a:t>內循環體</a:t>
            </a:r>
            <a:r>
              <a:rPr lang="en-US" altLang="zh-TW" dirty="0">
                <a:latin typeface="MinionPro-Regular" panose="02040503050306020203" pitchFamily="18" charset="0"/>
                <a:ea typeface="NotoSansCJKtc-Regular" panose="020B0500000000000000" pitchFamily="34" charset="-120"/>
              </a:rPr>
              <a:t>) </a:t>
            </a:r>
            <a:r>
              <a:rPr lang="en-US" dirty="0">
                <a:latin typeface="MinionPro-Regular" panose="02040503050306020203" pitchFamily="18" charset="0"/>
                <a:ea typeface="NotoSansCJKtc-Regular" panose="020B0500000000000000" pitchFamily="34" charset="-120"/>
              </a:rPr>
              <a:t>will be executed </a:t>
            </a:r>
            <a:r>
              <a:rPr lang="en-US" dirty="0">
                <a:latin typeface="MinionPro-Regular" panose="02040503050306020203" pitchFamily="18" charset="0"/>
              </a:rPr>
              <a:t>three times.</a:t>
            </a:r>
            <a:endParaRPr lang="en-US" dirty="0"/>
          </a:p>
        </p:txBody>
      </p:sp>
    </p:spTree>
    <p:extLst>
      <p:ext uri="{BB962C8B-B14F-4D97-AF65-F5344CB8AC3E}">
        <p14:creationId xmlns:p14="http://schemas.microsoft.com/office/powerpoint/2010/main" val="3996257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8</a:t>
            </a:fld>
            <a:endParaRPr lang="en-US" dirty="0"/>
          </a:p>
        </p:txBody>
      </p:sp>
      <p:sp>
        <p:nvSpPr>
          <p:cNvPr id="7" name="Text Placeholder 6"/>
          <p:cNvSpPr>
            <a:spLocks noGrp="1"/>
          </p:cNvSpPr>
          <p:nvPr>
            <p:ph type="body" sz="quarter" idx="13"/>
          </p:nvPr>
        </p:nvSpPr>
        <p:spPr/>
        <p:txBody>
          <a:bodyPr/>
          <a:lstStyle/>
          <a:p>
            <a:r>
              <a:rPr lang="en-US" dirty="0"/>
              <a:t>3.2</a:t>
            </a:r>
          </a:p>
        </p:txBody>
      </p:sp>
      <p:sp>
        <p:nvSpPr>
          <p:cNvPr id="2" name="Content Placeholder 1"/>
          <p:cNvSpPr>
            <a:spLocks noGrp="1"/>
          </p:cNvSpPr>
          <p:nvPr>
            <p:ph idx="1"/>
          </p:nvPr>
        </p:nvSpPr>
        <p:spPr/>
        <p:txBody>
          <a:bodyPr/>
          <a:lstStyle/>
          <a:p>
            <a:pPr lvl="0"/>
            <a:r>
              <a:rPr lang="en-US" dirty="0">
                <a:solidFill>
                  <a:prstClr val="black"/>
                </a:solidFill>
              </a:rPr>
              <a:t>Try Activity 3.2 on P.75-76 of the textbook.</a:t>
            </a:r>
          </a:p>
          <a:p>
            <a:pPr lvl="0"/>
            <a:endParaRPr lang="en-US" dirty="0">
              <a:solidFill>
                <a:prstClr val="black"/>
              </a:solidFill>
            </a:endParaRPr>
          </a:p>
          <a:p>
            <a:r>
              <a:rPr lang="en-US" dirty="0"/>
              <a:t>1.</a:t>
            </a:r>
          </a:p>
          <a:p>
            <a:pPr lvl="0"/>
            <a:endParaRPr lang="en-US" dirty="0">
              <a:solidFill>
                <a:prstClr val="black"/>
              </a:solidFill>
            </a:endParaRPr>
          </a:p>
        </p:txBody>
      </p:sp>
      <p:pic>
        <p:nvPicPr>
          <p:cNvPr id="6" name="Picture 5"/>
          <p:cNvPicPr>
            <a:picLocks noChangeAspect="1"/>
          </p:cNvPicPr>
          <p:nvPr/>
        </p:nvPicPr>
        <p:blipFill>
          <a:blip r:embed="rId2"/>
          <a:stretch>
            <a:fillRect/>
          </a:stretch>
        </p:blipFill>
        <p:spPr>
          <a:xfrm>
            <a:off x="1583936" y="2524666"/>
            <a:ext cx="3794401" cy="3778934"/>
          </a:xfrm>
          <a:prstGeom prst="rect">
            <a:avLst/>
          </a:prstGeom>
        </p:spPr>
      </p:pic>
    </p:spTree>
    <p:extLst>
      <p:ext uri="{BB962C8B-B14F-4D97-AF65-F5344CB8AC3E}">
        <p14:creationId xmlns:p14="http://schemas.microsoft.com/office/powerpoint/2010/main" val="347932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9</a:t>
            </a:fld>
            <a:endParaRPr lang="en-US" dirty="0"/>
          </a:p>
        </p:txBody>
      </p:sp>
      <p:sp>
        <p:nvSpPr>
          <p:cNvPr id="7" name="Text Placeholder 6"/>
          <p:cNvSpPr>
            <a:spLocks noGrp="1"/>
          </p:cNvSpPr>
          <p:nvPr>
            <p:ph type="body" sz="quarter" idx="13"/>
          </p:nvPr>
        </p:nvSpPr>
        <p:spPr/>
        <p:txBody>
          <a:bodyPr/>
          <a:lstStyle/>
          <a:p>
            <a:r>
              <a:rPr lang="en-US" dirty="0"/>
              <a:t>3.2</a:t>
            </a:r>
          </a:p>
        </p:txBody>
      </p:sp>
      <p:sp>
        <p:nvSpPr>
          <p:cNvPr id="6" name="Content Placeholder 5"/>
          <p:cNvSpPr>
            <a:spLocks noGrp="1"/>
          </p:cNvSpPr>
          <p:nvPr>
            <p:ph idx="1"/>
          </p:nvPr>
        </p:nvSpPr>
        <p:spPr/>
        <p:txBody>
          <a:bodyPr/>
          <a:lstStyle/>
          <a:p>
            <a:r>
              <a:rPr lang="en-US" dirty="0"/>
              <a:t>2. </a:t>
            </a:r>
            <a:r>
              <a:rPr lang="en-US" dirty="0">
                <a:solidFill>
                  <a:srgbClr val="FF0000"/>
                </a:solidFill>
                <a:latin typeface="MinionPro-Regular" panose="02040503050306020203" pitchFamily="18" charset="0"/>
              </a:rPr>
              <a:t>×</a:t>
            </a:r>
          </a:p>
          <a:p>
            <a:r>
              <a:rPr lang="en-US" dirty="0"/>
              <a:t>3.</a:t>
            </a:r>
          </a:p>
          <a:p>
            <a:endParaRPr lang="en-US" dirty="0"/>
          </a:p>
        </p:txBody>
      </p:sp>
      <p:pic>
        <p:nvPicPr>
          <p:cNvPr id="8" name="Picture 7"/>
          <p:cNvPicPr>
            <a:picLocks noChangeAspect="1"/>
          </p:cNvPicPr>
          <p:nvPr/>
        </p:nvPicPr>
        <p:blipFill>
          <a:blip r:embed="rId2"/>
          <a:stretch>
            <a:fillRect/>
          </a:stretch>
        </p:blipFill>
        <p:spPr>
          <a:xfrm>
            <a:off x="1962225" y="2235835"/>
            <a:ext cx="1787210" cy="3795997"/>
          </a:xfrm>
          <a:prstGeom prst="rect">
            <a:avLst/>
          </a:prstGeom>
        </p:spPr>
      </p:pic>
      <p:pic>
        <p:nvPicPr>
          <p:cNvPr id="9" name="Picture 8"/>
          <p:cNvPicPr>
            <a:picLocks noChangeAspect="1"/>
          </p:cNvPicPr>
          <p:nvPr/>
        </p:nvPicPr>
        <p:blipFill>
          <a:blip r:embed="rId3"/>
          <a:stretch>
            <a:fillRect/>
          </a:stretch>
        </p:blipFill>
        <p:spPr>
          <a:xfrm>
            <a:off x="4140229" y="2235835"/>
            <a:ext cx="2371500" cy="3473067"/>
          </a:xfrm>
          <a:prstGeom prst="rect">
            <a:avLst/>
          </a:prstGeom>
        </p:spPr>
      </p:pic>
    </p:spTree>
    <p:extLst>
      <p:ext uri="{BB962C8B-B14F-4D97-AF65-F5344CB8AC3E}">
        <p14:creationId xmlns:p14="http://schemas.microsoft.com/office/powerpoint/2010/main" val="2616019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t>10</a:t>
            </a:fld>
            <a:endParaRPr lang="en-US" dirty="0"/>
          </a:p>
        </p:txBody>
      </p:sp>
      <p:sp>
        <p:nvSpPr>
          <p:cNvPr id="6" name="Text Placeholder 5"/>
          <p:cNvSpPr>
            <a:spLocks noGrp="1"/>
          </p:cNvSpPr>
          <p:nvPr>
            <p:ph type="body" sz="quarter" idx="13"/>
          </p:nvPr>
        </p:nvSpPr>
        <p:spPr/>
        <p:txBody>
          <a:bodyPr/>
          <a:lstStyle/>
          <a:p>
            <a:r>
              <a:rPr lang="en-US" dirty="0"/>
              <a:t>3.1</a:t>
            </a:r>
          </a:p>
        </p:txBody>
      </p:sp>
      <p:sp>
        <p:nvSpPr>
          <p:cNvPr id="2" name="Content Placeholder 1"/>
          <p:cNvSpPr>
            <a:spLocks noGrp="1"/>
          </p:cNvSpPr>
          <p:nvPr>
            <p:ph idx="1"/>
          </p:nvPr>
        </p:nvSpPr>
        <p:spPr/>
        <p:txBody>
          <a:bodyPr/>
          <a:lstStyle/>
          <a:p>
            <a:pPr lvl="0"/>
            <a:r>
              <a:rPr lang="en-US" dirty="0">
                <a:solidFill>
                  <a:prstClr val="black"/>
                </a:solidFill>
              </a:rPr>
              <a:t>Try Example 3.1 on P.77-78 of the textbook.</a:t>
            </a:r>
          </a:p>
          <a:p>
            <a:pPr lvl="0"/>
            <a:endParaRPr lang="en-US" dirty="0">
              <a:solidFill>
                <a:prstClr val="black"/>
              </a:solidFill>
            </a:endParaRPr>
          </a:p>
          <a:p>
            <a:r>
              <a:rPr lang="en-US" dirty="0"/>
              <a:t>1. </a:t>
            </a:r>
            <a:r>
              <a:rPr lang="en-US" dirty="0">
                <a:solidFill>
                  <a:srgbClr val="FF0000"/>
                </a:solidFill>
              </a:rPr>
              <a:t>L, L</a:t>
            </a:r>
          </a:p>
          <a:p>
            <a:pPr lvl="0"/>
            <a:endParaRPr lang="en-US" dirty="0">
              <a:solidFill>
                <a:prstClr val="black"/>
              </a:solidFill>
            </a:endParaRPr>
          </a:p>
          <a:p>
            <a:endParaRPr lang="en-US" dirty="0"/>
          </a:p>
        </p:txBody>
      </p:sp>
    </p:spTree>
    <p:extLst>
      <p:ext uri="{BB962C8B-B14F-4D97-AF65-F5344CB8AC3E}">
        <p14:creationId xmlns:p14="http://schemas.microsoft.com/office/powerpoint/2010/main" val="2962346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Nested Loops and Two-dimensional Arrays</a:t>
            </a:r>
          </a:p>
        </p:txBody>
      </p:sp>
      <p:sp>
        <p:nvSpPr>
          <p:cNvPr id="3" name="Slide Number Placeholder 2"/>
          <p:cNvSpPr>
            <a:spLocks noGrp="1"/>
          </p:cNvSpPr>
          <p:nvPr>
            <p:ph type="sldNum" sz="quarter" idx="12"/>
          </p:nvPr>
        </p:nvSpPr>
        <p:spPr/>
        <p:txBody>
          <a:bodyPr/>
          <a:lstStyle/>
          <a:p>
            <a:fld id="{6D22F896-40B5-4ADD-8801-0D06FADFA095}" type="slidenum">
              <a:rPr lang="en-US" smtClean="0"/>
              <a:t>11</a:t>
            </a:fld>
            <a:endParaRPr lang="en-US" dirty="0"/>
          </a:p>
        </p:txBody>
      </p:sp>
      <p:sp>
        <p:nvSpPr>
          <p:cNvPr id="6" name="Text Placeholder 5"/>
          <p:cNvSpPr>
            <a:spLocks noGrp="1"/>
          </p:cNvSpPr>
          <p:nvPr>
            <p:ph type="body" sz="quarter" idx="14"/>
          </p:nvPr>
        </p:nvSpPr>
        <p:spPr/>
        <p:txBody>
          <a:bodyPr/>
          <a:lstStyle/>
          <a:p>
            <a:r>
              <a:rPr lang="en-US" dirty="0"/>
              <a:t>3.3</a:t>
            </a:r>
          </a:p>
        </p:txBody>
      </p:sp>
      <p:sp>
        <p:nvSpPr>
          <p:cNvPr id="7" name="Content Placeholder 6"/>
          <p:cNvSpPr>
            <a:spLocks noGrp="1"/>
          </p:cNvSpPr>
          <p:nvPr>
            <p:ph sz="quarter" idx="15"/>
          </p:nvPr>
        </p:nvSpPr>
        <p:spPr/>
        <p:txBody>
          <a:bodyPr/>
          <a:lstStyle/>
          <a:p>
            <a:r>
              <a:rPr lang="en-US" dirty="0"/>
              <a:t>We often use a nested for loop to access items in a two-dimensional array one by one:</a:t>
            </a:r>
          </a:p>
        </p:txBody>
      </p:sp>
      <p:pic>
        <p:nvPicPr>
          <p:cNvPr id="8" name="Picture 7"/>
          <p:cNvPicPr>
            <a:picLocks noChangeAspect="1"/>
          </p:cNvPicPr>
          <p:nvPr/>
        </p:nvPicPr>
        <p:blipFill>
          <a:blip r:embed="rId2"/>
          <a:stretch>
            <a:fillRect/>
          </a:stretch>
        </p:blipFill>
        <p:spPr>
          <a:xfrm>
            <a:off x="1033446" y="2279904"/>
            <a:ext cx="10126308" cy="3352991"/>
          </a:xfrm>
          <a:prstGeom prst="rect">
            <a:avLst/>
          </a:prstGeom>
        </p:spPr>
      </p:pic>
    </p:spTree>
    <p:extLst>
      <p:ext uri="{BB962C8B-B14F-4D97-AF65-F5344CB8AC3E}">
        <p14:creationId xmlns:p14="http://schemas.microsoft.com/office/powerpoint/2010/main" val="776491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Nested Loops and Two-dimensional Arrays</a:t>
            </a:r>
          </a:p>
        </p:txBody>
      </p:sp>
      <p:sp>
        <p:nvSpPr>
          <p:cNvPr id="3" name="Slide Number Placeholder 2"/>
          <p:cNvSpPr>
            <a:spLocks noGrp="1"/>
          </p:cNvSpPr>
          <p:nvPr>
            <p:ph type="sldNum" sz="quarter" idx="12"/>
          </p:nvPr>
        </p:nvSpPr>
        <p:spPr/>
        <p:txBody>
          <a:bodyPr/>
          <a:lstStyle/>
          <a:p>
            <a:fld id="{6D22F896-40B5-4ADD-8801-0D06FADFA095}" type="slidenum">
              <a:rPr lang="en-US" smtClean="0"/>
              <a:t>12</a:t>
            </a:fld>
            <a:endParaRPr lang="en-US" dirty="0"/>
          </a:p>
        </p:txBody>
      </p:sp>
      <p:sp>
        <p:nvSpPr>
          <p:cNvPr id="6" name="Text Placeholder 5"/>
          <p:cNvSpPr>
            <a:spLocks noGrp="1"/>
          </p:cNvSpPr>
          <p:nvPr>
            <p:ph type="body" sz="quarter" idx="14"/>
          </p:nvPr>
        </p:nvSpPr>
        <p:spPr/>
        <p:txBody>
          <a:bodyPr/>
          <a:lstStyle/>
          <a:p>
            <a:r>
              <a:rPr lang="en-US" dirty="0"/>
              <a:t>3.3</a:t>
            </a:r>
          </a:p>
        </p:txBody>
      </p:sp>
      <p:sp>
        <p:nvSpPr>
          <p:cNvPr id="7" name="Content Placeholder 6"/>
          <p:cNvSpPr>
            <a:spLocks noGrp="1"/>
          </p:cNvSpPr>
          <p:nvPr>
            <p:ph sz="quarter" idx="15"/>
          </p:nvPr>
        </p:nvSpPr>
        <p:spPr/>
        <p:txBody>
          <a:bodyPr/>
          <a:lstStyle/>
          <a:p>
            <a:r>
              <a:rPr lang="en-US" dirty="0">
                <a:solidFill>
                  <a:srgbClr val="000000"/>
                </a:solidFill>
                <a:latin typeface="MinionPro-Regular" panose="02040503050306020203" pitchFamily="18" charset="0"/>
              </a:rPr>
              <a:t>No matter whether values will be assigned to list items individually or consecutively with the use of a </a:t>
            </a:r>
            <a:r>
              <a:rPr lang="en-US" sz="1400" dirty="0">
                <a:solidFill>
                  <a:srgbClr val="000000"/>
                </a:solidFill>
                <a:latin typeface="CourierNewPSMT"/>
              </a:rPr>
              <a:t>for </a:t>
            </a:r>
            <a:r>
              <a:rPr lang="en-US" dirty="0">
                <a:solidFill>
                  <a:srgbClr val="000000"/>
                </a:solidFill>
                <a:latin typeface="MinionPro-Regular" panose="02040503050306020203" pitchFamily="18" charset="0"/>
              </a:rPr>
              <a:t>loop, users must first create a list and assign default values before they can access the items. This process is known as </a:t>
            </a:r>
            <a:r>
              <a:rPr lang="en-US" dirty="0" err="1">
                <a:solidFill>
                  <a:srgbClr val="3333FF"/>
                </a:solidFill>
                <a:latin typeface="MyriadPro-Semibold" panose="020B0603030403020204" pitchFamily="34" charset="0"/>
              </a:rPr>
              <a:t>initialisation</a:t>
            </a:r>
            <a:r>
              <a:rPr lang="en-US" dirty="0">
                <a:solidFill>
                  <a:srgbClr val="000000"/>
                </a:solidFill>
                <a:latin typeface="MinionPro-Regular" panose="02040503050306020203" pitchFamily="18" charset="0"/>
              </a:rPr>
              <a:t>. The following is an example of using a nested </a:t>
            </a:r>
            <a:r>
              <a:rPr lang="en-US" sz="1400" dirty="0">
                <a:solidFill>
                  <a:srgbClr val="000000"/>
                </a:solidFill>
                <a:latin typeface="CourierNewPSMT"/>
              </a:rPr>
              <a:t>for </a:t>
            </a:r>
            <a:r>
              <a:rPr lang="en-US" dirty="0">
                <a:solidFill>
                  <a:srgbClr val="000000"/>
                </a:solidFill>
                <a:latin typeface="MinionPro-Regular" panose="02040503050306020203" pitchFamily="18" charset="0"/>
              </a:rPr>
              <a:t>loop to </a:t>
            </a:r>
            <a:r>
              <a:rPr lang="en-US" dirty="0" err="1">
                <a:solidFill>
                  <a:srgbClr val="000000"/>
                </a:solidFill>
                <a:latin typeface="MinionPro-Regular" panose="02040503050306020203" pitchFamily="18" charset="0"/>
              </a:rPr>
              <a:t>initialise</a:t>
            </a:r>
            <a:r>
              <a:rPr lang="en-US" dirty="0">
                <a:solidFill>
                  <a:srgbClr val="000000"/>
                </a:solidFill>
                <a:latin typeface="MinionPro-Regular" panose="02040503050306020203" pitchFamily="18" charset="0"/>
              </a:rPr>
              <a:t> a two-dimensional list with 3 × 6 items and assign the value of “0” to all items.</a:t>
            </a:r>
            <a:endParaRPr lang="en-US" dirty="0"/>
          </a:p>
        </p:txBody>
      </p:sp>
      <p:pic>
        <p:nvPicPr>
          <p:cNvPr id="2" name="Content Placeholder 7">
            <a:extLst>
              <a:ext uri="{FF2B5EF4-FFF2-40B4-BE49-F238E27FC236}">
                <a16:creationId xmlns:a16="http://schemas.microsoft.com/office/drawing/2014/main" id="{C4B1FBD8-5885-D9DD-E1EB-38CF9E2A705B}"/>
              </a:ext>
            </a:extLst>
          </p:cNvPr>
          <p:cNvPicPr>
            <a:picLocks noChangeAspect="1"/>
          </p:cNvPicPr>
          <p:nvPr/>
        </p:nvPicPr>
        <p:blipFill>
          <a:blip r:embed="rId2"/>
          <a:stretch>
            <a:fillRect/>
          </a:stretch>
        </p:blipFill>
        <p:spPr>
          <a:xfrm>
            <a:off x="756351" y="3300923"/>
            <a:ext cx="10679297" cy="2873077"/>
          </a:xfrm>
          <a:prstGeom prst="rect">
            <a:avLst/>
          </a:prstGeom>
        </p:spPr>
      </p:pic>
    </p:spTree>
    <p:extLst>
      <p:ext uri="{BB962C8B-B14F-4D97-AF65-F5344CB8AC3E}">
        <p14:creationId xmlns:p14="http://schemas.microsoft.com/office/powerpoint/2010/main" val="4241105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13</a:t>
            </a:fld>
            <a:endParaRPr lang="en-US" dirty="0"/>
          </a:p>
        </p:txBody>
      </p:sp>
      <p:sp>
        <p:nvSpPr>
          <p:cNvPr id="10" name="Text Placeholder 9"/>
          <p:cNvSpPr>
            <a:spLocks noGrp="1"/>
          </p:cNvSpPr>
          <p:nvPr>
            <p:ph type="body" sz="quarter" idx="13"/>
          </p:nvPr>
        </p:nvSpPr>
        <p:spPr/>
        <p:txBody>
          <a:bodyPr/>
          <a:lstStyle/>
          <a:p>
            <a:r>
              <a:rPr lang="en-US" dirty="0"/>
              <a:t>3.2</a:t>
            </a:r>
          </a:p>
        </p:txBody>
      </p:sp>
      <p:sp>
        <p:nvSpPr>
          <p:cNvPr id="2" name="Content Placeholder 1"/>
          <p:cNvSpPr>
            <a:spLocks noGrp="1"/>
          </p:cNvSpPr>
          <p:nvPr>
            <p:ph idx="1"/>
          </p:nvPr>
        </p:nvSpPr>
        <p:spPr/>
        <p:txBody>
          <a:bodyPr/>
          <a:lstStyle/>
          <a:p>
            <a:pPr lvl="0"/>
            <a:r>
              <a:rPr lang="en-US" dirty="0">
                <a:solidFill>
                  <a:prstClr val="black"/>
                </a:solidFill>
              </a:rPr>
              <a:t>Try Example 3.2 </a:t>
            </a:r>
            <a:r>
              <a:rPr lang="en-US">
                <a:solidFill>
                  <a:prstClr val="black"/>
                </a:solidFill>
              </a:rPr>
              <a:t>on P.79-80 </a:t>
            </a:r>
            <a:r>
              <a:rPr lang="en-US" dirty="0">
                <a:solidFill>
                  <a:prstClr val="black"/>
                </a:solidFill>
              </a:rPr>
              <a:t>of the textbook.</a:t>
            </a:r>
          </a:p>
          <a:p>
            <a:endParaRPr lang="en-US" dirty="0"/>
          </a:p>
        </p:txBody>
      </p:sp>
      <p:pic>
        <p:nvPicPr>
          <p:cNvPr id="4" name="Picture 3"/>
          <p:cNvPicPr>
            <a:picLocks noChangeAspect="1"/>
          </p:cNvPicPr>
          <p:nvPr/>
        </p:nvPicPr>
        <p:blipFill>
          <a:blip r:embed="rId2"/>
          <a:stretch>
            <a:fillRect/>
          </a:stretch>
        </p:blipFill>
        <p:spPr>
          <a:xfrm>
            <a:off x="1190982" y="2126449"/>
            <a:ext cx="2885325" cy="710400"/>
          </a:xfrm>
          <a:prstGeom prst="rect">
            <a:avLst/>
          </a:prstGeom>
        </p:spPr>
      </p:pic>
    </p:spTree>
    <p:extLst>
      <p:ext uri="{BB962C8B-B14F-4D97-AF65-F5344CB8AC3E}">
        <p14:creationId xmlns:p14="http://schemas.microsoft.com/office/powerpoint/2010/main" val="1936212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Answer the questions on P.80 of the textbook.</a:t>
            </a:r>
          </a:p>
          <a:p>
            <a:endParaRPr lang="en-US" dirty="0"/>
          </a:p>
          <a:p>
            <a:r>
              <a:rPr lang="en-US" dirty="0"/>
              <a:t>1. </a:t>
            </a:r>
          </a:p>
        </p:txBody>
      </p:sp>
      <p:sp>
        <p:nvSpPr>
          <p:cNvPr id="3" name="Slide Number Placeholder 2"/>
          <p:cNvSpPr>
            <a:spLocks noGrp="1"/>
          </p:cNvSpPr>
          <p:nvPr>
            <p:ph type="sldNum" sz="quarter" idx="12"/>
          </p:nvPr>
        </p:nvSpPr>
        <p:spPr/>
        <p:txBody>
          <a:bodyPr/>
          <a:lstStyle/>
          <a:p>
            <a:fld id="{6D22F896-40B5-4ADD-8801-0D06FADFA095}" type="slidenum">
              <a:rPr lang="en-US" smtClean="0"/>
              <a:t>14</a:t>
            </a:fld>
            <a:endParaRPr lang="en-US" dirty="0"/>
          </a:p>
        </p:txBody>
      </p:sp>
      <p:sp>
        <p:nvSpPr>
          <p:cNvPr id="6" name="Text Placeholder 5"/>
          <p:cNvSpPr>
            <a:spLocks noGrp="1"/>
          </p:cNvSpPr>
          <p:nvPr>
            <p:ph type="body" sz="quarter" idx="13"/>
          </p:nvPr>
        </p:nvSpPr>
        <p:spPr/>
        <p:txBody>
          <a:bodyPr/>
          <a:lstStyle/>
          <a:p>
            <a:r>
              <a:rPr lang="en-US" dirty="0"/>
              <a:t>3.2</a:t>
            </a:r>
          </a:p>
        </p:txBody>
      </p:sp>
      <p:pic>
        <p:nvPicPr>
          <p:cNvPr id="7" name="Picture 6"/>
          <p:cNvPicPr>
            <a:picLocks noChangeAspect="1"/>
          </p:cNvPicPr>
          <p:nvPr/>
        </p:nvPicPr>
        <p:blipFill>
          <a:blip r:embed="rId2"/>
          <a:stretch>
            <a:fillRect/>
          </a:stretch>
        </p:blipFill>
        <p:spPr>
          <a:xfrm>
            <a:off x="1474799" y="2416486"/>
            <a:ext cx="9414231" cy="2563728"/>
          </a:xfrm>
          <a:prstGeom prst="rect">
            <a:avLst/>
          </a:prstGeom>
        </p:spPr>
      </p:pic>
    </p:spTree>
    <p:extLst>
      <p:ext uri="{BB962C8B-B14F-4D97-AF65-F5344CB8AC3E}">
        <p14:creationId xmlns:p14="http://schemas.microsoft.com/office/powerpoint/2010/main" val="307484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2. </a:t>
            </a:r>
          </a:p>
        </p:txBody>
      </p:sp>
      <p:sp>
        <p:nvSpPr>
          <p:cNvPr id="3" name="Slide Number Placeholder 2"/>
          <p:cNvSpPr>
            <a:spLocks noGrp="1"/>
          </p:cNvSpPr>
          <p:nvPr>
            <p:ph type="sldNum" sz="quarter" idx="12"/>
          </p:nvPr>
        </p:nvSpPr>
        <p:spPr/>
        <p:txBody>
          <a:bodyPr/>
          <a:lstStyle/>
          <a:p>
            <a:fld id="{6D22F896-40B5-4ADD-8801-0D06FADFA095}" type="slidenum">
              <a:rPr lang="en-US" smtClean="0"/>
              <a:t>15</a:t>
            </a:fld>
            <a:endParaRPr lang="en-US" dirty="0"/>
          </a:p>
        </p:txBody>
      </p:sp>
      <p:sp>
        <p:nvSpPr>
          <p:cNvPr id="6" name="Text Placeholder 5"/>
          <p:cNvSpPr>
            <a:spLocks noGrp="1"/>
          </p:cNvSpPr>
          <p:nvPr>
            <p:ph type="body" sz="quarter" idx="13"/>
          </p:nvPr>
        </p:nvSpPr>
        <p:spPr/>
        <p:txBody>
          <a:bodyPr/>
          <a:lstStyle/>
          <a:p>
            <a:r>
              <a:rPr lang="en-US" dirty="0"/>
              <a:t>3.2</a:t>
            </a:r>
          </a:p>
        </p:txBody>
      </p:sp>
      <p:pic>
        <p:nvPicPr>
          <p:cNvPr id="2" name="Picture 1"/>
          <p:cNvPicPr>
            <a:picLocks noChangeAspect="1"/>
          </p:cNvPicPr>
          <p:nvPr/>
        </p:nvPicPr>
        <p:blipFill>
          <a:blip r:embed="rId2"/>
          <a:stretch>
            <a:fillRect/>
          </a:stretch>
        </p:blipFill>
        <p:spPr>
          <a:xfrm>
            <a:off x="1432681" y="1443599"/>
            <a:ext cx="9211882" cy="2524243"/>
          </a:xfrm>
          <a:prstGeom prst="rect">
            <a:avLst/>
          </a:prstGeom>
        </p:spPr>
      </p:pic>
    </p:spTree>
    <p:extLst>
      <p:ext uri="{BB962C8B-B14F-4D97-AF65-F5344CB8AC3E}">
        <p14:creationId xmlns:p14="http://schemas.microsoft.com/office/powerpoint/2010/main" val="83647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3. </a:t>
            </a:r>
          </a:p>
        </p:txBody>
      </p:sp>
      <p:sp>
        <p:nvSpPr>
          <p:cNvPr id="3" name="Slide Number Placeholder 2"/>
          <p:cNvSpPr>
            <a:spLocks noGrp="1"/>
          </p:cNvSpPr>
          <p:nvPr>
            <p:ph type="sldNum" sz="quarter" idx="12"/>
          </p:nvPr>
        </p:nvSpPr>
        <p:spPr/>
        <p:txBody>
          <a:bodyPr/>
          <a:lstStyle/>
          <a:p>
            <a:fld id="{6D22F896-40B5-4ADD-8801-0D06FADFA095}" type="slidenum">
              <a:rPr lang="en-US" smtClean="0"/>
              <a:t>16</a:t>
            </a:fld>
            <a:endParaRPr lang="en-US" dirty="0"/>
          </a:p>
        </p:txBody>
      </p:sp>
      <p:sp>
        <p:nvSpPr>
          <p:cNvPr id="6" name="Text Placeholder 5"/>
          <p:cNvSpPr>
            <a:spLocks noGrp="1"/>
          </p:cNvSpPr>
          <p:nvPr>
            <p:ph type="body" sz="quarter" idx="13"/>
          </p:nvPr>
        </p:nvSpPr>
        <p:spPr/>
        <p:txBody>
          <a:bodyPr/>
          <a:lstStyle/>
          <a:p>
            <a:r>
              <a:rPr lang="en-US" dirty="0"/>
              <a:t>3.2</a:t>
            </a:r>
          </a:p>
        </p:txBody>
      </p:sp>
      <p:pic>
        <p:nvPicPr>
          <p:cNvPr id="4" name="Picture 3"/>
          <p:cNvPicPr>
            <a:picLocks noChangeAspect="1"/>
          </p:cNvPicPr>
          <p:nvPr/>
        </p:nvPicPr>
        <p:blipFill>
          <a:blip r:embed="rId2"/>
          <a:stretch>
            <a:fillRect/>
          </a:stretch>
        </p:blipFill>
        <p:spPr>
          <a:xfrm>
            <a:off x="1206674" y="1443600"/>
            <a:ext cx="9825679" cy="2507914"/>
          </a:xfrm>
          <a:prstGeom prst="rect">
            <a:avLst/>
          </a:prstGeom>
        </p:spPr>
      </p:pic>
    </p:spTree>
    <p:extLst>
      <p:ext uri="{BB962C8B-B14F-4D97-AF65-F5344CB8AC3E}">
        <p14:creationId xmlns:p14="http://schemas.microsoft.com/office/powerpoint/2010/main" val="3879112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4 (a) (</a:t>
            </a:r>
            <a:r>
              <a:rPr lang="en-US" dirty="0" err="1"/>
              <a:t>i</a:t>
            </a:r>
            <a:r>
              <a:rPr lang="en-US" dirty="0"/>
              <a:t>) . </a:t>
            </a:r>
          </a:p>
        </p:txBody>
      </p:sp>
      <p:sp>
        <p:nvSpPr>
          <p:cNvPr id="3" name="Slide Number Placeholder 2"/>
          <p:cNvSpPr>
            <a:spLocks noGrp="1"/>
          </p:cNvSpPr>
          <p:nvPr>
            <p:ph type="sldNum" sz="quarter" idx="12"/>
          </p:nvPr>
        </p:nvSpPr>
        <p:spPr/>
        <p:txBody>
          <a:bodyPr/>
          <a:lstStyle/>
          <a:p>
            <a:fld id="{6D22F896-40B5-4ADD-8801-0D06FADFA095}" type="slidenum">
              <a:rPr lang="en-US" smtClean="0"/>
              <a:t>17</a:t>
            </a:fld>
            <a:endParaRPr lang="en-US" dirty="0"/>
          </a:p>
        </p:txBody>
      </p:sp>
      <p:sp>
        <p:nvSpPr>
          <p:cNvPr id="6" name="Text Placeholder 5"/>
          <p:cNvSpPr>
            <a:spLocks noGrp="1"/>
          </p:cNvSpPr>
          <p:nvPr>
            <p:ph type="body" sz="quarter" idx="13"/>
          </p:nvPr>
        </p:nvSpPr>
        <p:spPr/>
        <p:txBody>
          <a:bodyPr/>
          <a:lstStyle/>
          <a:p>
            <a:r>
              <a:rPr lang="en-US" dirty="0"/>
              <a:t>3.2</a:t>
            </a:r>
          </a:p>
        </p:txBody>
      </p:sp>
      <p:pic>
        <p:nvPicPr>
          <p:cNvPr id="2" name="Picture 1"/>
          <p:cNvPicPr>
            <a:picLocks noChangeAspect="1"/>
          </p:cNvPicPr>
          <p:nvPr/>
        </p:nvPicPr>
        <p:blipFill>
          <a:blip r:embed="rId2"/>
          <a:stretch>
            <a:fillRect/>
          </a:stretch>
        </p:blipFill>
        <p:spPr>
          <a:xfrm>
            <a:off x="1963745" y="1443600"/>
            <a:ext cx="8618966" cy="4037498"/>
          </a:xfrm>
          <a:prstGeom prst="rect">
            <a:avLst/>
          </a:prstGeom>
        </p:spPr>
      </p:pic>
    </p:spTree>
    <p:extLst>
      <p:ext uri="{BB962C8B-B14F-4D97-AF65-F5344CB8AC3E}">
        <p14:creationId xmlns:p14="http://schemas.microsoft.com/office/powerpoint/2010/main" val="490069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4 (a) (ii) </a:t>
            </a:r>
            <a:r>
              <a:rPr lang="en-US" dirty="0">
                <a:solidFill>
                  <a:srgbClr val="FF0000"/>
                </a:solidFill>
                <a:latin typeface="CourierNewPSMT"/>
              </a:rPr>
              <a:t>True</a:t>
            </a:r>
          </a:p>
          <a:p>
            <a:r>
              <a:rPr lang="en-US" dirty="0"/>
              <a:t>    (b) (</a:t>
            </a:r>
            <a:r>
              <a:rPr lang="en-US" dirty="0" err="1"/>
              <a:t>i</a:t>
            </a:r>
            <a:r>
              <a:rPr lang="en-US" dirty="0"/>
              <a:t>) </a:t>
            </a:r>
          </a:p>
        </p:txBody>
      </p:sp>
      <p:sp>
        <p:nvSpPr>
          <p:cNvPr id="3" name="Slide Number Placeholder 2"/>
          <p:cNvSpPr>
            <a:spLocks noGrp="1"/>
          </p:cNvSpPr>
          <p:nvPr>
            <p:ph type="sldNum" sz="quarter" idx="12"/>
          </p:nvPr>
        </p:nvSpPr>
        <p:spPr/>
        <p:txBody>
          <a:bodyPr/>
          <a:lstStyle/>
          <a:p>
            <a:fld id="{6D22F896-40B5-4ADD-8801-0D06FADFA095}" type="slidenum">
              <a:rPr lang="en-US" smtClean="0"/>
              <a:t>18</a:t>
            </a:fld>
            <a:endParaRPr lang="en-US" dirty="0"/>
          </a:p>
        </p:txBody>
      </p:sp>
      <p:sp>
        <p:nvSpPr>
          <p:cNvPr id="6" name="Text Placeholder 5"/>
          <p:cNvSpPr>
            <a:spLocks noGrp="1"/>
          </p:cNvSpPr>
          <p:nvPr>
            <p:ph type="body" sz="quarter" idx="13"/>
          </p:nvPr>
        </p:nvSpPr>
        <p:spPr/>
        <p:txBody>
          <a:bodyPr/>
          <a:lstStyle/>
          <a:p>
            <a:r>
              <a:rPr lang="en-US" dirty="0"/>
              <a:t>3.2</a:t>
            </a:r>
          </a:p>
        </p:txBody>
      </p:sp>
      <p:pic>
        <p:nvPicPr>
          <p:cNvPr id="4" name="Picture 3"/>
          <p:cNvPicPr>
            <a:picLocks noChangeAspect="1"/>
          </p:cNvPicPr>
          <p:nvPr/>
        </p:nvPicPr>
        <p:blipFill>
          <a:blip r:embed="rId2"/>
          <a:stretch>
            <a:fillRect/>
          </a:stretch>
        </p:blipFill>
        <p:spPr>
          <a:xfrm>
            <a:off x="1898431" y="2008614"/>
            <a:ext cx="6403051" cy="4114400"/>
          </a:xfrm>
          <a:prstGeom prst="rect">
            <a:avLst/>
          </a:prstGeom>
        </p:spPr>
      </p:pic>
    </p:spTree>
    <p:extLst>
      <p:ext uri="{BB962C8B-B14F-4D97-AF65-F5344CB8AC3E}">
        <p14:creationId xmlns:p14="http://schemas.microsoft.com/office/powerpoint/2010/main" val="1744970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 (b) (ii) </a:t>
            </a:r>
            <a:r>
              <a:rPr lang="en-US" dirty="0">
                <a:solidFill>
                  <a:srgbClr val="FF0000"/>
                </a:solidFill>
                <a:latin typeface="MinionPro-Regular" panose="02040503050306020203" pitchFamily="18" charset="0"/>
              </a:rPr>
              <a:t>On average, Sam’s algorithm is quicker. It is because once an item is found to be </a:t>
            </a:r>
            <a:r>
              <a:rPr lang="en-US" dirty="0">
                <a:solidFill>
                  <a:srgbClr val="FF0000"/>
                </a:solidFill>
                <a:latin typeface="CourierNewPSMT"/>
              </a:rPr>
              <a:t>False </a:t>
            </a:r>
            <a:r>
              <a:rPr lang="en-US" dirty="0">
                <a:solidFill>
                  <a:srgbClr val="FF0000"/>
                </a:solidFill>
                <a:latin typeface="MinionPro-Regular" panose="02040503050306020203" pitchFamily="18" charset="0"/>
              </a:rPr>
              <a:t>or a fully          	crossed row/column is found, the loop will stop.</a:t>
            </a:r>
          </a:p>
          <a:p>
            <a:r>
              <a:rPr lang="en-US" dirty="0"/>
              <a:t> (c) </a:t>
            </a:r>
          </a:p>
        </p:txBody>
      </p:sp>
      <p:sp>
        <p:nvSpPr>
          <p:cNvPr id="3" name="Slide Number Placeholder 2"/>
          <p:cNvSpPr>
            <a:spLocks noGrp="1"/>
          </p:cNvSpPr>
          <p:nvPr>
            <p:ph type="sldNum" sz="quarter" idx="12"/>
          </p:nvPr>
        </p:nvSpPr>
        <p:spPr/>
        <p:txBody>
          <a:bodyPr/>
          <a:lstStyle/>
          <a:p>
            <a:fld id="{6D22F896-40B5-4ADD-8801-0D06FADFA095}" type="slidenum">
              <a:rPr lang="en-US" smtClean="0"/>
              <a:t>19</a:t>
            </a:fld>
            <a:endParaRPr lang="en-US" dirty="0"/>
          </a:p>
        </p:txBody>
      </p:sp>
      <p:sp>
        <p:nvSpPr>
          <p:cNvPr id="6" name="Text Placeholder 5"/>
          <p:cNvSpPr>
            <a:spLocks noGrp="1"/>
          </p:cNvSpPr>
          <p:nvPr>
            <p:ph type="body" sz="quarter" idx="13"/>
          </p:nvPr>
        </p:nvSpPr>
        <p:spPr/>
        <p:txBody>
          <a:bodyPr/>
          <a:lstStyle/>
          <a:p>
            <a:r>
              <a:rPr lang="en-US" dirty="0"/>
              <a:t>3.2</a:t>
            </a:r>
          </a:p>
        </p:txBody>
      </p:sp>
      <p:pic>
        <p:nvPicPr>
          <p:cNvPr id="2" name="Picture 1"/>
          <p:cNvPicPr>
            <a:picLocks noChangeAspect="1"/>
          </p:cNvPicPr>
          <p:nvPr/>
        </p:nvPicPr>
        <p:blipFill>
          <a:blip r:embed="rId2"/>
          <a:stretch>
            <a:fillRect/>
          </a:stretch>
        </p:blipFill>
        <p:spPr>
          <a:xfrm>
            <a:off x="1606268" y="2422852"/>
            <a:ext cx="7712631" cy="3422777"/>
          </a:xfrm>
          <a:prstGeom prst="rect">
            <a:avLst/>
          </a:prstGeom>
        </p:spPr>
      </p:pic>
    </p:spTree>
    <p:extLst>
      <p:ext uri="{BB962C8B-B14F-4D97-AF65-F5344CB8AC3E}">
        <p14:creationId xmlns:p14="http://schemas.microsoft.com/office/powerpoint/2010/main" val="40764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Integrated Application of Control Structures</a:t>
            </a:r>
          </a:p>
        </p:txBody>
      </p:sp>
      <p:sp>
        <p:nvSpPr>
          <p:cNvPr id="3" name="Slide Number Placeholder 2"/>
          <p:cNvSpPr>
            <a:spLocks noGrp="1"/>
          </p:cNvSpPr>
          <p:nvPr>
            <p:ph type="sldNum" sz="quarter" idx="12"/>
          </p:nvPr>
        </p:nvSpPr>
        <p:spPr/>
        <p:txBody>
          <a:bodyPr/>
          <a:lstStyle/>
          <a:p>
            <a:fld id="{6D22F896-40B5-4ADD-8801-0D06FADFA095}" type="slidenum">
              <a:rPr lang="en-US" smtClean="0"/>
              <a:t>20</a:t>
            </a:fld>
            <a:endParaRPr lang="en-US" dirty="0"/>
          </a:p>
        </p:txBody>
      </p:sp>
      <p:sp>
        <p:nvSpPr>
          <p:cNvPr id="6" name="Text Placeholder 5"/>
          <p:cNvSpPr>
            <a:spLocks noGrp="1"/>
          </p:cNvSpPr>
          <p:nvPr>
            <p:ph type="body" sz="quarter" idx="14"/>
          </p:nvPr>
        </p:nvSpPr>
        <p:spPr/>
        <p:txBody>
          <a:bodyPr/>
          <a:lstStyle/>
          <a:p>
            <a:r>
              <a:rPr lang="en-US" dirty="0"/>
              <a:t>3.4</a:t>
            </a:r>
          </a:p>
        </p:txBody>
      </p:sp>
      <p:sp>
        <p:nvSpPr>
          <p:cNvPr id="7" name="Content Placeholder 6"/>
          <p:cNvSpPr>
            <a:spLocks noGrp="1"/>
          </p:cNvSpPr>
          <p:nvPr>
            <p:ph sz="quarter" idx="15"/>
          </p:nvPr>
        </p:nvSpPr>
        <p:spPr/>
        <p:txBody>
          <a:bodyPr/>
          <a:lstStyle/>
          <a:p>
            <a:r>
              <a:rPr lang="en-US" dirty="0">
                <a:latin typeface="MinionPro-Regular" panose="02040503050306020203" pitchFamily="18" charset="0"/>
              </a:rPr>
              <a:t>In computer programs, different control structures are available for changing the control flow, i.e. the order in which statements are executed. Control structures of a program can be broadly divided into three categories: sequence, selection and iteration. No matter how complex a program is going to be, it can be constructed using these three control structures. They can even be paired with different data structures, such as one-dimensional arrays and two-dimensional arrays, to form multi-layered nested control structures. Making good use of the control structures allows us to design algorithms that solve problems effectively.</a:t>
            </a:r>
            <a:endParaRPr lang="en-US" dirty="0"/>
          </a:p>
        </p:txBody>
      </p:sp>
      <p:pic>
        <p:nvPicPr>
          <p:cNvPr id="8" name="Picture 7"/>
          <p:cNvPicPr>
            <a:picLocks noChangeAspect="1"/>
          </p:cNvPicPr>
          <p:nvPr/>
        </p:nvPicPr>
        <p:blipFill>
          <a:blip r:embed="rId2"/>
          <a:stretch>
            <a:fillRect/>
          </a:stretch>
        </p:blipFill>
        <p:spPr>
          <a:xfrm>
            <a:off x="3370577" y="4247700"/>
            <a:ext cx="5452046" cy="2041500"/>
          </a:xfrm>
          <a:prstGeom prst="rect">
            <a:avLst/>
          </a:prstGeom>
        </p:spPr>
      </p:pic>
    </p:spTree>
    <p:extLst>
      <p:ext uri="{BB962C8B-B14F-4D97-AF65-F5344CB8AC3E}">
        <p14:creationId xmlns:p14="http://schemas.microsoft.com/office/powerpoint/2010/main" val="655705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21</a:t>
            </a:fld>
            <a:endParaRPr lang="en-US" dirty="0"/>
          </a:p>
        </p:txBody>
      </p:sp>
      <p:sp>
        <p:nvSpPr>
          <p:cNvPr id="7" name="Text Placeholder 6"/>
          <p:cNvSpPr>
            <a:spLocks noGrp="1"/>
          </p:cNvSpPr>
          <p:nvPr>
            <p:ph type="body" sz="quarter" idx="13"/>
          </p:nvPr>
        </p:nvSpPr>
        <p:spPr/>
        <p:txBody>
          <a:bodyPr/>
          <a:lstStyle/>
          <a:p>
            <a:r>
              <a:rPr lang="en-US" dirty="0"/>
              <a:t>3.3</a:t>
            </a:r>
          </a:p>
        </p:txBody>
      </p:sp>
      <p:pic>
        <p:nvPicPr>
          <p:cNvPr id="9" name="Content Placeholder 8"/>
          <p:cNvPicPr>
            <a:picLocks noGrp="1" noChangeAspect="1"/>
          </p:cNvPicPr>
          <p:nvPr>
            <p:ph idx="1"/>
          </p:nvPr>
        </p:nvPicPr>
        <p:blipFill>
          <a:blip r:embed="rId2"/>
          <a:stretch>
            <a:fillRect/>
          </a:stretch>
        </p:blipFill>
        <p:spPr>
          <a:xfrm>
            <a:off x="2042736" y="1378300"/>
            <a:ext cx="7996613" cy="4896762"/>
          </a:xfrm>
          <a:prstGeom prst="rect">
            <a:avLst/>
          </a:prstGeom>
        </p:spPr>
      </p:pic>
    </p:spTree>
    <p:extLst>
      <p:ext uri="{BB962C8B-B14F-4D97-AF65-F5344CB8AC3E}">
        <p14:creationId xmlns:p14="http://schemas.microsoft.com/office/powerpoint/2010/main" val="1570175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22</a:t>
            </a:fld>
            <a:endParaRPr lang="en-US" dirty="0"/>
          </a:p>
        </p:txBody>
      </p:sp>
      <p:sp>
        <p:nvSpPr>
          <p:cNvPr id="7" name="Text Placeholder 6"/>
          <p:cNvSpPr>
            <a:spLocks noGrp="1"/>
          </p:cNvSpPr>
          <p:nvPr>
            <p:ph type="body" sz="quarter" idx="13"/>
          </p:nvPr>
        </p:nvSpPr>
        <p:spPr/>
        <p:txBody>
          <a:bodyPr/>
          <a:lstStyle/>
          <a:p>
            <a:r>
              <a:rPr lang="en-US" dirty="0"/>
              <a:t>3.3</a:t>
            </a:r>
          </a:p>
        </p:txBody>
      </p:sp>
      <p:pic>
        <p:nvPicPr>
          <p:cNvPr id="8" name="Content Placeholder 7"/>
          <p:cNvPicPr>
            <a:picLocks noGrp="1" noChangeAspect="1"/>
          </p:cNvPicPr>
          <p:nvPr>
            <p:ph idx="1"/>
          </p:nvPr>
        </p:nvPicPr>
        <p:blipFill>
          <a:blip r:embed="rId2"/>
          <a:stretch>
            <a:fillRect/>
          </a:stretch>
        </p:blipFill>
        <p:spPr>
          <a:xfrm>
            <a:off x="1110980" y="1298278"/>
            <a:ext cx="8777298" cy="4886860"/>
          </a:xfrm>
          <a:prstGeom prst="rect">
            <a:avLst/>
          </a:prstGeom>
        </p:spPr>
      </p:pic>
    </p:spTree>
    <p:extLst>
      <p:ext uri="{BB962C8B-B14F-4D97-AF65-F5344CB8AC3E}">
        <p14:creationId xmlns:p14="http://schemas.microsoft.com/office/powerpoint/2010/main" val="3998892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23</a:t>
            </a:fld>
            <a:endParaRPr lang="en-US" dirty="0"/>
          </a:p>
        </p:txBody>
      </p:sp>
      <p:sp>
        <p:nvSpPr>
          <p:cNvPr id="7" name="Text Placeholder 6"/>
          <p:cNvSpPr>
            <a:spLocks noGrp="1"/>
          </p:cNvSpPr>
          <p:nvPr>
            <p:ph type="body" sz="quarter" idx="13"/>
          </p:nvPr>
        </p:nvSpPr>
        <p:spPr/>
        <p:txBody>
          <a:bodyPr/>
          <a:lstStyle/>
          <a:p>
            <a:r>
              <a:rPr lang="en-US" dirty="0"/>
              <a:t>3.3</a:t>
            </a:r>
          </a:p>
        </p:txBody>
      </p:sp>
      <p:pic>
        <p:nvPicPr>
          <p:cNvPr id="8" name="Content Placeholder 7"/>
          <p:cNvPicPr>
            <a:picLocks noGrp="1" noChangeAspect="1"/>
          </p:cNvPicPr>
          <p:nvPr>
            <p:ph idx="1"/>
          </p:nvPr>
        </p:nvPicPr>
        <p:blipFill>
          <a:blip r:embed="rId2"/>
          <a:stretch>
            <a:fillRect/>
          </a:stretch>
        </p:blipFill>
        <p:spPr>
          <a:xfrm>
            <a:off x="2679406" y="1213646"/>
            <a:ext cx="6538534" cy="5090317"/>
          </a:xfrm>
          <a:prstGeom prst="rect">
            <a:avLst/>
          </a:prstGeom>
        </p:spPr>
      </p:pic>
    </p:spTree>
    <p:extLst>
      <p:ext uri="{BB962C8B-B14F-4D97-AF65-F5344CB8AC3E}">
        <p14:creationId xmlns:p14="http://schemas.microsoft.com/office/powerpoint/2010/main" val="3421611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24</a:t>
            </a:fld>
            <a:endParaRPr lang="en-US" dirty="0"/>
          </a:p>
        </p:txBody>
      </p:sp>
      <p:sp>
        <p:nvSpPr>
          <p:cNvPr id="7" name="Text Placeholder 6"/>
          <p:cNvSpPr>
            <a:spLocks noGrp="1"/>
          </p:cNvSpPr>
          <p:nvPr>
            <p:ph type="body" sz="quarter" idx="13"/>
          </p:nvPr>
        </p:nvSpPr>
        <p:spPr/>
        <p:txBody>
          <a:bodyPr/>
          <a:lstStyle/>
          <a:p>
            <a:r>
              <a:rPr lang="en-US" dirty="0"/>
              <a:t>3.3</a:t>
            </a:r>
          </a:p>
        </p:txBody>
      </p:sp>
      <p:pic>
        <p:nvPicPr>
          <p:cNvPr id="4" name="Content Placeholder 3"/>
          <p:cNvPicPr>
            <a:picLocks noGrp="1" noChangeAspect="1"/>
          </p:cNvPicPr>
          <p:nvPr>
            <p:ph idx="1"/>
          </p:nvPr>
        </p:nvPicPr>
        <p:blipFill>
          <a:blip r:embed="rId2"/>
          <a:stretch>
            <a:fillRect/>
          </a:stretch>
        </p:blipFill>
        <p:spPr>
          <a:xfrm>
            <a:off x="994274" y="1394167"/>
            <a:ext cx="9216526" cy="4791082"/>
          </a:xfrm>
          <a:prstGeom prst="rect">
            <a:avLst/>
          </a:prstGeom>
        </p:spPr>
      </p:pic>
    </p:spTree>
    <p:extLst>
      <p:ext uri="{BB962C8B-B14F-4D97-AF65-F5344CB8AC3E}">
        <p14:creationId xmlns:p14="http://schemas.microsoft.com/office/powerpoint/2010/main" val="464661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25</a:t>
            </a:fld>
            <a:endParaRPr lang="en-US" dirty="0"/>
          </a:p>
        </p:txBody>
      </p:sp>
      <p:sp>
        <p:nvSpPr>
          <p:cNvPr id="7" name="Text Placeholder 6"/>
          <p:cNvSpPr>
            <a:spLocks noGrp="1"/>
          </p:cNvSpPr>
          <p:nvPr>
            <p:ph type="body" sz="quarter" idx="13"/>
          </p:nvPr>
        </p:nvSpPr>
        <p:spPr/>
        <p:txBody>
          <a:bodyPr/>
          <a:lstStyle/>
          <a:p>
            <a:r>
              <a:rPr lang="en-US" dirty="0"/>
              <a:t>3.3</a:t>
            </a:r>
          </a:p>
        </p:txBody>
      </p:sp>
      <p:pic>
        <p:nvPicPr>
          <p:cNvPr id="5" name="Content Placeholder 4"/>
          <p:cNvPicPr>
            <a:picLocks noGrp="1" noChangeAspect="1"/>
          </p:cNvPicPr>
          <p:nvPr>
            <p:ph idx="1"/>
          </p:nvPr>
        </p:nvPicPr>
        <p:blipFill>
          <a:blip r:embed="rId2"/>
          <a:stretch>
            <a:fillRect/>
          </a:stretch>
        </p:blipFill>
        <p:spPr>
          <a:xfrm>
            <a:off x="2931762" y="1404938"/>
            <a:ext cx="5680776" cy="4860925"/>
          </a:xfrm>
          <a:prstGeom prst="rect">
            <a:avLst/>
          </a:prstGeom>
        </p:spPr>
      </p:pic>
    </p:spTree>
    <p:extLst>
      <p:ext uri="{BB962C8B-B14F-4D97-AF65-F5344CB8AC3E}">
        <p14:creationId xmlns:p14="http://schemas.microsoft.com/office/powerpoint/2010/main" val="2686351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26</a:t>
            </a:fld>
            <a:endParaRPr lang="en-US" dirty="0"/>
          </a:p>
        </p:txBody>
      </p:sp>
      <p:sp>
        <p:nvSpPr>
          <p:cNvPr id="7" name="Text Placeholder 6"/>
          <p:cNvSpPr>
            <a:spLocks noGrp="1"/>
          </p:cNvSpPr>
          <p:nvPr>
            <p:ph type="body" sz="quarter" idx="13"/>
          </p:nvPr>
        </p:nvSpPr>
        <p:spPr/>
        <p:txBody>
          <a:bodyPr/>
          <a:lstStyle/>
          <a:p>
            <a:r>
              <a:rPr lang="en-US" dirty="0"/>
              <a:t>3.3</a:t>
            </a:r>
          </a:p>
        </p:txBody>
      </p:sp>
      <p:pic>
        <p:nvPicPr>
          <p:cNvPr id="4" name="Content Placeholder 3"/>
          <p:cNvPicPr>
            <a:picLocks noGrp="1" noChangeAspect="1"/>
          </p:cNvPicPr>
          <p:nvPr>
            <p:ph idx="1"/>
          </p:nvPr>
        </p:nvPicPr>
        <p:blipFill>
          <a:blip r:embed="rId2"/>
          <a:stretch>
            <a:fillRect/>
          </a:stretch>
        </p:blipFill>
        <p:spPr>
          <a:xfrm>
            <a:off x="880686" y="1327983"/>
            <a:ext cx="8777663" cy="4890804"/>
          </a:xfrm>
          <a:prstGeom prst="rect">
            <a:avLst/>
          </a:prstGeom>
        </p:spPr>
      </p:pic>
    </p:spTree>
    <p:extLst>
      <p:ext uri="{BB962C8B-B14F-4D97-AF65-F5344CB8AC3E}">
        <p14:creationId xmlns:p14="http://schemas.microsoft.com/office/powerpoint/2010/main" val="3343052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D22F896-40B5-4ADD-8801-0D06FADFA095}" type="slidenum">
              <a:rPr lang="en-US" smtClean="0"/>
              <a:pPr/>
              <a:t>27</a:t>
            </a:fld>
            <a:endParaRPr lang="en-US" dirty="0"/>
          </a:p>
        </p:txBody>
      </p:sp>
      <p:sp>
        <p:nvSpPr>
          <p:cNvPr id="7" name="Text Placeholder 6"/>
          <p:cNvSpPr>
            <a:spLocks noGrp="1"/>
          </p:cNvSpPr>
          <p:nvPr>
            <p:ph type="body" sz="quarter" idx="13"/>
          </p:nvPr>
        </p:nvSpPr>
        <p:spPr/>
        <p:txBody>
          <a:bodyPr/>
          <a:lstStyle/>
          <a:p>
            <a:r>
              <a:rPr lang="en-US" dirty="0"/>
              <a:t>3.3</a:t>
            </a:r>
          </a:p>
        </p:txBody>
      </p:sp>
      <p:pic>
        <p:nvPicPr>
          <p:cNvPr id="6" name="Content Placeholder 5"/>
          <p:cNvPicPr>
            <a:picLocks noGrp="1" noChangeAspect="1"/>
          </p:cNvPicPr>
          <p:nvPr>
            <p:ph idx="1"/>
          </p:nvPr>
        </p:nvPicPr>
        <p:blipFill>
          <a:blip r:embed="rId2"/>
          <a:stretch>
            <a:fillRect/>
          </a:stretch>
        </p:blipFill>
        <p:spPr>
          <a:xfrm>
            <a:off x="775969" y="1447150"/>
            <a:ext cx="9897720" cy="3905900"/>
          </a:xfrm>
          <a:prstGeom prst="rect">
            <a:avLst/>
          </a:prstGeom>
        </p:spPr>
      </p:pic>
    </p:spTree>
    <p:extLst>
      <p:ext uri="{BB962C8B-B14F-4D97-AF65-F5344CB8AC3E}">
        <p14:creationId xmlns:p14="http://schemas.microsoft.com/office/powerpoint/2010/main" val="40328982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Answer the questions on P.90 of the textbook.</a:t>
            </a:r>
          </a:p>
          <a:p>
            <a:r>
              <a:rPr lang="en-US" dirty="0"/>
              <a:t>1. </a:t>
            </a:r>
          </a:p>
        </p:txBody>
      </p:sp>
      <p:sp>
        <p:nvSpPr>
          <p:cNvPr id="3" name="Slide Number Placeholder 2"/>
          <p:cNvSpPr>
            <a:spLocks noGrp="1"/>
          </p:cNvSpPr>
          <p:nvPr>
            <p:ph type="sldNum" sz="quarter" idx="12"/>
          </p:nvPr>
        </p:nvSpPr>
        <p:spPr/>
        <p:txBody>
          <a:bodyPr/>
          <a:lstStyle/>
          <a:p>
            <a:fld id="{6D22F896-40B5-4ADD-8801-0D06FADFA095}" type="slidenum">
              <a:rPr lang="en-US" smtClean="0"/>
              <a:t>28</a:t>
            </a:fld>
            <a:endParaRPr lang="en-US" dirty="0"/>
          </a:p>
        </p:txBody>
      </p:sp>
      <p:sp>
        <p:nvSpPr>
          <p:cNvPr id="6" name="Text Placeholder 5"/>
          <p:cNvSpPr>
            <a:spLocks noGrp="1"/>
          </p:cNvSpPr>
          <p:nvPr>
            <p:ph type="body" sz="quarter" idx="13"/>
          </p:nvPr>
        </p:nvSpPr>
        <p:spPr/>
        <p:txBody>
          <a:bodyPr/>
          <a:lstStyle/>
          <a:p>
            <a:r>
              <a:rPr lang="en-US" dirty="0"/>
              <a:t>3.3</a:t>
            </a:r>
          </a:p>
        </p:txBody>
      </p:sp>
      <p:pic>
        <p:nvPicPr>
          <p:cNvPr id="7" name="Picture 6"/>
          <p:cNvPicPr>
            <a:picLocks noChangeAspect="1"/>
          </p:cNvPicPr>
          <p:nvPr/>
        </p:nvPicPr>
        <p:blipFill>
          <a:blip r:embed="rId2"/>
          <a:stretch>
            <a:fillRect/>
          </a:stretch>
        </p:blipFill>
        <p:spPr>
          <a:xfrm>
            <a:off x="1189012" y="1845932"/>
            <a:ext cx="8914158" cy="3773817"/>
          </a:xfrm>
          <a:prstGeom prst="rect">
            <a:avLst/>
          </a:prstGeom>
        </p:spPr>
      </p:pic>
    </p:spTree>
    <p:extLst>
      <p:ext uri="{BB962C8B-B14F-4D97-AF65-F5344CB8AC3E}">
        <p14:creationId xmlns:p14="http://schemas.microsoft.com/office/powerpoint/2010/main" val="107449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2. (a) </a:t>
            </a:r>
          </a:p>
          <a:p>
            <a:endParaRPr lang="en-US" dirty="0"/>
          </a:p>
          <a:p>
            <a:endParaRPr lang="en-US" dirty="0"/>
          </a:p>
          <a:p>
            <a:endParaRPr lang="en-US" dirty="0"/>
          </a:p>
          <a:p>
            <a:endParaRPr lang="en-US" dirty="0"/>
          </a:p>
          <a:p>
            <a:endParaRPr lang="en-US" dirty="0"/>
          </a:p>
          <a:p>
            <a:endParaRPr lang="en-US" dirty="0"/>
          </a:p>
          <a:p>
            <a:endParaRPr lang="en-US" dirty="0"/>
          </a:p>
          <a:p>
            <a:r>
              <a:rPr lang="en-US" dirty="0"/>
              <a:t>        (b) </a:t>
            </a:r>
            <a:r>
              <a:rPr lang="en-US" dirty="0">
                <a:solidFill>
                  <a:srgbClr val="FF0000"/>
                </a:solidFill>
                <a:latin typeface="MinionPro-Regular" panose="02040503050306020203" pitchFamily="18" charset="0"/>
              </a:rPr>
              <a:t>Avoid reading items whose indexes are out of range.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29</a:t>
            </a:fld>
            <a:endParaRPr lang="en-US" dirty="0"/>
          </a:p>
        </p:txBody>
      </p:sp>
      <p:sp>
        <p:nvSpPr>
          <p:cNvPr id="6" name="Text Placeholder 5"/>
          <p:cNvSpPr>
            <a:spLocks noGrp="1"/>
          </p:cNvSpPr>
          <p:nvPr>
            <p:ph type="body" sz="quarter" idx="13"/>
          </p:nvPr>
        </p:nvSpPr>
        <p:spPr/>
        <p:txBody>
          <a:bodyPr/>
          <a:lstStyle/>
          <a:p>
            <a:r>
              <a:rPr lang="en-US" dirty="0"/>
              <a:t>3.3</a:t>
            </a:r>
          </a:p>
        </p:txBody>
      </p:sp>
      <p:pic>
        <p:nvPicPr>
          <p:cNvPr id="2" name="Picture 1"/>
          <p:cNvPicPr>
            <a:picLocks noChangeAspect="1"/>
          </p:cNvPicPr>
          <p:nvPr/>
        </p:nvPicPr>
        <p:blipFill>
          <a:blip r:embed="rId2"/>
          <a:stretch>
            <a:fillRect/>
          </a:stretch>
        </p:blipFill>
        <p:spPr>
          <a:xfrm>
            <a:off x="1784587" y="1443600"/>
            <a:ext cx="6679726" cy="3857867"/>
          </a:xfrm>
          <a:prstGeom prst="rect">
            <a:avLst/>
          </a:prstGeom>
        </p:spPr>
      </p:pic>
    </p:spTree>
    <p:extLst>
      <p:ext uri="{BB962C8B-B14F-4D97-AF65-F5344CB8AC3E}">
        <p14:creationId xmlns:p14="http://schemas.microsoft.com/office/powerpoint/2010/main" val="377447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anim calcmode="lin" valueType="num">
                                      <p:cBhvr additive="base">
                                        <p:cTn id="1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3. (a) </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30</a:t>
            </a:fld>
            <a:endParaRPr lang="en-US" dirty="0"/>
          </a:p>
        </p:txBody>
      </p:sp>
      <p:sp>
        <p:nvSpPr>
          <p:cNvPr id="6" name="Text Placeholder 5"/>
          <p:cNvSpPr>
            <a:spLocks noGrp="1"/>
          </p:cNvSpPr>
          <p:nvPr>
            <p:ph type="body" sz="quarter" idx="13"/>
          </p:nvPr>
        </p:nvSpPr>
        <p:spPr/>
        <p:txBody>
          <a:bodyPr/>
          <a:lstStyle/>
          <a:p>
            <a:r>
              <a:rPr lang="en-US" dirty="0"/>
              <a:t>3.3</a:t>
            </a:r>
          </a:p>
        </p:txBody>
      </p:sp>
      <p:pic>
        <p:nvPicPr>
          <p:cNvPr id="4" name="Picture 3"/>
          <p:cNvPicPr>
            <a:picLocks noChangeAspect="1"/>
          </p:cNvPicPr>
          <p:nvPr/>
        </p:nvPicPr>
        <p:blipFill>
          <a:blip r:embed="rId2"/>
          <a:stretch>
            <a:fillRect/>
          </a:stretch>
        </p:blipFill>
        <p:spPr>
          <a:xfrm>
            <a:off x="2089387" y="1301200"/>
            <a:ext cx="6679726" cy="5002400"/>
          </a:xfrm>
          <a:prstGeom prst="rect">
            <a:avLst/>
          </a:prstGeom>
        </p:spPr>
      </p:pic>
    </p:spTree>
    <p:extLst>
      <p:ext uri="{BB962C8B-B14F-4D97-AF65-F5344CB8AC3E}">
        <p14:creationId xmlns:p14="http://schemas.microsoft.com/office/powerpoint/2010/main" val="2120399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3. (b) </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31</a:t>
            </a:fld>
            <a:endParaRPr lang="en-US" dirty="0"/>
          </a:p>
        </p:txBody>
      </p:sp>
      <p:sp>
        <p:nvSpPr>
          <p:cNvPr id="6" name="Text Placeholder 5"/>
          <p:cNvSpPr>
            <a:spLocks noGrp="1"/>
          </p:cNvSpPr>
          <p:nvPr>
            <p:ph type="body" sz="quarter" idx="13"/>
          </p:nvPr>
        </p:nvSpPr>
        <p:spPr/>
        <p:txBody>
          <a:bodyPr/>
          <a:lstStyle/>
          <a:p>
            <a:r>
              <a:rPr lang="en-US" dirty="0"/>
              <a:t>3.3</a:t>
            </a:r>
          </a:p>
        </p:txBody>
      </p:sp>
      <p:pic>
        <p:nvPicPr>
          <p:cNvPr id="2" name="Picture 1"/>
          <p:cNvPicPr>
            <a:picLocks noChangeAspect="1"/>
          </p:cNvPicPr>
          <p:nvPr/>
        </p:nvPicPr>
        <p:blipFill>
          <a:blip r:embed="rId2"/>
          <a:stretch>
            <a:fillRect/>
          </a:stretch>
        </p:blipFill>
        <p:spPr>
          <a:xfrm>
            <a:off x="2030812" y="1443600"/>
            <a:ext cx="5474888" cy="4875369"/>
          </a:xfrm>
          <a:prstGeom prst="rect">
            <a:avLst/>
          </a:prstGeom>
        </p:spPr>
      </p:pic>
    </p:spTree>
    <p:extLst>
      <p:ext uri="{BB962C8B-B14F-4D97-AF65-F5344CB8AC3E}">
        <p14:creationId xmlns:p14="http://schemas.microsoft.com/office/powerpoint/2010/main" val="126392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3. (c) </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32</a:t>
            </a:fld>
            <a:endParaRPr lang="en-US" dirty="0"/>
          </a:p>
        </p:txBody>
      </p:sp>
      <p:sp>
        <p:nvSpPr>
          <p:cNvPr id="6" name="Text Placeholder 5"/>
          <p:cNvSpPr>
            <a:spLocks noGrp="1"/>
          </p:cNvSpPr>
          <p:nvPr>
            <p:ph type="body" sz="quarter" idx="13"/>
          </p:nvPr>
        </p:nvSpPr>
        <p:spPr/>
        <p:txBody>
          <a:bodyPr/>
          <a:lstStyle/>
          <a:p>
            <a:r>
              <a:rPr lang="en-US" dirty="0"/>
              <a:t>3.3</a:t>
            </a:r>
          </a:p>
        </p:txBody>
      </p:sp>
      <p:pic>
        <p:nvPicPr>
          <p:cNvPr id="4" name="Picture 3"/>
          <p:cNvPicPr>
            <a:picLocks noChangeAspect="1"/>
          </p:cNvPicPr>
          <p:nvPr/>
        </p:nvPicPr>
        <p:blipFill>
          <a:blip r:embed="rId2"/>
          <a:stretch>
            <a:fillRect/>
          </a:stretch>
        </p:blipFill>
        <p:spPr>
          <a:xfrm>
            <a:off x="1907992" y="1443600"/>
            <a:ext cx="5320816" cy="4912133"/>
          </a:xfrm>
          <a:prstGeom prst="rect">
            <a:avLst/>
          </a:prstGeom>
        </p:spPr>
      </p:pic>
    </p:spTree>
    <p:extLst>
      <p:ext uri="{BB962C8B-B14F-4D97-AF65-F5344CB8AC3E}">
        <p14:creationId xmlns:p14="http://schemas.microsoft.com/office/powerpoint/2010/main" val="89560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Algorithm Comparison</a:t>
            </a:r>
          </a:p>
        </p:txBody>
      </p:sp>
      <p:sp>
        <p:nvSpPr>
          <p:cNvPr id="3" name="Slide Number Placeholder 2"/>
          <p:cNvSpPr>
            <a:spLocks noGrp="1"/>
          </p:cNvSpPr>
          <p:nvPr>
            <p:ph type="sldNum" sz="quarter" idx="12"/>
          </p:nvPr>
        </p:nvSpPr>
        <p:spPr/>
        <p:txBody>
          <a:bodyPr/>
          <a:lstStyle/>
          <a:p>
            <a:fld id="{6D22F896-40B5-4ADD-8801-0D06FADFA095}" type="slidenum">
              <a:rPr lang="en-US" smtClean="0"/>
              <a:t>33</a:t>
            </a:fld>
            <a:endParaRPr lang="en-US" dirty="0"/>
          </a:p>
        </p:txBody>
      </p:sp>
      <p:sp>
        <p:nvSpPr>
          <p:cNvPr id="6" name="Text Placeholder 5"/>
          <p:cNvSpPr>
            <a:spLocks noGrp="1"/>
          </p:cNvSpPr>
          <p:nvPr>
            <p:ph type="body" sz="quarter" idx="14"/>
          </p:nvPr>
        </p:nvSpPr>
        <p:spPr/>
        <p:txBody>
          <a:bodyPr/>
          <a:lstStyle/>
          <a:p>
            <a:r>
              <a:rPr lang="en-US" dirty="0"/>
              <a:t>3.5</a:t>
            </a:r>
          </a:p>
        </p:txBody>
      </p:sp>
      <p:sp>
        <p:nvSpPr>
          <p:cNvPr id="7" name="Content Placeholder 6"/>
          <p:cNvSpPr>
            <a:spLocks noGrp="1"/>
          </p:cNvSpPr>
          <p:nvPr>
            <p:ph sz="quarter" idx="15"/>
          </p:nvPr>
        </p:nvSpPr>
        <p:spPr/>
        <p:txBody>
          <a:bodyPr>
            <a:normAutofit/>
          </a:bodyPr>
          <a:lstStyle/>
          <a:p>
            <a:r>
              <a:rPr lang="en-US" dirty="0">
                <a:latin typeface="MinionPro-Regular" panose="02040503050306020203" pitchFamily="18" charset="0"/>
              </a:rPr>
              <a:t>A problem can often be solved using several algorithms, yet each of them must have its merits and demerits. We need to compare different algorithms in order to select the most correct and appropriate solution. The merits and demerits of algorithms can be compared mainly in two aspects, steps of operation and resource usage. When there are more steps of operation, the program takes a longer time to run, which usually means an increase in the time complexity (</a:t>
            </a:r>
            <a:r>
              <a:rPr lang="zh-TW" altLang="en-US" dirty="0">
                <a:latin typeface="NotoSansCJKtc-Regular" panose="020B0500000000000000" pitchFamily="34" charset="-120"/>
                <a:ea typeface="NotoSansCJKtc-Regular" panose="020B0500000000000000" pitchFamily="34" charset="-120"/>
              </a:rPr>
              <a:t>時間複雜度</a:t>
            </a:r>
            <a:r>
              <a:rPr lang="en-US" altLang="zh-TW" dirty="0">
                <a:latin typeface="MinionPro-Regular" panose="02040503050306020203" pitchFamily="18" charset="0"/>
                <a:ea typeface="NotoSansCJKtc-Regular" panose="020B0500000000000000" pitchFamily="34" charset="-120"/>
              </a:rPr>
              <a:t>) </a:t>
            </a:r>
            <a:r>
              <a:rPr lang="en-US" dirty="0">
                <a:latin typeface="MinionPro-Regular" panose="02040503050306020203" pitchFamily="18" charset="0"/>
                <a:ea typeface="NotoSansCJKtc-Regular" panose="020B0500000000000000" pitchFamily="34" charset="-120"/>
              </a:rPr>
              <a:t>of the program. When two algorithms </a:t>
            </a:r>
            <a:r>
              <a:rPr lang="en-US" dirty="0">
                <a:latin typeface="MinionPro-Regular" panose="02040503050306020203" pitchFamily="18" charset="0"/>
              </a:rPr>
              <a:t>use different data structures or different numbers of variables, they occupy different amounts of resources. The more computer resources an algorithm occupies, the higher the space complexity (</a:t>
            </a:r>
            <a:r>
              <a:rPr lang="zh-TW" altLang="en-US" dirty="0">
                <a:latin typeface="NotoSansCJKtc-Regular" panose="020B0500000000000000" pitchFamily="34" charset="-120"/>
                <a:ea typeface="NotoSansCJKtc-Regular" panose="020B0500000000000000" pitchFamily="34" charset="-120"/>
              </a:rPr>
              <a:t>空間複雜度</a:t>
            </a:r>
            <a:r>
              <a:rPr lang="en-US" altLang="zh-TW" dirty="0">
                <a:latin typeface="MinionPro-Regular" panose="02040503050306020203" pitchFamily="18" charset="0"/>
                <a:ea typeface="NotoSansCJKtc-Regular" panose="020B0500000000000000" pitchFamily="34" charset="-120"/>
              </a:rPr>
              <a:t>) </a:t>
            </a:r>
            <a:r>
              <a:rPr lang="en-US" dirty="0">
                <a:latin typeface="MinionPro-Regular" panose="02040503050306020203" pitchFamily="18" charset="0"/>
                <a:ea typeface="NotoSansCJKtc-Regular" panose="020B0500000000000000" pitchFamily="34" charset="-120"/>
              </a:rPr>
              <a:t>of the program is.</a:t>
            </a:r>
            <a:endParaRPr lang="en-US" dirty="0"/>
          </a:p>
        </p:txBody>
      </p:sp>
      <p:pic>
        <p:nvPicPr>
          <p:cNvPr id="8" name="Picture 7"/>
          <p:cNvPicPr>
            <a:picLocks noChangeAspect="1"/>
          </p:cNvPicPr>
          <p:nvPr/>
        </p:nvPicPr>
        <p:blipFill>
          <a:blip r:embed="rId2"/>
          <a:stretch>
            <a:fillRect/>
          </a:stretch>
        </p:blipFill>
        <p:spPr>
          <a:xfrm>
            <a:off x="3971249" y="4613896"/>
            <a:ext cx="3477301" cy="1777141"/>
          </a:xfrm>
          <a:prstGeom prst="rect">
            <a:avLst/>
          </a:prstGeom>
        </p:spPr>
      </p:pic>
    </p:spTree>
    <p:extLst>
      <p:ext uri="{BB962C8B-B14F-4D97-AF65-F5344CB8AC3E}">
        <p14:creationId xmlns:p14="http://schemas.microsoft.com/office/powerpoint/2010/main" val="2227198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dirty="0"/>
              <a:t>Answer the questions on P.94-96 of the textbook.</a:t>
            </a:r>
          </a:p>
          <a:p>
            <a:endParaRPr lang="en-US" dirty="0"/>
          </a:p>
          <a:p>
            <a:r>
              <a:rPr lang="en-US" dirty="0"/>
              <a:t>1 (a)  </a:t>
            </a:r>
          </a:p>
          <a:p>
            <a:endParaRPr lang="en-US" dirty="0"/>
          </a:p>
          <a:p>
            <a:endParaRPr lang="en-US" dirty="0"/>
          </a:p>
          <a:p>
            <a:endParaRPr lang="en-US" dirty="0"/>
          </a:p>
          <a:p>
            <a:r>
              <a:rPr lang="en-US" dirty="0"/>
              <a:t>    (b) </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34</a:t>
            </a:fld>
            <a:endParaRPr lang="en-US" dirty="0"/>
          </a:p>
        </p:txBody>
      </p:sp>
      <p:sp>
        <p:nvSpPr>
          <p:cNvPr id="7" name="Text Placeholder 6"/>
          <p:cNvSpPr>
            <a:spLocks noGrp="1"/>
          </p:cNvSpPr>
          <p:nvPr>
            <p:ph type="body" sz="quarter" idx="13"/>
          </p:nvPr>
        </p:nvSpPr>
        <p:spPr/>
        <p:txBody>
          <a:bodyPr/>
          <a:lstStyle/>
          <a:p>
            <a:r>
              <a:rPr lang="en-US" dirty="0"/>
              <a:t>3.4</a:t>
            </a:r>
          </a:p>
        </p:txBody>
      </p:sp>
      <p:pic>
        <p:nvPicPr>
          <p:cNvPr id="8" name="Picture 7"/>
          <p:cNvPicPr>
            <a:picLocks noChangeAspect="1"/>
          </p:cNvPicPr>
          <p:nvPr/>
        </p:nvPicPr>
        <p:blipFill>
          <a:blip r:embed="rId2"/>
          <a:stretch>
            <a:fillRect/>
          </a:stretch>
        </p:blipFill>
        <p:spPr>
          <a:xfrm>
            <a:off x="1525467" y="2442566"/>
            <a:ext cx="9847383" cy="1653184"/>
          </a:xfrm>
          <a:prstGeom prst="rect">
            <a:avLst/>
          </a:prstGeom>
        </p:spPr>
      </p:pic>
      <p:pic>
        <p:nvPicPr>
          <p:cNvPr id="9" name="Picture 8"/>
          <p:cNvPicPr>
            <a:picLocks noChangeAspect="1"/>
          </p:cNvPicPr>
          <p:nvPr/>
        </p:nvPicPr>
        <p:blipFill>
          <a:blip r:embed="rId3"/>
          <a:stretch>
            <a:fillRect/>
          </a:stretch>
        </p:blipFill>
        <p:spPr>
          <a:xfrm>
            <a:off x="1540504" y="4361225"/>
            <a:ext cx="9889496" cy="1123492"/>
          </a:xfrm>
          <a:prstGeom prst="rect">
            <a:avLst/>
          </a:prstGeom>
        </p:spPr>
      </p:pic>
    </p:spTree>
    <p:extLst>
      <p:ext uri="{BB962C8B-B14F-4D97-AF65-F5344CB8AC3E}">
        <p14:creationId xmlns:p14="http://schemas.microsoft.com/office/powerpoint/2010/main" val="46153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 calcmode="lin" valueType="num">
                                      <p:cBhvr additive="base">
                                        <p:cTn id="2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dirty="0"/>
              <a:t>  (c)  </a:t>
            </a:r>
          </a:p>
          <a:p>
            <a:endParaRPr lang="en-US" dirty="0"/>
          </a:p>
          <a:p>
            <a:endParaRPr lang="en-US" dirty="0"/>
          </a:p>
          <a:p>
            <a:endParaRPr lang="en-US" dirty="0"/>
          </a:p>
          <a:p>
            <a:r>
              <a:rPr lang="en-US" dirty="0"/>
              <a:t>    (d) </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35</a:t>
            </a:fld>
            <a:endParaRPr lang="en-US" dirty="0"/>
          </a:p>
        </p:txBody>
      </p:sp>
      <p:sp>
        <p:nvSpPr>
          <p:cNvPr id="7" name="Text Placeholder 6"/>
          <p:cNvSpPr>
            <a:spLocks noGrp="1"/>
          </p:cNvSpPr>
          <p:nvPr>
            <p:ph type="body" sz="quarter" idx="13"/>
          </p:nvPr>
        </p:nvSpPr>
        <p:spPr/>
        <p:txBody>
          <a:bodyPr/>
          <a:lstStyle/>
          <a:p>
            <a:r>
              <a:rPr lang="en-US" dirty="0"/>
              <a:t>3.4</a:t>
            </a:r>
          </a:p>
        </p:txBody>
      </p:sp>
      <p:pic>
        <p:nvPicPr>
          <p:cNvPr id="10" name="Picture 9"/>
          <p:cNvPicPr>
            <a:picLocks noChangeAspect="1"/>
          </p:cNvPicPr>
          <p:nvPr/>
        </p:nvPicPr>
        <p:blipFill>
          <a:blip r:embed="rId2"/>
          <a:stretch>
            <a:fillRect/>
          </a:stretch>
        </p:blipFill>
        <p:spPr>
          <a:xfrm>
            <a:off x="1477649" y="1443600"/>
            <a:ext cx="8046167" cy="1880117"/>
          </a:xfrm>
          <a:prstGeom prst="rect">
            <a:avLst/>
          </a:prstGeom>
        </p:spPr>
      </p:pic>
      <p:pic>
        <p:nvPicPr>
          <p:cNvPr id="12" name="Picture 11"/>
          <p:cNvPicPr>
            <a:picLocks noChangeAspect="1"/>
          </p:cNvPicPr>
          <p:nvPr/>
        </p:nvPicPr>
        <p:blipFill>
          <a:blip r:embed="rId3"/>
          <a:stretch>
            <a:fillRect/>
          </a:stretch>
        </p:blipFill>
        <p:spPr>
          <a:xfrm>
            <a:off x="1690049" y="3521125"/>
            <a:ext cx="7147278" cy="2782475"/>
          </a:xfrm>
          <a:prstGeom prst="rect">
            <a:avLst/>
          </a:prstGeom>
        </p:spPr>
      </p:pic>
    </p:spTree>
    <p:extLst>
      <p:ext uri="{BB962C8B-B14F-4D97-AF65-F5344CB8AC3E}">
        <p14:creationId xmlns:p14="http://schemas.microsoft.com/office/powerpoint/2010/main" val="444431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EN_Kelie_20230202">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DSEPPT_EN_Kelie_20230202" id="{B06EE86F-5B54-4317-BCB3-D011FFD73DEB}" vid="{D2735D75-C0FF-43D6-892E-66CC83BE2D03}"/>
    </a:ext>
  </a:extLst>
</a:theme>
</file>

<file path=docProps/app.xml><?xml version="1.0" encoding="utf-8"?>
<Properties xmlns="http://schemas.openxmlformats.org/officeDocument/2006/extended-properties" xmlns:vt="http://schemas.openxmlformats.org/officeDocument/2006/docPropsVTypes">
  <Template>DSEPPT_EN_Kelie_20230202</Template>
  <TotalTime>220</TotalTime>
  <Words>848</Words>
  <Application>Microsoft Office PowerPoint</Application>
  <PresentationFormat>Widescreen</PresentationFormat>
  <Paragraphs>149</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NotoSansCJKtc-Regular</vt:lpstr>
      <vt:lpstr>Arial</vt:lpstr>
      <vt:lpstr>CourierNewPSMT</vt:lpstr>
      <vt:lpstr>MinionPro-Regular</vt:lpstr>
      <vt:lpstr>Myriad Pro</vt:lpstr>
      <vt:lpstr>MyriadPro-Semibold</vt:lpstr>
      <vt:lpstr>Tw Cen MT</vt:lpstr>
      <vt:lpstr>DSEPPT_EN_Kelie_20230202</vt:lpstr>
      <vt:lpstr>Chapter 3 Advanced Control Structures</vt:lpstr>
      <vt:lpstr>Nested Control Structures</vt:lpstr>
      <vt:lpstr>PowerPoint Presentation</vt:lpstr>
      <vt:lpstr>PowerPoint Presentation</vt:lpstr>
      <vt:lpstr>Nested Loops</vt:lpstr>
      <vt:lpstr>Nested Loops</vt:lpstr>
      <vt:lpstr>Nested Loops</vt:lpstr>
      <vt:lpstr>PowerPoint Presentation</vt:lpstr>
      <vt:lpstr>PowerPoint Presentation</vt:lpstr>
      <vt:lpstr>PowerPoint Presentation</vt:lpstr>
      <vt:lpstr>Nested Loops and Two-dimensional Arrays</vt:lpstr>
      <vt:lpstr>Nested Loops and Two-dimensional Arrays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Integrated Application of Control Structures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 Comparison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dc:creator>
  <cp:lastModifiedBy>Kelie Leung</cp:lastModifiedBy>
  <cp:revision>32</cp:revision>
  <dcterms:created xsi:type="dcterms:W3CDTF">2023-02-23T13:57:32Z</dcterms:created>
  <dcterms:modified xsi:type="dcterms:W3CDTF">2023-05-08T01:46:13Z</dcterms:modified>
</cp:coreProperties>
</file>