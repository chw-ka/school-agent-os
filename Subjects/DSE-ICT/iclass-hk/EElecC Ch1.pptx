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Lst>
  <p:sldSz cy="6858000" cx="12192000"/>
  <p:notesSz cx="6858000" cy="9144000"/>
  <p:embeddedFontLst>
    <p:embeddedFont>
      <p:font typeface="Noto Sans"/>
      <p:regular r:id="rId60"/>
      <p:bold r:id="rId61"/>
      <p:italic r:id="rId62"/>
      <p:boldItalic r:id="rId63"/>
    </p:embeddedFont>
    <p:embeddedFont>
      <p:font typeface="EB Garamond"/>
      <p:regular r:id="rId64"/>
      <p:bold r:id="rId65"/>
      <p:italic r:id="rId66"/>
      <p:boldItalic r:id="rId67"/>
    </p:embeddedFont>
    <p:embeddedFont>
      <p:font typeface="Open Sans SemiBold"/>
      <p:regular r:id="rId68"/>
      <p:bold r:id="rId69"/>
      <p:italic r:id="rId70"/>
      <p:boldItalic r:id="rId71"/>
    </p:embeddedFont>
    <p:embeddedFont>
      <p:font typeface="Open Sans"/>
      <p:regular r:id="rId72"/>
      <p:bold r:id="rId73"/>
      <p:italic r:id="rId74"/>
      <p:boldItalic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76" roundtripDataSignature="AMtx7mgY+WsAAqma1tHGO08LdbkWuzoc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font" Target="fonts/OpenSans-bold.fntdata"/><Relationship Id="rId72" Type="http://schemas.openxmlformats.org/officeDocument/2006/relationships/font" Target="fonts/OpenSans-regular.fntdata"/><Relationship Id="rId31" Type="http://schemas.openxmlformats.org/officeDocument/2006/relationships/slide" Target="slides/slide27.xml"/><Relationship Id="rId75" Type="http://schemas.openxmlformats.org/officeDocument/2006/relationships/font" Target="fonts/OpenSans-boldItalic.fntdata"/><Relationship Id="rId30" Type="http://schemas.openxmlformats.org/officeDocument/2006/relationships/slide" Target="slides/slide26.xml"/><Relationship Id="rId74" Type="http://schemas.openxmlformats.org/officeDocument/2006/relationships/font" Target="fonts/OpenSans-italic.fntdata"/><Relationship Id="rId33" Type="http://schemas.openxmlformats.org/officeDocument/2006/relationships/slide" Target="slides/slide29.xml"/><Relationship Id="rId32" Type="http://schemas.openxmlformats.org/officeDocument/2006/relationships/slide" Target="slides/slide28.xml"/><Relationship Id="rId76" Type="http://customschemas.google.com/relationships/presentationmetadata" Target="metadata"/><Relationship Id="rId35" Type="http://schemas.openxmlformats.org/officeDocument/2006/relationships/slide" Target="slides/slide31.xml"/><Relationship Id="rId34" Type="http://schemas.openxmlformats.org/officeDocument/2006/relationships/slide" Target="slides/slide30.xml"/><Relationship Id="rId71" Type="http://schemas.openxmlformats.org/officeDocument/2006/relationships/font" Target="fonts/OpenSansSemiBold-boldItalic.fntdata"/><Relationship Id="rId70" Type="http://schemas.openxmlformats.org/officeDocument/2006/relationships/font" Target="fonts/OpenSansSemiBold-italic.fntdata"/><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font" Target="fonts/NotoSans-italic.fntdata"/><Relationship Id="rId61" Type="http://schemas.openxmlformats.org/officeDocument/2006/relationships/font" Target="fonts/NotoSans-bold.fntdata"/><Relationship Id="rId20" Type="http://schemas.openxmlformats.org/officeDocument/2006/relationships/slide" Target="slides/slide16.xml"/><Relationship Id="rId64" Type="http://schemas.openxmlformats.org/officeDocument/2006/relationships/font" Target="fonts/EBGaramond-regular.fntdata"/><Relationship Id="rId63" Type="http://schemas.openxmlformats.org/officeDocument/2006/relationships/font" Target="fonts/NotoSans-boldItalic.fntdata"/><Relationship Id="rId22" Type="http://schemas.openxmlformats.org/officeDocument/2006/relationships/slide" Target="slides/slide18.xml"/><Relationship Id="rId66" Type="http://schemas.openxmlformats.org/officeDocument/2006/relationships/font" Target="fonts/EBGaramond-italic.fntdata"/><Relationship Id="rId21" Type="http://schemas.openxmlformats.org/officeDocument/2006/relationships/slide" Target="slides/slide17.xml"/><Relationship Id="rId65" Type="http://schemas.openxmlformats.org/officeDocument/2006/relationships/font" Target="fonts/EBGaramond-bold.fntdata"/><Relationship Id="rId24" Type="http://schemas.openxmlformats.org/officeDocument/2006/relationships/slide" Target="slides/slide20.xml"/><Relationship Id="rId68" Type="http://schemas.openxmlformats.org/officeDocument/2006/relationships/font" Target="fonts/OpenSansSemiBold-regular.fntdata"/><Relationship Id="rId23" Type="http://schemas.openxmlformats.org/officeDocument/2006/relationships/slide" Target="slides/slide19.xml"/><Relationship Id="rId67" Type="http://schemas.openxmlformats.org/officeDocument/2006/relationships/font" Target="fonts/EBGaramond-boldItalic.fntdata"/><Relationship Id="rId60" Type="http://schemas.openxmlformats.org/officeDocument/2006/relationships/font" Target="fonts/NotoSans-regular.fntdata"/><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font" Target="fonts/OpenSansSemiBold-bold.fntdata"/><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1.png"/><Relationship Id="rId4"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2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 Id="rId4"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2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3.png"/><Relationship Id="rId4" Type="http://schemas.openxmlformats.org/officeDocument/2006/relationships/image" Target="../media/image2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5.png"/><Relationship Id="rId4" Type="http://schemas.openxmlformats.org/officeDocument/2006/relationships/image" Target="../media/image2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11.png"/><Relationship Id="rId4" Type="http://schemas.openxmlformats.org/officeDocument/2006/relationships/image" Target="../media/image1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17.png"/><Relationship Id="rId4"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lecC-Cover-EN" showMasterSp="0">
  <p:cSld name="ElecC-Cover-EN">
    <p:bg>
      <p:bgPr>
        <a:solidFill>
          <a:srgbClr val="CDEBF0"/>
        </a:solidFill>
      </p:bgPr>
    </p:bg>
    <p:spTree>
      <p:nvGrpSpPr>
        <p:cNvPr id="12" name="Shape 12"/>
        <p:cNvGrpSpPr/>
        <p:nvPr/>
      </p:nvGrpSpPr>
      <p:grpSpPr>
        <a:xfrm>
          <a:off x="0" y="0"/>
          <a:ext cx="0" cy="0"/>
          <a:chOff x="0" y="0"/>
          <a:chExt cx="0" cy="0"/>
        </a:xfrm>
      </p:grpSpPr>
      <p:grpSp>
        <p:nvGrpSpPr>
          <p:cNvPr id="13" name="Google Shape;13;p57"/>
          <p:cNvGrpSpPr/>
          <p:nvPr/>
        </p:nvGrpSpPr>
        <p:grpSpPr>
          <a:xfrm>
            <a:off x="499712" y="210200"/>
            <a:ext cx="5864753" cy="6437601"/>
            <a:chOff x="499712" y="210200"/>
            <a:chExt cx="5864753" cy="6437601"/>
          </a:xfrm>
        </p:grpSpPr>
        <p:sp>
          <p:nvSpPr>
            <p:cNvPr id="14" name="Google Shape;14;p57"/>
            <p:cNvSpPr/>
            <p:nvPr/>
          </p:nvSpPr>
          <p:spPr>
            <a:xfrm>
              <a:off x="502091" y="210200"/>
              <a:ext cx="5862373" cy="6437601"/>
            </a:xfrm>
            <a:prstGeom prst="flowChartPunchedCard">
              <a:avLst/>
            </a:prstGeom>
            <a:solidFill>
              <a:srgbClr val="00AEC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5" name="Google Shape;15;p57"/>
            <p:cNvSpPr/>
            <p:nvPr/>
          </p:nvSpPr>
          <p:spPr>
            <a:xfrm rot="-5400000">
              <a:off x="472785" y="891320"/>
              <a:ext cx="632850" cy="578997"/>
            </a:xfrm>
            <a:prstGeom prst="rtTriangle">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grpSp>
      <p:grpSp>
        <p:nvGrpSpPr>
          <p:cNvPr id="16" name="Google Shape;16;p57"/>
          <p:cNvGrpSpPr/>
          <p:nvPr/>
        </p:nvGrpSpPr>
        <p:grpSpPr>
          <a:xfrm>
            <a:off x="3199169" y="729000"/>
            <a:ext cx="8650500" cy="5590500"/>
            <a:chOff x="3122969" y="729000"/>
            <a:chExt cx="8650500" cy="5590500"/>
          </a:xfrm>
        </p:grpSpPr>
        <p:sp>
          <p:nvSpPr>
            <p:cNvPr id="17" name="Google Shape;17;p57"/>
            <p:cNvSpPr/>
            <p:nvPr/>
          </p:nvSpPr>
          <p:spPr>
            <a:xfrm>
              <a:off x="3313469" y="919500"/>
              <a:ext cx="8460000" cy="5400000"/>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8" name="Google Shape;18;p57"/>
            <p:cNvSpPr/>
            <p:nvPr/>
          </p:nvSpPr>
          <p:spPr>
            <a:xfrm>
              <a:off x="3122969" y="729000"/>
              <a:ext cx="8460000" cy="5400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grpSp>
      <p:sp>
        <p:nvSpPr>
          <p:cNvPr id="19" name="Google Shape;19;p57"/>
          <p:cNvSpPr txBox="1"/>
          <p:nvPr>
            <p:ph type="title"/>
          </p:nvPr>
        </p:nvSpPr>
        <p:spPr>
          <a:xfrm>
            <a:off x="4756006" y="4084032"/>
            <a:ext cx="6903163" cy="204496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007078"/>
              </a:buClr>
              <a:buSzPts val="3200"/>
              <a:buFont typeface="Open Sans"/>
              <a:buNone/>
              <a:defRPr b="1">
                <a:solidFill>
                  <a:srgbClr val="007078"/>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57"/>
          <p:cNvSpPr txBox="1"/>
          <p:nvPr/>
        </p:nvSpPr>
        <p:spPr>
          <a:xfrm>
            <a:off x="4742958" y="1898909"/>
            <a:ext cx="6916211" cy="95410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5600" u="none" cap="none" strike="noStrike">
                <a:solidFill>
                  <a:srgbClr val="00A0A9"/>
                </a:solidFill>
                <a:latin typeface="Open Sans"/>
                <a:ea typeface="Open Sans"/>
                <a:cs typeface="Open Sans"/>
                <a:sym typeface="Open Sans"/>
              </a:rPr>
              <a:t>ICT for iGeneration</a:t>
            </a:r>
            <a:endParaRPr/>
          </a:p>
        </p:txBody>
      </p:sp>
      <p:pic>
        <p:nvPicPr>
          <p:cNvPr id="21" name="Google Shape;21;p57"/>
          <p:cNvPicPr preferRelativeResize="0"/>
          <p:nvPr/>
        </p:nvPicPr>
        <p:blipFill rotWithShape="1">
          <a:blip r:embed="rId2">
            <a:alphaModFix/>
          </a:blip>
          <a:srcRect b="0" l="0" r="0" t="0"/>
          <a:stretch/>
        </p:blipFill>
        <p:spPr>
          <a:xfrm>
            <a:off x="3199169" y="724908"/>
            <a:ext cx="5712455" cy="784800"/>
          </a:xfrm>
          <a:prstGeom prst="rect">
            <a:avLst/>
          </a:prstGeom>
          <a:noFill/>
          <a:ln>
            <a:noFill/>
          </a:ln>
        </p:spPr>
      </p:pic>
      <p:pic>
        <p:nvPicPr>
          <p:cNvPr id="22" name="Google Shape;22;p57"/>
          <p:cNvPicPr preferRelativeResize="0"/>
          <p:nvPr/>
        </p:nvPicPr>
        <p:blipFill rotWithShape="1">
          <a:blip r:embed="rId3">
            <a:alphaModFix/>
          </a:blip>
          <a:srcRect b="0" l="0" r="0" t="0"/>
          <a:stretch/>
        </p:blipFill>
        <p:spPr>
          <a:xfrm>
            <a:off x="4880448" y="2853016"/>
            <a:ext cx="3691136" cy="505969"/>
          </a:xfrm>
          <a:prstGeom prst="rect">
            <a:avLst/>
          </a:prstGeom>
          <a:noFill/>
          <a:ln>
            <a:noFill/>
          </a:ln>
        </p:spPr>
      </p:pic>
      <p:pic>
        <p:nvPicPr>
          <p:cNvPr id="23" name="Google Shape;23;p57"/>
          <p:cNvPicPr preferRelativeResize="0"/>
          <p:nvPr/>
        </p:nvPicPr>
        <p:blipFill rotWithShape="1">
          <a:blip r:embed="rId4">
            <a:alphaModFix/>
          </a:blip>
          <a:srcRect b="0" l="0" r="0" t="0"/>
          <a:stretch/>
        </p:blipFill>
        <p:spPr>
          <a:xfrm>
            <a:off x="0" y="1898909"/>
            <a:ext cx="4744800" cy="47448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_orange">
  <p:cSld name="Content_orange">
    <p:spTree>
      <p:nvGrpSpPr>
        <p:cNvPr id="24" name="Shape 24"/>
        <p:cNvGrpSpPr/>
        <p:nvPr/>
      </p:nvGrpSpPr>
      <p:grpSpPr>
        <a:xfrm>
          <a:off x="0" y="0"/>
          <a:ext cx="0" cy="0"/>
          <a:chOff x="0" y="0"/>
          <a:chExt cx="0" cy="0"/>
        </a:xfrm>
      </p:grpSpPr>
      <p:sp>
        <p:nvSpPr>
          <p:cNvPr id="25" name="Google Shape;25;p58"/>
          <p:cNvSpPr/>
          <p:nvPr/>
        </p:nvSpPr>
        <p:spPr>
          <a:xfrm flipH="1">
            <a:off x="814200" y="669190"/>
            <a:ext cx="1020001" cy="612000"/>
          </a:xfrm>
          <a:prstGeom prst="snip2DiagRect">
            <a:avLst>
              <a:gd fmla="val 0" name="adj1"/>
              <a:gd fmla="val 24507" name="adj2"/>
            </a:avLst>
          </a:prstGeom>
          <a:solidFill>
            <a:srgbClr val="C26A2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26" name="Google Shape;26;p58"/>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8"/>
          <p:cNvSpPr txBox="1"/>
          <p:nvPr>
            <p:ph idx="10" type="dt"/>
          </p:nvPr>
        </p:nvSpPr>
        <p:spPr>
          <a:xfrm>
            <a:off x="7456921" y="64928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8"/>
          <p:cNvSpPr txBox="1"/>
          <p:nvPr>
            <p:ph idx="11" type="ftr"/>
          </p:nvPr>
        </p:nvSpPr>
        <p:spPr>
          <a:xfrm>
            <a:off x="838201" y="6492875"/>
            <a:ext cx="65425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58"/>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0" name="Google Shape;30;p58"/>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4000"/>
              <a:buNone/>
              <a:defRPr b="1" sz="3200">
                <a:solidFill>
                  <a:schemeClr val="lt1"/>
                </a:solidFill>
                <a:latin typeface="Open Sans"/>
                <a:ea typeface="Open Sans"/>
                <a:cs typeface="Open Sans"/>
                <a:sym typeface="Open Sans"/>
              </a:defRPr>
            </a:lvl1pPr>
            <a:lvl2pPr indent="-228600" lvl="1" marL="914400" algn="l">
              <a:lnSpc>
                <a:spcPct val="120000"/>
              </a:lnSpc>
              <a:spcBef>
                <a:spcPts val="500"/>
              </a:spcBef>
              <a:spcAft>
                <a:spcPts val="0"/>
              </a:spcAft>
              <a:buClr>
                <a:schemeClr val="dk1"/>
              </a:buClr>
              <a:buSzPts val="2250"/>
              <a:buNone/>
              <a:defRPr/>
            </a:lvl2pPr>
            <a:lvl3pPr indent="-228600" lvl="2" marL="1371600" algn="l">
              <a:lnSpc>
                <a:spcPct val="120000"/>
              </a:lnSpc>
              <a:spcBef>
                <a:spcPts val="500"/>
              </a:spcBef>
              <a:spcAft>
                <a:spcPts val="0"/>
              </a:spcAft>
              <a:buClr>
                <a:schemeClr val="dk1"/>
              </a:buClr>
              <a:buSzPts val="2250"/>
              <a:buNone/>
              <a:defRPr/>
            </a:lvl3pPr>
            <a:lvl4pPr indent="-228600" lvl="3" marL="1828800" algn="l">
              <a:lnSpc>
                <a:spcPct val="120000"/>
              </a:lnSpc>
              <a:spcBef>
                <a:spcPts val="500"/>
              </a:spcBef>
              <a:spcAft>
                <a:spcPts val="0"/>
              </a:spcAft>
              <a:buClr>
                <a:schemeClr val="dk1"/>
              </a:buClr>
              <a:buSzPts val="2250"/>
              <a:buNone/>
              <a:defRPr/>
            </a:lvl4pPr>
            <a:lvl5pPr indent="-228600" lvl="4" marL="2286000" algn="l">
              <a:lnSpc>
                <a:spcPct val="120000"/>
              </a:lnSpc>
              <a:spcBef>
                <a:spcPts val="500"/>
              </a:spcBef>
              <a:spcAft>
                <a:spcPts val="0"/>
              </a:spcAft>
              <a:buClr>
                <a:schemeClr val="dk1"/>
              </a:buClr>
              <a:buSzPts val="2250"/>
              <a:buNone/>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31" name="Google Shape;31;p58"/>
          <p:cNvSpPr txBox="1"/>
          <p:nvPr>
            <p:ph idx="2"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250"/>
              <a:buNone/>
              <a:defRPr/>
            </a:lvl1pPr>
            <a:lvl2pPr indent="-228600" lvl="1" marL="914400" algn="l">
              <a:lnSpc>
                <a:spcPct val="120000"/>
              </a:lnSpc>
              <a:spcBef>
                <a:spcPts val="500"/>
              </a:spcBef>
              <a:spcAft>
                <a:spcPts val="0"/>
              </a:spcAft>
              <a:buClr>
                <a:schemeClr val="dk1"/>
              </a:buClr>
              <a:buSzPts val="2250"/>
              <a:buNone/>
              <a:defRPr/>
            </a:lvl2pPr>
            <a:lvl3pPr indent="-228600" lvl="2" marL="1371600" algn="l">
              <a:lnSpc>
                <a:spcPct val="120000"/>
              </a:lnSpc>
              <a:spcBef>
                <a:spcPts val="500"/>
              </a:spcBef>
              <a:spcAft>
                <a:spcPts val="0"/>
              </a:spcAft>
              <a:buClr>
                <a:schemeClr val="dk1"/>
              </a:buClr>
              <a:buSzPts val="2250"/>
              <a:buNone/>
              <a:defRPr/>
            </a:lvl3pPr>
            <a:lvl4pPr indent="-228600" lvl="3" marL="1828800" algn="l">
              <a:lnSpc>
                <a:spcPct val="120000"/>
              </a:lnSpc>
              <a:spcBef>
                <a:spcPts val="500"/>
              </a:spcBef>
              <a:spcAft>
                <a:spcPts val="0"/>
              </a:spcAft>
              <a:buClr>
                <a:schemeClr val="dk1"/>
              </a:buClr>
              <a:buSzPts val="2250"/>
              <a:buNone/>
              <a:defRPr/>
            </a:lvl4pPr>
            <a:lvl5pPr indent="-228600" lvl="4" marL="2286000" algn="l">
              <a:lnSpc>
                <a:spcPct val="120000"/>
              </a:lnSpc>
              <a:spcBef>
                <a:spcPts val="500"/>
              </a:spcBef>
              <a:spcAft>
                <a:spcPts val="0"/>
              </a:spcAft>
              <a:buClr>
                <a:schemeClr val="dk1"/>
              </a:buClr>
              <a:buSzPts val="2250"/>
              <a:buNone/>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EN" showMasterSp="0">
  <p:cSld name="Activity-EN">
    <p:spTree>
      <p:nvGrpSpPr>
        <p:cNvPr id="32" name="Shape 32"/>
        <p:cNvGrpSpPr/>
        <p:nvPr/>
      </p:nvGrpSpPr>
      <p:grpSpPr>
        <a:xfrm>
          <a:off x="0" y="0"/>
          <a:ext cx="0" cy="0"/>
          <a:chOff x="0" y="0"/>
          <a:chExt cx="0" cy="0"/>
        </a:xfrm>
      </p:grpSpPr>
      <p:pic>
        <p:nvPicPr>
          <p:cNvPr id="33" name="Google Shape;33;p5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34" name="Google Shape;34;p59"/>
          <p:cNvSpPr txBox="1"/>
          <p:nvPr>
            <p:ph idx="1" type="body"/>
          </p:nvPr>
        </p:nvSpPr>
        <p:spPr>
          <a:xfrm>
            <a:off x="838200" y="1443600"/>
            <a:ext cx="10515600" cy="48600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500"/>
              <a:buNone/>
              <a:defRPr sz="2000"/>
            </a:lvl1pPr>
            <a:lvl2pPr indent="-228600" lvl="1" marL="914400" algn="l">
              <a:lnSpc>
                <a:spcPct val="120000"/>
              </a:lnSpc>
              <a:spcBef>
                <a:spcPts val="500"/>
              </a:spcBef>
              <a:spcAft>
                <a:spcPts val="0"/>
              </a:spcAft>
              <a:buClr>
                <a:schemeClr val="dk1"/>
              </a:buClr>
              <a:buSzPts val="2250"/>
              <a:buNone/>
              <a:defRPr sz="1800"/>
            </a:lvl2pPr>
            <a:lvl3pPr indent="-228600" lvl="2" marL="1371600" algn="l">
              <a:lnSpc>
                <a:spcPct val="120000"/>
              </a:lnSpc>
              <a:spcBef>
                <a:spcPts val="500"/>
              </a:spcBef>
              <a:spcAft>
                <a:spcPts val="0"/>
              </a:spcAft>
              <a:buClr>
                <a:schemeClr val="dk1"/>
              </a:buClr>
              <a:buSzPts val="2000"/>
              <a:buNone/>
              <a:defRPr sz="1600"/>
            </a:lvl3pPr>
            <a:lvl4pPr indent="-228600" lvl="3" marL="1828800" algn="l">
              <a:lnSpc>
                <a:spcPct val="120000"/>
              </a:lnSpc>
              <a:spcBef>
                <a:spcPts val="500"/>
              </a:spcBef>
              <a:spcAft>
                <a:spcPts val="0"/>
              </a:spcAft>
              <a:buClr>
                <a:schemeClr val="dk1"/>
              </a:buClr>
              <a:buSzPts val="1750"/>
              <a:buNone/>
              <a:defRPr sz="1400"/>
            </a:lvl4pPr>
            <a:lvl5pPr indent="-228600" lvl="4" marL="2286000" algn="l">
              <a:lnSpc>
                <a:spcPct val="120000"/>
              </a:lnSpc>
              <a:spcBef>
                <a:spcPts val="500"/>
              </a:spcBef>
              <a:spcAft>
                <a:spcPts val="0"/>
              </a:spcAft>
              <a:buClr>
                <a:schemeClr val="dk1"/>
              </a:buClr>
              <a:buSzPts val="1750"/>
              <a:buNone/>
              <a:defRPr sz="1400"/>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35" name="Google Shape;35;p59"/>
          <p:cNvSpPr txBox="1"/>
          <p:nvPr>
            <p:ph idx="10" type="dt"/>
          </p:nvPr>
        </p:nvSpPr>
        <p:spPr>
          <a:xfrm>
            <a:off x="7456921" y="64928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9"/>
          <p:cNvSpPr txBox="1"/>
          <p:nvPr>
            <p:ph idx="11" type="ftr"/>
          </p:nvPr>
        </p:nvSpPr>
        <p:spPr>
          <a:xfrm>
            <a:off x="838201" y="6492875"/>
            <a:ext cx="65425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9"/>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8" name="Google Shape;38;p59"/>
          <p:cNvSpPr txBox="1"/>
          <p:nvPr>
            <p:ph idx="2" type="body"/>
          </p:nvPr>
        </p:nvSpPr>
        <p:spPr>
          <a:xfrm>
            <a:off x="3170999" y="755092"/>
            <a:ext cx="864000" cy="28800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606060"/>
              </a:buClr>
              <a:buSzPts val="2500"/>
              <a:buNone/>
              <a:defRPr b="1" sz="2000">
                <a:solidFill>
                  <a:srgbClr val="606060"/>
                </a:solidFill>
                <a:latin typeface="Open Sans"/>
                <a:ea typeface="Open Sans"/>
                <a:cs typeface="Open Sans"/>
                <a:sym typeface="Open Sans"/>
              </a:defRPr>
            </a:lvl1pPr>
            <a:lvl2pPr indent="-228600" lvl="1" marL="914400" algn="l">
              <a:lnSpc>
                <a:spcPct val="120000"/>
              </a:lnSpc>
              <a:spcBef>
                <a:spcPts val="500"/>
              </a:spcBef>
              <a:spcAft>
                <a:spcPts val="0"/>
              </a:spcAft>
              <a:buClr>
                <a:schemeClr val="dk1"/>
              </a:buClr>
              <a:buSzPts val="2250"/>
              <a:buNone/>
              <a:defRPr/>
            </a:lvl2pPr>
            <a:lvl3pPr indent="-228600" lvl="2" marL="1371600" algn="l">
              <a:lnSpc>
                <a:spcPct val="120000"/>
              </a:lnSpc>
              <a:spcBef>
                <a:spcPts val="500"/>
              </a:spcBef>
              <a:spcAft>
                <a:spcPts val="0"/>
              </a:spcAft>
              <a:buClr>
                <a:schemeClr val="dk1"/>
              </a:buClr>
              <a:buSzPts val="2250"/>
              <a:buNone/>
              <a:defRPr/>
            </a:lvl3pPr>
            <a:lvl4pPr indent="-228600" lvl="3" marL="1828800" algn="l">
              <a:lnSpc>
                <a:spcPct val="120000"/>
              </a:lnSpc>
              <a:spcBef>
                <a:spcPts val="500"/>
              </a:spcBef>
              <a:spcAft>
                <a:spcPts val="0"/>
              </a:spcAft>
              <a:buClr>
                <a:schemeClr val="dk1"/>
              </a:buClr>
              <a:buSzPts val="2250"/>
              <a:buNone/>
              <a:defRPr/>
            </a:lvl4pPr>
            <a:lvl5pPr indent="-228600" lvl="4" marL="2286000" algn="l">
              <a:lnSpc>
                <a:spcPct val="120000"/>
              </a:lnSpc>
              <a:spcBef>
                <a:spcPts val="500"/>
              </a:spcBef>
              <a:spcAft>
                <a:spcPts val="0"/>
              </a:spcAft>
              <a:buClr>
                <a:schemeClr val="dk1"/>
              </a:buClr>
              <a:buSzPts val="2250"/>
              <a:buNone/>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eckpoint-EN" showMasterSp="0">
  <p:cSld name="Checkpoint-EN">
    <p:spTree>
      <p:nvGrpSpPr>
        <p:cNvPr id="39" name="Shape 39"/>
        <p:cNvGrpSpPr/>
        <p:nvPr/>
      </p:nvGrpSpPr>
      <p:grpSpPr>
        <a:xfrm>
          <a:off x="0" y="0"/>
          <a:ext cx="0" cy="0"/>
          <a:chOff x="0" y="0"/>
          <a:chExt cx="0" cy="0"/>
        </a:xfrm>
      </p:grpSpPr>
      <p:pic>
        <p:nvPicPr>
          <p:cNvPr id="40" name="Google Shape;40;p6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1" name="Google Shape;41;p60"/>
          <p:cNvSpPr txBox="1"/>
          <p:nvPr>
            <p:ph idx="1" type="body"/>
          </p:nvPr>
        </p:nvSpPr>
        <p:spPr>
          <a:xfrm>
            <a:off x="838200" y="1443600"/>
            <a:ext cx="10515600" cy="48600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500"/>
              <a:buNone/>
              <a:defRPr sz="2000"/>
            </a:lvl1pPr>
            <a:lvl2pPr indent="-228600" lvl="1" marL="914400" algn="l">
              <a:lnSpc>
                <a:spcPct val="120000"/>
              </a:lnSpc>
              <a:spcBef>
                <a:spcPts val="500"/>
              </a:spcBef>
              <a:spcAft>
                <a:spcPts val="0"/>
              </a:spcAft>
              <a:buClr>
                <a:schemeClr val="dk1"/>
              </a:buClr>
              <a:buSzPts val="2250"/>
              <a:buNone/>
              <a:defRPr sz="1800"/>
            </a:lvl2pPr>
            <a:lvl3pPr indent="-228600" lvl="2" marL="1371600" algn="l">
              <a:lnSpc>
                <a:spcPct val="120000"/>
              </a:lnSpc>
              <a:spcBef>
                <a:spcPts val="500"/>
              </a:spcBef>
              <a:spcAft>
                <a:spcPts val="0"/>
              </a:spcAft>
              <a:buClr>
                <a:schemeClr val="dk1"/>
              </a:buClr>
              <a:buSzPts val="2000"/>
              <a:buNone/>
              <a:defRPr sz="1600"/>
            </a:lvl3pPr>
            <a:lvl4pPr indent="-228600" lvl="3" marL="1828800" algn="l">
              <a:lnSpc>
                <a:spcPct val="120000"/>
              </a:lnSpc>
              <a:spcBef>
                <a:spcPts val="500"/>
              </a:spcBef>
              <a:spcAft>
                <a:spcPts val="0"/>
              </a:spcAft>
              <a:buClr>
                <a:schemeClr val="dk1"/>
              </a:buClr>
              <a:buSzPts val="1750"/>
              <a:buNone/>
              <a:defRPr sz="1400"/>
            </a:lvl4pPr>
            <a:lvl5pPr indent="-228600" lvl="4" marL="2286000" algn="l">
              <a:lnSpc>
                <a:spcPct val="120000"/>
              </a:lnSpc>
              <a:spcBef>
                <a:spcPts val="500"/>
              </a:spcBef>
              <a:spcAft>
                <a:spcPts val="0"/>
              </a:spcAft>
              <a:buClr>
                <a:schemeClr val="dk1"/>
              </a:buClr>
              <a:buSzPts val="1750"/>
              <a:buNone/>
              <a:defRPr sz="1400"/>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42" name="Google Shape;42;p60"/>
          <p:cNvSpPr txBox="1"/>
          <p:nvPr>
            <p:ph idx="10" type="dt"/>
          </p:nvPr>
        </p:nvSpPr>
        <p:spPr>
          <a:xfrm>
            <a:off x="7456921" y="64928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0"/>
          <p:cNvSpPr txBox="1"/>
          <p:nvPr>
            <p:ph idx="11" type="ftr"/>
          </p:nvPr>
        </p:nvSpPr>
        <p:spPr>
          <a:xfrm>
            <a:off x="838201" y="6492875"/>
            <a:ext cx="65425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0"/>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5" name="Google Shape;45;p60"/>
          <p:cNvSpPr txBox="1"/>
          <p:nvPr>
            <p:ph idx="2" type="body"/>
          </p:nvPr>
        </p:nvSpPr>
        <p:spPr>
          <a:xfrm>
            <a:off x="3704400" y="755092"/>
            <a:ext cx="864000" cy="28800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606060"/>
              </a:buClr>
              <a:buSzPts val="2500"/>
              <a:buNone/>
              <a:defRPr b="1" sz="2000">
                <a:solidFill>
                  <a:srgbClr val="606060"/>
                </a:solidFill>
                <a:latin typeface="Open Sans"/>
                <a:ea typeface="Open Sans"/>
                <a:cs typeface="Open Sans"/>
                <a:sym typeface="Open Sans"/>
              </a:defRPr>
            </a:lvl1pPr>
            <a:lvl2pPr indent="-228600" lvl="1" marL="914400" algn="l">
              <a:lnSpc>
                <a:spcPct val="120000"/>
              </a:lnSpc>
              <a:spcBef>
                <a:spcPts val="500"/>
              </a:spcBef>
              <a:spcAft>
                <a:spcPts val="0"/>
              </a:spcAft>
              <a:buClr>
                <a:schemeClr val="dk1"/>
              </a:buClr>
              <a:buSzPts val="2250"/>
              <a:buNone/>
              <a:defRPr/>
            </a:lvl2pPr>
            <a:lvl3pPr indent="-228600" lvl="2" marL="1371600" algn="l">
              <a:lnSpc>
                <a:spcPct val="120000"/>
              </a:lnSpc>
              <a:spcBef>
                <a:spcPts val="500"/>
              </a:spcBef>
              <a:spcAft>
                <a:spcPts val="0"/>
              </a:spcAft>
              <a:buClr>
                <a:schemeClr val="dk1"/>
              </a:buClr>
              <a:buSzPts val="2250"/>
              <a:buNone/>
              <a:defRPr/>
            </a:lvl3pPr>
            <a:lvl4pPr indent="-228600" lvl="3" marL="1828800" algn="l">
              <a:lnSpc>
                <a:spcPct val="120000"/>
              </a:lnSpc>
              <a:spcBef>
                <a:spcPts val="500"/>
              </a:spcBef>
              <a:spcAft>
                <a:spcPts val="0"/>
              </a:spcAft>
              <a:buClr>
                <a:schemeClr val="dk1"/>
              </a:buClr>
              <a:buSzPts val="2250"/>
              <a:buNone/>
              <a:defRPr/>
            </a:lvl4pPr>
            <a:lvl5pPr indent="-228600" lvl="4" marL="2286000" algn="l">
              <a:lnSpc>
                <a:spcPct val="120000"/>
              </a:lnSpc>
              <a:spcBef>
                <a:spcPts val="500"/>
              </a:spcBef>
              <a:spcAft>
                <a:spcPts val="0"/>
              </a:spcAft>
              <a:buClr>
                <a:schemeClr val="dk1"/>
              </a:buClr>
              <a:buSzPts val="2250"/>
              <a:buNone/>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b-EN" showMasterSp="0">
  <p:cSld name="Lab-EN">
    <p:spTree>
      <p:nvGrpSpPr>
        <p:cNvPr id="46" name="Shape 46"/>
        <p:cNvGrpSpPr/>
        <p:nvPr/>
      </p:nvGrpSpPr>
      <p:grpSpPr>
        <a:xfrm>
          <a:off x="0" y="0"/>
          <a:ext cx="0" cy="0"/>
          <a:chOff x="0" y="0"/>
          <a:chExt cx="0" cy="0"/>
        </a:xfrm>
      </p:grpSpPr>
      <p:pic>
        <p:nvPicPr>
          <p:cNvPr id="47" name="Google Shape;47;p6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8" name="Google Shape;48;p61"/>
          <p:cNvSpPr txBox="1"/>
          <p:nvPr>
            <p:ph idx="1" type="body"/>
          </p:nvPr>
        </p:nvSpPr>
        <p:spPr>
          <a:xfrm>
            <a:off x="838200" y="1443600"/>
            <a:ext cx="10515600" cy="48600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500"/>
              <a:buNone/>
              <a:defRPr sz="2000"/>
            </a:lvl1pPr>
            <a:lvl2pPr indent="-228600" lvl="1" marL="914400" algn="l">
              <a:lnSpc>
                <a:spcPct val="120000"/>
              </a:lnSpc>
              <a:spcBef>
                <a:spcPts val="500"/>
              </a:spcBef>
              <a:spcAft>
                <a:spcPts val="0"/>
              </a:spcAft>
              <a:buClr>
                <a:schemeClr val="dk1"/>
              </a:buClr>
              <a:buSzPts val="2250"/>
              <a:buNone/>
              <a:defRPr sz="1800"/>
            </a:lvl2pPr>
            <a:lvl3pPr indent="-228600" lvl="2" marL="1371600" algn="l">
              <a:lnSpc>
                <a:spcPct val="120000"/>
              </a:lnSpc>
              <a:spcBef>
                <a:spcPts val="500"/>
              </a:spcBef>
              <a:spcAft>
                <a:spcPts val="0"/>
              </a:spcAft>
              <a:buClr>
                <a:schemeClr val="dk1"/>
              </a:buClr>
              <a:buSzPts val="2000"/>
              <a:buNone/>
              <a:defRPr sz="1600"/>
            </a:lvl3pPr>
            <a:lvl4pPr indent="-228600" lvl="3" marL="1828800" algn="l">
              <a:lnSpc>
                <a:spcPct val="120000"/>
              </a:lnSpc>
              <a:spcBef>
                <a:spcPts val="500"/>
              </a:spcBef>
              <a:spcAft>
                <a:spcPts val="0"/>
              </a:spcAft>
              <a:buClr>
                <a:schemeClr val="dk1"/>
              </a:buClr>
              <a:buSzPts val="1750"/>
              <a:buNone/>
              <a:defRPr sz="1400"/>
            </a:lvl4pPr>
            <a:lvl5pPr indent="-228600" lvl="4" marL="2286000" algn="l">
              <a:lnSpc>
                <a:spcPct val="120000"/>
              </a:lnSpc>
              <a:spcBef>
                <a:spcPts val="500"/>
              </a:spcBef>
              <a:spcAft>
                <a:spcPts val="0"/>
              </a:spcAft>
              <a:buClr>
                <a:schemeClr val="dk1"/>
              </a:buClr>
              <a:buSzPts val="1750"/>
              <a:buNone/>
              <a:defRPr sz="1400"/>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49" name="Google Shape;49;p61"/>
          <p:cNvSpPr txBox="1"/>
          <p:nvPr>
            <p:ph idx="10" type="dt"/>
          </p:nvPr>
        </p:nvSpPr>
        <p:spPr>
          <a:xfrm>
            <a:off x="7456921" y="64928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61"/>
          <p:cNvSpPr txBox="1"/>
          <p:nvPr>
            <p:ph idx="11" type="ftr"/>
          </p:nvPr>
        </p:nvSpPr>
        <p:spPr>
          <a:xfrm>
            <a:off x="838201" y="6492875"/>
            <a:ext cx="65425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1"/>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2" name="Google Shape;52;p61"/>
          <p:cNvSpPr txBox="1"/>
          <p:nvPr>
            <p:ph idx="2" type="body"/>
          </p:nvPr>
        </p:nvSpPr>
        <p:spPr>
          <a:xfrm>
            <a:off x="2467612" y="755092"/>
            <a:ext cx="864000" cy="28800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606060"/>
              </a:buClr>
              <a:buSzPts val="2500"/>
              <a:buNone/>
              <a:defRPr b="1" sz="2000">
                <a:solidFill>
                  <a:srgbClr val="606060"/>
                </a:solidFill>
                <a:latin typeface="Open Sans"/>
                <a:ea typeface="Open Sans"/>
                <a:cs typeface="Open Sans"/>
                <a:sym typeface="Open Sans"/>
              </a:defRPr>
            </a:lvl1pPr>
            <a:lvl2pPr indent="-228600" lvl="1" marL="914400" algn="l">
              <a:lnSpc>
                <a:spcPct val="120000"/>
              </a:lnSpc>
              <a:spcBef>
                <a:spcPts val="500"/>
              </a:spcBef>
              <a:spcAft>
                <a:spcPts val="0"/>
              </a:spcAft>
              <a:buClr>
                <a:schemeClr val="dk1"/>
              </a:buClr>
              <a:buSzPts val="2250"/>
              <a:buNone/>
              <a:defRPr/>
            </a:lvl2pPr>
            <a:lvl3pPr indent="-228600" lvl="2" marL="1371600" algn="l">
              <a:lnSpc>
                <a:spcPct val="120000"/>
              </a:lnSpc>
              <a:spcBef>
                <a:spcPts val="500"/>
              </a:spcBef>
              <a:spcAft>
                <a:spcPts val="0"/>
              </a:spcAft>
              <a:buClr>
                <a:schemeClr val="dk1"/>
              </a:buClr>
              <a:buSzPts val="2250"/>
              <a:buNone/>
              <a:defRPr/>
            </a:lvl3pPr>
            <a:lvl4pPr indent="-228600" lvl="3" marL="1828800" algn="l">
              <a:lnSpc>
                <a:spcPct val="120000"/>
              </a:lnSpc>
              <a:spcBef>
                <a:spcPts val="500"/>
              </a:spcBef>
              <a:spcAft>
                <a:spcPts val="0"/>
              </a:spcAft>
              <a:buClr>
                <a:schemeClr val="dk1"/>
              </a:buClr>
              <a:buSzPts val="2250"/>
              <a:buNone/>
              <a:defRPr/>
            </a:lvl4pPr>
            <a:lvl5pPr indent="-228600" lvl="4" marL="2286000" algn="l">
              <a:lnSpc>
                <a:spcPct val="120000"/>
              </a:lnSpc>
              <a:spcBef>
                <a:spcPts val="500"/>
              </a:spcBef>
              <a:spcAft>
                <a:spcPts val="0"/>
              </a:spcAft>
              <a:buClr>
                <a:schemeClr val="dk1"/>
              </a:buClr>
              <a:buSzPts val="2250"/>
              <a:buNone/>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alogy">
  <p:cSld name="analogy">
    <p:spTree>
      <p:nvGrpSpPr>
        <p:cNvPr id="53" name="Shape 53"/>
        <p:cNvGrpSpPr/>
        <p:nvPr/>
      </p:nvGrpSpPr>
      <p:grpSpPr>
        <a:xfrm>
          <a:off x="0" y="0"/>
          <a:ext cx="0" cy="0"/>
          <a:chOff x="0" y="0"/>
          <a:chExt cx="0" cy="0"/>
        </a:xfrm>
      </p:grpSpPr>
      <p:pic>
        <p:nvPicPr>
          <p:cNvPr id="54" name="Google Shape;54;p62"/>
          <p:cNvPicPr preferRelativeResize="0"/>
          <p:nvPr/>
        </p:nvPicPr>
        <p:blipFill rotWithShape="1">
          <a:blip r:embed="rId2">
            <a:alphaModFix/>
          </a:blip>
          <a:srcRect b="0" l="0" r="0" t="0"/>
          <a:stretch/>
        </p:blipFill>
        <p:spPr>
          <a:xfrm>
            <a:off x="656925" y="363600"/>
            <a:ext cx="1261875" cy="1261875"/>
          </a:xfrm>
          <a:prstGeom prst="rect">
            <a:avLst/>
          </a:prstGeom>
          <a:noFill/>
          <a:ln>
            <a:noFill/>
          </a:ln>
        </p:spPr>
      </p:pic>
      <p:sp>
        <p:nvSpPr>
          <p:cNvPr id="55" name="Google Shape;55;p62"/>
          <p:cNvSpPr txBox="1"/>
          <p:nvPr>
            <p:ph idx="10" type="dt"/>
          </p:nvPr>
        </p:nvSpPr>
        <p:spPr>
          <a:xfrm>
            <a:off x="7456921" y="64928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2"/>
          <p:cNvSpPr txBox="1"/>
          <p:nvPr>
            <p:ph idx="11" type="ftr"/>
          </p:nvPr>
        </p:nvSpPr>
        <p:spPr>
          <a:xfrm>
            <a:off x="838201" y="6492875"/>
            <a:ext cx="65425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2"/>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8" name="Google Shape;58;p62"/>
          <p:cNvSpPr txBox="1"/>
          <p:nvPr/>
        </p:nvSpPr>
        <p:spPr>
          <a:xfrm>
            <a:off x="1693718" y="363600"/>
            <a:ext cx="9660082" cy="12600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7570B3"/>
              </a:buClr>
              <a:buSzPts val="3200"/>
              <a:buFont typeface="Open Sans"/>
              <a:buNone/>
            </a:pPr>
            <a:r>
              <a:rPr b="1" i="1" lang="en-US" sz="3200" u="none" cap="none" strike="noStrike">
                <a:solidFill>
                  <a:srgbClr val="7570B3"/>
                </a:solidFill>
                <a:latin typeface="Open Sans"/>
                <a:ea typeface="Open Sans"/>
                <a:cs typeface="Open Sans"/>
                <a:sym typeface="Open Sans"/>
              </a:rPr>
              <a:t>ANALOGY</a:t>
            </a:r>
            <a:endParaRPr/>
          </a:p>
        </p:txBody>
      </p:sp>
      <p:sp>
        <p:nvSpPr>
          <p:cNvPr id="59" name="Google Shape;59;p62"/>
          <p:cNvSpPr txBox="1"/>
          <p:nvPr>
            <p:ph idx="1"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250"/>
              <a:buNone/>
              <a:defRPr/>
            </a:lvl1pPr>
            <a:lvl2pPr indent="-228600" lvl="1" marL="914400" algn="l">
              <a:lnSpc>
                <a:spcPct val="120000"/>
              </a:lnSpc>
              <a:spcBef>
                <a:spcPts val="500"/>
              </a:spcBef>
              <a:spcAft>
                <a:spcPts val="0"/>
              </a:spcAft>
              <a:buClr>
                <a:schemeClr val="dk1"/>
              </a:buClr>
              <a:buSzPts val="2250"/>
              <a:buNone/>
              <a:defRPr/>
            </a:lvl2pPr>
            <a:lvl3pPr indent="-228600" lvl="2" marL="1371600" algn="l">
              <a:lnSpc>
                <a:spcPct val="120000"/>
              </a:lnSpc>
              <a:spcBef>
                <a:spcPts val="500"/>
              </a:spcBef>
              <a:spcAft>
                <a:spcPts val="0"/>
              </a:spcAft>
              <a:buClr>
                <a:schemeClr val="dk1"/>
              </a:buClr>
              <a:buSzPts val="2250"/>
              <a:buNone/>
              <a:defRPr/>
            </a:lvl3pPr>
            <a:lvl4pPr indent="-228600" lvl="3" marL="1828800" algn="l">
              <a:lnSpc>
                <a:spcPct val="120000"/>
              </a:lnSpc>
              <a:spcBef>
                <a:spcPts val="500"/>
              </a:spcBef>
              <a:spcAft>
                <a:spcPts val="0"/>
              </a:spcAft>
              <a:buClr>
                <a:schemeClr val="dk1"/>
              </a:buClr>
              <a:buSzPts val="2250"/>
              <a:buNone/>
              <a:defRPr/>
            </a:lvl4pPr>
            <a:lvl5pPr indent="-228600" lvl="4" marL="2286000" algn="l">
              <a:lnSpc>
                <a:spcPct val="120000"/>
              </a:lnSpc>
              <a:spcBef>
                <a:spcPts val="500"/>
              </a:spcBef>
              <a:spcAft>
                <a:spcPts val="0"/>
              </a:spcAft>
              <a:buClr>
                <a:schemeClr val="dk1"/>
              </a:buClr>
              <a:buSzPts val="2250"/>
              <a:buNone/>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ample-EN" showMasterSp="0">
  <p:cSld name="Example-EN">
    <p:spTree>
      <p:nvGrpSpPr>
        <p:cNvPr id="60" name="Shape 60"/>
        <p:cNvGrpSpPr/>
        <p:nvPr/>
      </p:nvGrpSpPr>
      <p:grpSpPr>
        <a:xfrm>
          <a:off x="0" y="0"/>
          <a:ext cx="0" cy="0"/>
          <a:chOff x="0" y="0"/>
          <a:chExt cx="0" cy="0"/>
        </a:xfrm>
      </p:grpSpPr>
      <p:pic>
        <p:nvPicPr>
          <p:cNvPr id="61" name="Google Shape;61;p6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2" name="Google Shape;62;p63"/>
          <p:cNvSpPr txBox="1"/>
          <p:nvPr>
            <p:ph idx="1" type="body"/>
          </p:nvPr>
        </p:nvSpPr>
        <p:spPr>
          <a:xfrm>
            <a:off x="838200" y="1443600"/>
            <a:ext cx="10515600" cy="48600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500"/>
              <a:buFont typeface="Arial"/>
              <a:buNone/>
              <a:defRPr sz="2000"/>
            </a:lvl1pPr>
            <a:lvl2pPr indent="-228600" lvl="1" marL="914400" algn="l">
              <a:lnSpc>
                <a:spcPct val="120000"/>
              </a:lnSpc>
              <a:spcBef>
                <a:spcPts val="500"/>
              </a:spcBef>
              <a:spcAft>
                <a:spcPts val="0"/>
              </a:spcAft>
              <a:buClr>
                <a:schemeClr val="dk1"/>
              </a:buClr>
              <a:buSzPts val="2250"/>
              <a:buNone/>
              <a:defRPr sz="1800"/>
            </a:lvl2pPr>
            <a:lvl3pPr indent="-228600" lvl="2" marL="1371600" algn="l">
              <a:lnSpc>
                <a:spcPct val="120000"/>
              </a:lnSpc>
              <a:spcBef>
                <a:spcPts val="500"/>
              </a:spcBef>
              <a:spcAft>
                <a:spcPts val="0"/>
              </a:spcAft>
              <a:buClr>
                <a:schemeClr val="dk1"/>
              </a:buClr>
              <a:buSzPts val="2000"/>
              <a:buNone/>
              <a:defRPr sz="1600"/>
            </a:lvl3pPr>
            <a:lvl4pPr indent="-228600" lvl="3" marL="1828800" algn="l">
              <a:lnSpc>
                <a:spcPct val="120000"/>
              </a:lnSpc>
              <a:spcBef>
                <a:spcPts val="500"/>
              </a:spcBef>
              <a:spcAft>
                <a:spcPts val="0"/>
              </a:spcAft>
              <a:buClr>
                <a:schemeClr val="dk1"/>
              </a:buClr>
              <a:buSzPts val="1750"/>
              <a:buNone/>
              <a:defRPr sz="1400"/>
            </a:lvl4pPr>
            <a:lvl5pPr indent="-228600" lvl="4" marL="2286000" algn="l">
              <a:lnSpc>
                <a:spcPct val="120000"/>
              </a:lnSpc>
              <a:spcBef>
                <a:spcPts val="500"/>
              </a:spcBef>
              <a:spcAft>
                <a:spcPts val="0"/>
              </a:spcAft>
              <a:buClr>
                <a:schemeClr val="dk1"/>
              </a:buClr>
              <a:buSzPts val="1750"/>
              <a:buNone/>
              <a:defRPr sz="1400"/>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63" name="Google Shape;63;p63"/>
          <p:cNvSpPr txBox="1"/>
          <p:nvPr>
            <p:ph idx="10" type="dt"/>
          </p:nvPr>
        </p:nvSpPr>
        <p:spPr>
          <a:xfrm>
            <a:off x="7456921" y="64928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63"/>
          <p:cNvSpPr txBox="1"/>
          <p:nvPr>
            <p:ph idx="11" type="ftr"/>
          </p:nvPr>
        </p:nvSpPr>
        <p:spPr>
          <a:xfrm>
            <a:off x="838201" y="6492875"/>
            <a:ext cx="65425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63"/>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6" name="Google Shape;66;p63"/>
          <p:cNvSpPr txBox="1"/>
          <p:nvPr>
            <p:ph idx="2" type="body"/>
          </p:nvPr>
        </p:nvSpPr>
        <p:spPr>
          <a:xfrm>
            <a:off x="3212307" y="755092"/>
            <a:ext cx="864000" cy="28800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606060"/>
              </a:buClr>
              <a:buSzPts val="2500"/>
              <a:buNone/>
              <a:defRPr b="1" sz="2000">
                <a:solidFill>
                  <a:srgbClr val="606060"/>
                </a:solidFill>
                <a:latin typeface="Open Sans"/>
                <a:ea typeface="Open Sans"/>
                <a:cs typeface="Open Sans"/>
                <a:sym typeface="Open Sans"/>
              </a:defRPr>
            </a:lvl1pPr>
            <a:lvl2pPr indent="-228600" lvl="1" marL="914400" algn="l">
              <a:lnSpc>
                <a:spcPct val="120000"/>
              </a:lnSpc>
              <a:spcBef>
                <a:spcPts val="500"/>
              </a:spcBef>
              <a:spcAft>
                <a:spcPts val="0"/>
              </a:spcAft>
              <a:buClr>
                <a:schemeClr val="dk1"/>
              </a:buClr>
              <a:buSzPts val="2250"/>
              <a:buNone/>
              <a:defRPr/>
            </a:lvl2pPr>
            <a:lvl3pPr indent="-228600" lvl="2" marL="1371600" algn="l">
              <a:lnSpc>
                <a:spcPct val="120000"/>
              </a:lnSpc>
              <a:spcBef>
                <a:spcPts val="500"/>
              </a:spcBef>
              <a:spcAft>
                <a:spcPts val="0"/>
              </a:spcAft>
              <a:buClr>
                <a:schemeClr val="dk1"/>
              </a:buClr>
              <a:buSzPts val="2250"/>
              <a:buNone/>
              <a:defRPr/>
            </a:lvl3pPr>
            <a:lvl4pPr indent="-228600" lvl="3" marL="1828800" algn="l">
              <a:lnSpc>
                <a:spcPct val="120000"/>
              </a:lnSpc>
              <a:spcBef>
                <a:spcPts val="500"/>
              </a:spcBef>
              <a:spcAft>
                <a:spcPts val="0"/>
              </a:spcAft>
              <a:buClr>
                <a:schemeClr val="dk1"/>
              </a:buClr>
              <a:buSzPts val="2250"/>
              <a:buNone/>
              <a:defRPr/>
            </a:lvl4pPr>
            <a:lvl5pPr indent="-228600" lvl="4" marL="2286000" algn="l">
              <a:lnSpc>
                <a:spcPct val="120000"/>
              </a:lnSpc>
              <a:spcBef>
                <a:spcPts val="500"/>
              </a:spcBef>
              <a:spcAft>
                <a:spcPts val="0"/>
              </a:spcAft>
              <a:buClr>
                <a:schemeClr val="dk1"/>
              </a:buClr>
              <a:buSzPts val="2250"/>
              <a:buNone/>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over-EN" showMasterSp="0">
  <p:cSld name="A-Cover-EN">
    <p:bg>
      <p:bgPr>
        <a:solidFill>
          <a:srgbClr val="CDEBF0"/>
        </a:solidFill>
      </p:bgPr>
    </p:bg>
    <p:spTree>
      <p:nvGrpSpPr>
        <p:cNvPr id="67" name="Shape 67"/>
        <p:cNvGrpSpPr/>
        <p:nvPr/>
      </p:nvGrpSpPr>
      <p:grpSpPr>
        <a:xfrm>
          <a:off x="0" y="0"/>
          <a:ext cx="0" cy="0"/>
          <a:chOff x="0" y="0"/>
          <a:chExt cx="0" cy="0"/>
        </a:xfrm>
      </p:grpSpPr>
      <p:grpSp>
        <p:nvGrpSpPr>
          <p:cNvPr id="68" name="Google Shape;68;p64"/>
          <p:cNvGrpSpPr/>
          <p:nvPr/>
        </p:nvGrpSpPr>
        <p:grpSpPr>
          <a:xfrm>
            <a:off x="499712" y="210200"/>
            <a:ext cx="5864753" cy="6437601"/>
            <a:chOff x="499712" y="210200"/>
            <a:chExt cx="5864753" cy="6437601"/>
          </a:xfrm>
        </p:grpSpPr>
        <p:sp>
          <p:nvSpPr>
            <p:cNvPr id="69" name="Google Shape;69;p64"/>
            <p:cNvSpPr/>
            <p:nvPr/>
          </p:nvSpPr>
          <p:spPr>
            <a:xfrm>
              <a:off x="502091" y="210200"/>
              <a:ext cx="5862373" cy="6437601"/>
            </a:xfrm>
            <a:prstGeom prst="flowChartPunchedCard">
              <a:avLst/>
            </a:prstGeom>
            <a:solidFill>
              <a:srgbClr val="00AEC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70" name="Google Shape;70;p64"/>
            <p:cNvSpPr/>
            <p:nvPr/>
          </p:nvSpPr>
          <p:spPr>
            <a:xfrm rot="-5400000">
              <a:off x="472785" y="891320"/>
              <a:ext cx="632850" cy="578997"/>
            </a:xfrm>
            <a:prstGeom prst="rtTriangle">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grpSp>
      <p:grpSp>
        <p:nvGrpSpPr>
          <p:cNvPr id="71" name="Google Shape;71;p64"/>
          <p:cNvGrpSpPr/>
          <p:nvPr/>
        </p:nvGrpSpPr>
        <p:grpSpPr>
          <a:xfrm>
            <a:off x="3199169" y="729000"/>
            <a:ext cx="8650500" cy="5590500"/>
            <a:chOff x="3122969" y="729000"/>
            <a:chExt cx="8650500" cy="5590500"/>
          </a:xfrm>
        </p:grpSpPr>
        <p:sp>
          <p:nvSpPr>
            <p:cNvPr id="72" name="Google Shape;72;p64"/>
            <p:cNvSpPr/>
            <p:nvPr/>
          </p:nvSpPr>
          <p:spPr>
            <a:xfrm>
              <a:off x="3313469" y="919500"/>
              <a:ext cx="8460000" cy="5400000"/>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73" name="Google Shape;73;p64"/>
            <p:cNvSpPr/>
            <p:nvPr/>
          </p:nvSpPr>
          <p:spPr>
            <a:xfrm>
              <a:off x="3122969" y="729000"/>
              <a:ext cx="8460000" cy="5400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grpSp>
      <p:sp>
        <p:nvSpPr>
          <p:cNvPr id="74" name="Google Shape;74;p64"/>
          <p:cNvSpPr txBox="1"/>
          <p:nvPr>
            <p:ph type="title"/>
          </p:nvPr>
        </p:nvSpPr>
        <p:spPr>
          <a:xfrm>
            <a:off x="4756006" y="4084032"/>
            <a:ext cx="6903163" cy="204496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007078"/>
              </a:buClr>
              <a:buSzPts val="3200"/>
              <a:buFont typeface="Open Sans"/>
              <a:buNone/>
              <a:defRPr b="1">
                <a:solidFill>
                  <a:srgbClr val="007078"/>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64"/>
          <p:cNvSpPr txBox="1"/>
          <p:nvPr/>
        </p:nvSpPr>
        <p:spPr>
          <a:xfrm>
            <a:off x="4742958" y="1898909"/>
            <a:ext cx="6916211" cy="95410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5600">
                <a:solidFill>
                  <a:srgbClr val="00A0A9"/>
                </a:solidFill>
                <a:latin typeface="Open Sans"/>
                <a:ea typeface="Open Sans"/>
                <a:cs typeface="Open Sans"/>
                <a:sym typeface="Open Sans"/>
              </a:rPr>
              <a:t>ICT for iGeneration</a:t>
            </a:r>
            <a:endParaRPr/>
          </a:p>
        </p:txBody>
      </p:sp>
      <p:pic>
        <p:nvPicPr>
          <p:cNvPr id="76" name="Google Shape;76;p64"/>
          <p:cNvPicPr preferRelativeResize="0"/>
          <p:nvPr/>
        </p:nvPicPr>
        <p:blipFill rotWithShape="1">
          <a:blip r:embed="rId2">
            <a:alphaModFix/>
          </a:blip>
          <a:srcRect b="0" l="0" r="0" t="0"/>
          <a:stretch/>
        </p:blipFill>
        <p:spPr>
          <a:xfrm>
            <a:off x="4880448" y="2853016"/>
            <a:ext cx="3145542" cy="505969"/>
          </a:xfrm>
          <a:prstGeom prst="rect">
            <a:avLst/>
          </a:prstGeom>
          <a:noFill/>
          <a:ln>
            <a:noFill/>
          </a:ln>
        </p:spPr>
      </p:pic>
      <p:pic>
        <p:nvPicPr>
          <p:cNvPr id="77" name="Google Shape;77;p64"/>
          <p:cNvPicPr preferRelativeResize="0"/>
          <p:nvPr/>
        </p:nvPicPr>
        <p:blipFill rotWithShape="1">
          <a:blip r:embed="rId3">
            <a:alphaModFix/>
          </a:blip>
          <a:srcRect b="0" l="0" r="0" t="0"/>
          <a:stretch/>
        </p:blipFill>
        <p:spPr>
          <a:xfrm>
            <a:off x="0" y="1898909"/>
            <a:ext cx="4744800" cy="4744800"/>
          </a:xfrm>
          <a:prstGeom prst="rect">
            <a:avLst/>
          </a:prstGeom>
          <a:noFill/>
          <a:ln>
            <a:noFill/>
          </a:ln>
        </p:spPr>
      </p:pic>
      <p:pic>
        <p:nvPicPr>
          <p:cNvPr id="78" name="Google Shape;78;p64"/>
          <p:cNvPicPr preferRelativeResize="0"/>
          <p:nvPr/>
        </p:nvPicPr>
        <p:blipFill rotWithShape="1">
          <a:blip r:embed="rId4">
            <a:alphaModFix/>
          </a:blip>
          <a:srcRect b="0" l="0" r="0" t="0"/>
          <a:stretch/>
        </p:blipFill>
        <p:spPr>
          <a:xfrm>
            <a:off x="3199169" y="724908"/>
            <a:ext cx="5712455" cy="7848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Cover-EN" showMasterSp="0">
  <p:cSld name="B-Cover-EN">
    <p:bg>
      <p:bgPr>
        <a:solidFill>
          <a:srgbClr val="CDEBF0"/>
        </a:solidFill>
      </p:bgPr>
    </p:bg>
    <p:spTree>
      <p:nvGrpSpPr>
        <p:cNvPr id="79" name="Shape 79"/>
        <p:cNvGrpSpPr/>
        <p:nvPr/>
      </p:nvGrpSpPr>
      <p:grpSpPr>
        <a:xfrm>
          <a:off x="0" y="0"/>
          <a:ext cx="0" cy="0"/>
          <a:chOff x="0" y="0"/>
          <a:chExt cx="0" cy="0"/>
        </a:xfrm>
      </p:grpSpPr>
      <p:grpSp>
        <p:nvGrpSpPr>
          <p:cNvPr id="80" name="Google Shape;80;p65"/>
          <p:cNvGrpSpPr/>
          <p:nvPr/>
        </p:nvGrpSpPr>
        <p:grpSpPr>
          <a:xfrm>
            <a:off x="499712" y="210200"/>
            <a:ext cx="5864753" cy="6437601"/>
            <a:chOff x="499712" y="210200"/>
            <a:chExt cx="5864753" cy="6437601"/>
          </a:xfrm>
        </p:grpSpPr>
        <p:sp>
          <p:nvSpPr>
            <p:cNvPr id="81" name="Google Shape;81;p65"/>
            <p:cNvSpPr/>
            <p:nvPr/>
          </p:nvSpPr>
          <p:spPr>
            <a:xfrm>
              <a:off x="502091" y="210200"/>
              <a:ext cx="5862373" cy="6437601"/>
            </a:xfrm>
            <a:prstGeom prst="flowChartPunchedCard">
              <a:avLst/>
            </a:prstGeom>
            <a:solidFill>
              <a:srgbClr val="00AEC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82" name="Google Shape;82;p65"/>
            <p:cNvSpPr/>
            <p:nvPr/>
          </p:nvSpPr>
          <p:spPr>
            <a:xfrm rot="-5400000">
              <a:off x="472785" y="891320"/>
              <a:ext cx="632850" cy="578997"/>
            </a:xfrm>
            <a:prstGeom prst="rtTriangle">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grpSp>
      <p:grpSp>
        <p:nvGrpSpPr>
          <p:cNvPr id="83" name="Google Shape;83;p65"/>
          <p:cNvGrpSpPr/>
          <p:nvPr/>
        </p:nvGrpSpPr>
        <p:grpSpPr>
          <a:xfrm>
            <a:off x="3199169" y="729000"/>
            <a:ext cx="8650500" cy="5590500"/>
            <a:chOff x="3122969" y="729000"/>
            <a:chExt cx="8650500" cy="5590500"/>
          </a:xfrm>
        </p:grpSpPr>
        <p:sp>
          <p:nvSpPr>
            <p:cNvPr id="84" name="Google Shape;84;p65"/>
            <p:cNvSpPr/>
            <p:nvPr/>
          </p:nvSpPr>
          <p:spPr>
            <a:xfrm>
              <a:off x="3313469" y="919500"/>
              <a:ext cx="8460000" cy="5400000"/>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85" name="Google Shape;85;p65"/>
            <p:cNvSpPr/>
            <p:nvPr/>
          </p:nvSpPr>
          <p:spPr>
            <a:xfrm>
              <a:off x="3122969" y="729000"/>
              <a:ext cx="8460000" cy="5400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grpSp>
      <p:sp>
        <p:nvSpPr>
          <p:cNvPr id="86" name="Google Shape;86;p65"/>
          <p:cNvSpPr txBox="1"/>
          <p:nvPr>
            <p:ph type="title"/>
          </p:nvPr>
        </p:nvSpPr>
        <p:spPr>
          <a:xfrm>
            <a:off x="4756006" y="4084032"/>
            <a:ext cx="6903163" cy="204496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007078"/>
              </a:buClr>
              <a:buSzPts val="3200"/>
              <a:buFont typeface="Open Sans"/>
              <a:buNone/>
              <a:defRPr b="1">
                <a:solidFill>
                  <a:srgbClr val="007078"/>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65"/>
          <p:cNvSpPr txBox="1"/>
          <p:nvPr/>
        </p:nvSpPr>
        <p:spPr>
          <a:xfrm>
            <a:off x="4742958" y="1898909"/>
            <a:ext cx="6916211" cy="95410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5600">
                <a:solidFill>
                  <a:srgbClr val="00A0A9"/>
                </a:solidFill>
                <a:latin typeface="Open Sans"/>
                <a:ea typeface="Open Sans"/>
                <a:cs typeface="Open Sans"/>
                <a:sym typeface="Open Sans"/>
              </a:rPr>
              <a:t>ICT for iGeneration</a:t>
            </a:r>
            <a:endParaRPr/>
          </a:p>
        </p:txBody>
      </p:sp>
      <p:pic>
        <p:nvPicPr>
          <p:cNvPr id="88" name="Google Shape;88;p65"/>
          <p:cNvPicPr preferRelativeResize="0"/>
          <p:nvPr/>
        </p:nvPicPr>
        <p:blipFill rotWithShape="1">
          <a:blip r:embed="rId2">
            <a:alphaModFix/>
          </a:blip>
          <a:srcRect b="0" l="0" r="0" t="0"/>
          <a:stretch/>
        </p:blipFill>
        <p:spPr>
          <a:xfrm>
            <a:off x="4880448" y="2853016"/>
            <a:ext cx="4093472" cy="505969"/>
          </a:xfrm>
          <a:prstGeom prst="rect">
            <a:avLst/>
          </a:prstGeom>
          <a:noFill/>
          <a:ln>
            <a:noFill/>
          </a:ln>
        </p:spPr>
      </p:pic>
      <p:pic>
        <p:nvPicPr>
          <p:cNvPr id="89" name="Google Shape;89;p65"/>
          <p:cNvPicPr preferRelativeResize="0"/>
          <p:nvPr/>
        </p:nvPicPr>
        <p:blipFill rotWithShape="1">
          <a:blip r:embed="rId3">
            <a:alphaModFix/>
          </a:blip>
          <a:srcRect b="0" l="0" r="0" t="0"/>
          <a:stretch/>
        </p:blipFill>
        <p:spPr>
          <a:xfrm>
            <a:off x="0" y="1898909"/>
            <a:ext cx="4744800" cy="4744800"/>
          </a:xfrm>
          <a:prstGeom prst="rect">
            <a:avLst/>
          </a:prstGeom>
          <a:noFill/>
          <a:ln>
            <a:noFill/>
          </a:ln>
        </p:spPr>
      </p:pic>
      <p:pic>
        <p:nvPicPr>
          <p:cNvPr id="90" name="Google Shape;90;p65"/>
          <p:cNvPicPr preferRelativeResize="0"/>
          <p:nvPr/>
        </p:nvPicPr>
        <p:blipFill rotWithShape="1">
          <a:blip r:embed="rId4">
            <a:alphaModFix/>
          </a:blip>
          <a:srcRect b="0" l="0" r="0" t="0"/>
          <a:stretch/>
        </p:blipFill>
        <p:spPr>
          <a:xfrm>
            <a:off x="3199169" y="724908"/>
            <a:ext cx="5712455" cy="7848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Cover-EN" showMasterSp="0">
  <p:cSld name="C-Cover-EN">
    <p:bg>
      <p:bgPr>
        <a:solidFill>
          <a:srgbClr val="CDEBF0"/>
        </a:solidFill>
      </p:bgPr>
    </p:bg>
    <p:spTree>
      <p:nvGrpSpPr>
        <p:cNvPr id="91" name="Shape 91"/>
        <p:cNvGrpSpPr/>
        <p:nvPr/>
      </p:nvGrpSpPr>
      <p:grpSpPr>
        <a:xfrm>
          <a:off x="0" y="0"/>
          <a:ext cx="0" cy="0"/>
          <a:chOff x="0" y="0"/>
          <a:chExt cx="0" cy="0"/>
        </a:xfrm>
      </p:grpSpPr>
      <p:grpSp>
        <p:nvGrpSpPr>
          <p:cNvPr id="92" name="Google Shape;92;p66"/>
          <p:cNvGrpSpPr/>
          <p:nvPr/>
        </p:nvGrpSpPr>
        <p:grpSpPr>
          <a:xfrm>
            <a:off x="499712" y="210200"/>
            <a:ext cx="5864753" cy="6437601"/>
            <a:chOff x="499712" y="210200"/>
            <a:chExt cx="5864753" cy="6437601"/>
          </a:xfrm>
        </p:grpSpPr>
        <p:sp>
          <p:nvSpPr>
            <p:cNvPr id="93" name="Google Shape;93;p66"/>
            <p:cNvSpPr/>
            <p:nvPr/>
          </p:nvSpPr>
          <p:spPr>
            <a:xfrm>
              <a:off x="502091" y="210200"/>
              <a:ext cx="5862373" cy="6437601"/>
            </a:xfrm>
            <a:prstGeom prst="flowChartPunchedCard">
              <a:avLst/>
            </a:prstGeom>
            <a:solidFill>
              <a:srgbClr val="00AEC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94" name="Google Shape;94;p66"/>
            <p:cNvSpPr/>
            <p:nvPr/>
          </p:nvSpPr>
          <p:spPr>
            <a:xfrm rot="-5400000">
              <a:off x="472785" y="891320"/>
              <a:ext cx="632850" cy="578997"/>
            </a:xfrm>
            <a:prstGeom prst="rtTriangle">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grpSp>
      <p:grpSp>
        <p:nvGrpSpPr>
          <p:cNvPr id="95" name="Google Shape;95;p66"/>
          <p:cNvGrpSpPr/>
          <p:nvPr/>
        </p:nvGrpSpPr>
        <p:grpSpPr>
          <a:xfrm>
            <a:off x="3199169" y="729000"/>
            <a:ext cx="8650500" cy="5590500"/>
            <a:chOff x="3122969" y="729000"/>
            <a:chExt cx="8650500" cy="5590500"/>
          </a:xfrm>
        </p:grpSpPr>
        <p:sp>
          <p:nvSpPr>
            <p:cNvPr id="96" name="Google Shape;96;p66"/>
            <p:cNvSpPr/>
            <p:nvPr/>
          </p:nvSpPr>
          <p:spPr>
            <a:xfrm>
              <a:off x="3313469" y="919500"/>
              <a:ext cx="8460000" cy="5400000"/>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97" name="Google Shape;97;p66"/>
            <p:cNvSpPr/>
            <p:nvPr/>
          </p:nvSpPr>
          <p:spPr>
            <a:xfrm>
              <a:off x="3122969" y="729000"/>
              <a:ext cx="8460000" cy="5400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grpSp>
      <p:sp>
        <p:nvSpPr>
          <p:cNvPr id="98" name="Google Shape;98;p66"/>
          <p:cNvSpPr txBox="1"/>
          <p:nvPr>
            <p:ph type="title"/>
          </p:nvPr>
        </p:nvSpPr>
        <p:spPr>
          <a:xfrm>
            <a:off x="4756006" y="4084032"/>
            <a:ext cx="6903163" cy="204496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007078"/>
              </a:buClr>
              <a:buSzPts val="3200"/>
              <a:buFont typeface="Open Sans"/>
              <a:buNone/>
              <a:defRPr b="1">
                <a:solidFill>
                  <a:srgbClr val="007078"/>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66"/>
          <p:cNvSpPr txBox="1"/>
          <p:nvPr/>
        </p:nvSpPr>
        <p:spPr>
          <a:xfrm>
            <a:off x="4742958" y="1898909"/>
            <a:ext cx="6916211" cy="95410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5600">
                <a:solidFill>
                  <a:srgbClr val="00A0A9"/>
                </a:solidFill>
                <a:latin typeface="Open Sans"/>
                <a:ea typeface="Open Sans"/>
                <a:cs typeface="Open Sans"/>
                <a:sym typeface="Open Sans"/>
              </a:rPr>
              <a:t>ICT for iGeneration</a:t>
            </a:r>
            <a:endParaRPr/>
          </a:p>
        </p:txBody>
      </p:sp>
      <p:pic>
        <p:nvPicPr>
          <p:cNvPr id="100" name="Google Shape;100;p66"/>
          <p:cNvPicPr preferRelativeResize="0"/>
          <p:nvPr/>
        </p:nvPicPr>
        <p:blipFill rotWithShape="1">
          <a:blip r:embed="rId2">
            <a:alphaModFix/>
          </a:blip>
          <a:srcRect b="0" l="0" r="0" t="0"/>
          <a:stretch/>
        </p:blipFill>
        <p:spPr>
          <a:xfrm>
            <a:off x="0" y="1898909"/>
            <a:ext cx="4744800" cy="4744800"/>
          </a:xfrm>
          <a:prstGeom prst="rect">
            <a:avLst/>
          </a:prstGeom>
          <a:noFill/>
          <a:ln>
            <a:noFill/>
          </a:ln>
        </p:spPr>
      </p:pic>
      <p:pic>
        <p:nvPicPr>
          <p:cNvPr id="101" name="Google Shape;101;p66"/>
          <p:cNvPicPr preferRelativeResize="0"/>
          <p:nvPr/>
        </p:nvPicPr>
        <p:blipFill rotWithShape="1">
          <a:blip r:embed="rId3">
            <a:alphaModFix/>
          </a:blip>
          <a:srcRect b="0" l="0" r="0" t="0"/>
          <a:stretch/>
        </p:blipFill>
        <p:spPr>
          <a:xfrm>
            <a:off x="4880448" y="2853016"/>
            <a:ext cx="3642367" cy="505969"/>
          </a:xfrm>
          <a:prstGeom prst="rect">
            <a:avLst/>
          </a:prstGeom>
          <a:noFill/>
          <a:ln>
            <a:noFill/>
          </a:ln>
        </p:spPr>
      </p:pic>
      <p:pic>
        <p:nvPicPr>
          <p:cNvPr id="102" name="Google Shape;102;p66"/>
          <p:cNvPicPr preferRelativeResize="0"/>
          <p:nvPr/>
        </p:nvPicPr>
        <p:blipFill rotWithShape="1">
          <a:blip r:embed="rId4">
            <a:alphaModFix/>
          </a:blip>
          <a:srcRect b="0" l="0" r="0" t="0"/>
          <a:stretch/>
        </p:blipFill>
        <p:spPr>
          <a:xfrm>
            <a:off x="3199169" y="724908"/>
            <a:ext cx="5712455" cy="7848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Cover-EN" showMasterSp="0">
  <p:cSld name="D-Cover-EN">
    <p:bg>
      <p:bgPr>
        <a:solidFill>
          <a:srgbClr val="CDEBF0"/>
        </a:solidFill>
      </p:bgPr>
    </p:bg>
    <p:spTree>
      <p:nvGrpSpPr>
        <p:cNvPr id="103" name="Shape 103"/>
        <p:cNvGrpSpPr/>
        <p:nvPr/>
      </p:nvGrpSpPr>
      <p:grpSpPr>
        <a:xfrm>
          <a:off x="0" y="0"/>
          <a:ext cx="0" cy="0"/>
          <a:chOff x="0" y="0"/>
          <a:chExt cx="0" cy="0"/>
        </a:xfrm>
      </p:grpSpPr>
      <p:grpSp>
        <p:nvGrpSpPr>
          <p:cNvPr id="104" name="Google Shape;104;p67"/>
          <p:cNvGrpSpPr/>
          <p:nvPr/>
        </p:nvGrpSpPr>
        <p:grpSpPr>
          <a:xfrm>
            <a:off x="499712" y="210200"/>
            <a:ext cx="5864753" cy="6437601"/>
            <a:chOff x="499712" y="210200"/>
            <a:chExt cx="5864753" cy="6437601"/>
          </a:xfrm>
        </p:grpSpPr>
        <p:sp>
          <p:nvSpPr>
            <p:cNvPr id="105" name="Google Shape;105;p67"/>
            <p:cNvSpPr/>
            <p:nvPr/>
          </p:nvSpPr>
          <p:spPr>
            <a:xfrm>
              <a:off x="502091" y="210200"/>
              <a:ext cx="5862373" cy="6437601"/>
            </a:xfrm>
            <a:prstGeom prst="flowChartPunchedCard">
              <a:avLst/>
            </a:prstGeom>
            <a:solidFill>
              <a:srgbClr val="00AEC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06" name="Google Shape;106;p67"/>
            <p:cNvSpPr/>
            <p:nvPr/>
          </p:nvSpPr>
          <p:spPr>
            <a:xfrm rot="-5400000">
              <a:off x="472785" y="891320"/>
              <a:ext cx="632850" cy="578997"/>
            </a:xfrm>
            <a:prstGeom prst="rtTriangle">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grpSp>
      <p:grpSp>
        <p:nvGrpSpPr>
          <p:cNvPr id="107" name="Google Shape;107;p67"/>
          <p:cNvGrpSpPr/>
          <p:nvPr/>
        </p:nvGrpSpPr>
        <p:grpSpPr>
          <a:xfrm>
            <a:off x="3199169" y="729000"/>
            <a:ext cx="8650500" cy="5590500"/>
            <a:chOff x="3122969" y="729000"/>
            <a:chExt cx="8650500" cy="5590500"/>
          </a:xfrm>
        </p:grpSpPr>
        <p:sp>
          <p:nvSpPr>
            <p:cNvPr id="108" name="Google Shape;108;p67"/>
            <p:cNvSpPr/>
            <p:nvPr/>
          </p:nvSpPr>
          <p:spPr>
            <a:xfrm>
              <a:off x="3313469" y="919500"/>
              <a:ext cx="8460000" cy="5400000"/>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09" name="Google Shape;109;p67"/>
            <p:cNvSpPr/>
            <p:nvPr/>
          </p:nvSpPr>
          <p:spPr>
            <a:xfrm>
              <a:off x="3122969" y="729000"/>
              <a:ext cx="8460000" cy="5400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grpSp>
      <p:sp>
        <p:nvSpPr>
          <p:cNvPr id="110" name="Google Shape;110;p67"/>
          <p:cNvSpPr txBox="1"/>
          <p:nvPr>
            <p:ph type="title"/>
          </p:nvPr>
        </p:nvSpPr>
        <p:spPr>
          <a:xfrm>
            <a:off x="4756006" y="4084032"/>
            <a:ext cx="6903163" cy="204496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007078"/>
              </a:buClr>
              <a:buSzPts val="3200"/>
              <a:buFont typeface="Open Sans"/>
              <a:buNone/>
              <a:defRPr b="1">
                <a:solidFill>
                  <a:srgbClr val="007078"/>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 name="Google Shape;111;p67"/>
          <p:cNvSpPr txBox="1"/>
          <p:nvPr/>
        </p:nvSpPr>
        <p:spPr>
          <a:xfrm>
            <a:off x="4742958" y="1898909"/>
            <a:ext cx="6916211" cy="95410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5600">
                <a:solidFill>
                  <a:srgbClr val="00A0A9"/>
                </a:solidFill>
                <a:latin typeface="Open Sans"/>
                <a:ea typeface="Open Sans"/>
                <a:cs typeface="Open Sans"/>
                <a:sym typeface="Open Sans"/>
              </a:rPr>
              <a:t>ICT for iGeneration</a:t>
            </a:r>
            <a:endParaRPr/>
          </a:p>
        </p:txBody>
      </p:sp>
      <p:pic>
        <p:nvPicPr>
          <p:cNvPr id="112" name="Google Shape;112;p67"/>
          <p:cNvPicPr preferRelativeResize="0"/>
          <p:nvPr/>
        </p:nvPicPr>
        <p:blipFill rotWithShape="1">
          <a:blip r:embed="rId2">
            <a:alphaModFix/>
          </a:blip>
          <a:srcRect b="0" l="0" r="0" t="0"/>
          <a:stretch/>
        </p:blipFill>
        <p:spPr>
          <a:xfrm>
            <a:off x="4880448" y="2853016"/>
            <a:ext cx="5117602" cy="505969"/>
          </a:xfrm>
          <a:prstGeom prst="rect">
            <a:avLst/>
          </a:prstGeom>
          <a:noFill/>
          <a:ln>
            <a:noFill/>
          </a:ln>
        </p:spPr>
      </p:pic>
      <p:pic>
        <p:nvPicPr>
          <p:cNvPr id="113" name="Google Shape;113;p67"/>
          <p:cNvPicPr preferRelativeResize="0"/>
          <p:nvPr/>
        </p:nvPicPr>
        <p:blipFill rotWithShape="1">
          <a:blip r:embed="rId3">
            <a:alphaModFix/>
          </a:blip>
          <a:srcRect b="0" l="0" r="0" t="0"/>
          <a:stretch/>
        </p:blipFill>
        <p:spPr>
          <a:xfrm>
            <a:off x="0" y="1898909"/>
            <a:ext cx="4744800" cy="4744800"/>
          </a:xfrm>
          <a:prstGeom prst="rect">
            <a:avLst/>
          </a:prstGeom>
          <a:noFill/>
          <a:ln>
            <a:noFill/>
          </a:ln>
        </p:spPr>
      </p:pic>
      <p:pic>
        <p:nvPicPr>
          <p:cNvPr id="114" name="Google Shape;114;p67"/>
          <p:cNvPicPr preferRelativeResize="0"/>
          <p:nvPr/>
        </p:nvPicPr>
        <p:blipFill rotWithShape="1">
          <a:blip r:embed="rId4">
            <a:alphaModFix/>
          </a:blip>
          <a:srcRect b="0" l="0" r="0" t="0"/>
          <a:stretch/>
        </p:blipFill>
        <p:spPr>
          <a:xfrm>
            <a:off x="3199169" y="724908"/>
            <a:ext cx="5712455" cy="7848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Cover-EN" showMasterSp="0">
  <p:cSld name="E-Cover-EN">
    <p:bg>
      <p:bgPr>
        <a:solidFill>
          <a:srgbClr val="CDEBF0"/>
        </a:solidFill>
      </p:bgPr>
    </p:bg>
    <p:spTree>
      <p:nvGrpSpPr>
        <p:cNvPr id="115" name="Shape 115"/>
        <p:cNvGrpSpPr/>
        <p:nvPr/>
      </p:nvGrpSpPr>
      <p:grpSpPr>
        <a:xfrm>
          <a:off x="0" y="0"/>
          <a:ext cx="0" cy="0"/>
          <a:chOff x="0" y="0"/>
          <a:chExt cx="0" cy="0"/>
        </a:xfrm>
      </p:grpSpPr>
      <p:grpSp>
        <p:nvGrpSpPr>
          <p:cNvPr id="116" name="Google Shape;116;p68"/>
          <p:cNvGrpSpPr/>
          <p:nvPr/>
        </p:nvGrpSpPr>
        <p:grpSpPr>
          <a:xfrm>
            <a:off x="499712" y="210200"/>
            <a:ext cx="5864753" cy="6437601"/>
            <a:chOff x="499712" y="210200"/>
            <a:chExt cx="5864753" cy="6437601"/>
          </a:xfrm>
        </p:grpSpPr>
        <p:sp>
          <p:nvSpPr>
            <p:cNvPr id="117" name="Google Shape;117;p68"/>
            <p:cNvSpPr/>
            <p:nvPr/>
          </p:nvSpPr>
          <p:spPr>
            <a:xfrm>
              <a:off x="502091" y="210200"/>
              <a:ext cx="5862373" cy="6437601"/>
            </a:xfrm>
            <a:prstGeom prst="flowChartPunchedCard">
              <a:avLst/>
            </a:prstGeom>
            <a:solidFill>
              <a:srgbClr val="00AEC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18" name="Google Shape;118;p68"/>
            <p:cNvSpPr/>
            <p:nvPr/>
          </p:nvSpPr>
          <p:spPr>
            <a:xfrm rot="-5400000">
              <a:off x="472785" y="891320"/>
              <a:ext cx="632850" cy="578997"/>
            </a:xfrm>
            <a:prstGeom prst="rtTriangle">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grpSp>
      <p:grpSp>
        <p:nvGrpSpPr>
          <p:cNvPr id="119" name="Google Shape;119;p68"/>
          <p:cNvGrpSpPr/>
          <p:nvPr/>
        </p:nvGrpSpPr>
        <p:grpSpPr>
          <a:xfrm>
            <a:off x="3199169" y="729000"/>
            <a:ext cx="8650500" cy="5590500"/>
            <a:chOff x="3122969" y="729000"/>
            <a:chExt cx="8650500" cy="5590500"/>
          </a:xfrm>
        </p:grpSpPr>
        <p:sp>
          <p:nvSpPr>
            <p:cNvPr id="120" name="Google Shape;120;p68"/>
            <p:cNvSpPr/>
            <p:nvPr/>
          </p:nvSpPr>
          <p:spPr>
            <a:xfrm>
              <a:off x="3313469" y="919500"/>
              <a:ext cx="8460000" cy="5400000"/>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21" name="Google Shape;121;p68"/>
            <p:cNvSpPr/>
            <p:nvPr/>
          </p:nvSpPr>
          <p:spPr>
            <a:xfrm>
              <a:off x="3122969" y="729000"/>
              <a:ext cx="8460000" cy="5400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grpSp>
      <p:sp>
        <p:nvSpPr>
          <p:cNvPr id="122" name="Google Shape;122;p68"/>
          <p:cNvSpPr txBox="1"/>
          <p:nvPr>
            <p:ph type="title"/>
          </p:nvPr>
        </p:nvSpPr>
        <p:spPr>
          <a:xfrm>
            <a:off x="4756006" y="4084032"/>
            <a:ext cx="6903163" cy="204496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007078"/>
              </a:buClr>
              <a:buSzPts val="3200"/>
              <a:buFont typeface="Open Sans"/>
              <a:buNone/>
              <a:defRPr b="1">
                <a:solidFill>
                  <a:srgbClr val="007078"/>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 name="Google Shape;123;p68"/>
          <p:cNvSpPr txBox="1"/>
          <p:nvPr/>
        </p:nvSpPr>
        <p:spPr>
          <a:xfrm>
            <a:off x="4742958" y="1898909"/>
            <a:ext cx="6916211" cy="95410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5600">
                <a:solidFill>
                  <a:srgbClr val="00A0A9"/>
                </a:solidFill>
                <a:latin typeface="Open Sans"/>
                <a:ea typeface="Open Sans"/>
                <a:cs typeface="Open Sans"/>
                <a:sym typeface="Open Sans"/>
              </a:rPr>
              <a:t>ICT for iGeneration</a:t>
            </a:r>
            <a:endParaRPr/>
          </a:p>
        </p:txBody>
      </p:sp>
      <p:pic>
        <p:nvPicPr>
          <p:cNvPr id="124" name="Google Shape;124;p68"/>
          <p:cNvPicPr preferRelativeResize="0"/>
          <p:nvPr/>
        </p:nvPicPr>
        <p:blipFill rotWithShape="1">
          <a:blip r:embed="rId2">
            <a:alphaModFix/>
          </a:blip>
          <a:srcRect b="0" l="0" r="0" t="0"/>
          <a:stretch/>
        </p:blipFill>
        <p:spPr>
          <a:xfrm>
            <a:off x="4880448" y="2853016"/>
            <a:ext cx="2660909" cy="505969"/>
          </a:xfrm>
          <a:prstGeom prst="rect">
            <a:avLst/>
          </a:prstGeom>
          <a:noFill/>
          <a:ln>
            <a:noFill/>
          </a:ln>
        </p:spPr>
      </p:pic>
      <p:pic>
        <p:nvPicPr>
          <p:cNvPr id="125" name="Google Shape;125;p68"/>
          <p:cNvPicPr preferRelativeResize="0"/>
          <p:nvPr/>
        </p:nvPicPr>
        <p:blipFill rotWithShape="1">
          <a:blip r:embed="rId3">
            <a:alphaModFix/>
          </a:blip>
          <a:srcRect b="0" l="0" r="0" t="0"/>
          <a:stretch/>
        </p:blipFill>
        <p:spPr>
          <a:xfrm>
            <a:off x="0" y="1898909"/>
            <a:ext cx="4744800" cy="4744800"/>
          </a:xfrm>
          <a:prstGeom prst="rect">
            <a:avLst/>
          </a:prstGeom>
          <a:noFill/>
          <a:ln>
            <a:noFill/>
          </a:ln>
        </p:spPr>
      </p:pic>
      <p:pic>
        <p:nvPicPr>
          <p:cNvPr id="126" name="Google Shape;126;p68"/>
          <p:cNvPicPr preferRelativeResize="0"/>
          <p:nvPr/>
        </p:nvPicPr>
        <p:blipFill rotWithShape="1">
          <a:blip r:embed="rId4">
            <a:alphaModFix/>
          </a:blip>
          <a:srcRect b="0" l="0" r="0" t="0"/>
          <a:stretch/>
        </p:blipFill>
        <p:spPr>
          <a:xfrm>
            <a:off x="3199169" y="724908"/>
            <a:ext cx="5712455" cy="7848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lecA-Cover-EN" showMasterSp="0">
  <p:cSld name="ElecA-Cover-EN">
    <p:bg>
      <p:bgPr>
        <a:solidFill>
          <a:srgbClr val="CDEBF0"/>
        </a:solidFill>
      </p:bgPr>
    </p:bg>
    <p:spTree>
      <p:nvGrpSpPr>
        <p:cNvPr id="127" name="Shape 127"/>
        <p:cNvGrpSpPr/>
        <p:nvPr/>
      </p:nvGrpSpPr>
      <p:grpSpPr>
        <a:xfrm>
          <a:off x="0" y="0"/>
          <a:ext cx="0" cy="0"/>
          <a:chOff x="0" y="0"/>
          <a:chExt cx="0" cy="0"/>
        </a:xfrm>
      </p:grpSpPr>
      <p:grpSp>
        <p:nvGrpSpPr>
          <p:cNvPr id="128" name="Google Shape;128;p69"/>
          <p:cNvGrpSpPr/>
          <p:nvPr/>
        </p:nvGrpSpPr>
        <p:grpSpPr>
          <a:xfrm>
            <a:off x="499712" y="210200"/>
            <a:ext cx="5864753" cy="6437601"/>
            <a:chOff x="499712" y="210200"/>
            <a:chExt cx="5864753" cy="6437601"/>
          </a:xfrm>
        </p:grpSpPr>
        <p:sp>
          <p:nvSpPr>
            <p:cNvPr id="129" name="Google Shape;129;p69"/>
            <p:cNvSpPr/>
            <p:nvPr/>
          </p:nvSpPr>
          <p:spPr>
            <a:xfrm>
              <a:off x="502091" y="210200"/>
              <a:ext cx="5862373" cy="6437601"/>
            </a:xfrm>
            <a:prstGeom prst="flowChartPunchedCard">
              <a:avLst/>
            </a:prstGeom>
            <a:solidFill>
              <a:srgbClr val="00AEC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30" name="Google Shape;130;p69"/>
            <p:cNvSpPr/>
            <p:nvPr/>
          </p:nvSpPr>
          <p:spPr>
            <a:xfrm rot="-5400000">
              <a:off x="472785" y="891320"/>
              <a:ext cx="632850" cy="578997"/>
            </a:xfrm>
            <a:prstGeom prst="rtTriangle">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grpSp>
      <p:grpSp>
        <p:nvGrpSpPr>
          <p:cNvPr id="131" name="Google Shape;131;p69"/>
          <p:cNvGrpSpPr/>
          <p:nvPr/>
        </p:nvGrpSpPr>
        <p:grpSpPr>
          <a:xfrm>
            <a:off x="3199169" y="729000"/>
            <a:ext cx="8650500" cy="5590500"/>
            <a:chOff x="3122969" y="729000"/>
            <a:chExt cx="8650500" cy="5590500"/>
          </a:xfrm>
        </p:grpSpPr>
        <p:sp>
          <p:nvSpPr>
            <p:cNvPr id="132" name="Google Shape;132;p69"/>
            <p:cNvSpPr/>
            <p:nvPr/>
          </p:nvSpPr>
          <p:spPr>
            <a:xfrm>
              <a:off x="3313469" y="919500"/>
              <a:ext cx="8460000" cy="5400000"/>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33" name="Google Shape;133;p69"/>
            <p:cNvSpPr/>
            <p:nvPr/>
          </p:nvSpPr>
          <p:spPr>
            <a:xfrm>
              <a:off x="3122969" y="729000"/>
              <a:ext cx="8460000" cy="5400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grpSp>
      <p:sp>
        <p:nvSpPr>
          <p:cNvPr id="134" name="Google Shape;134;p69"/>
          <p:cNvSpPr txBox="1"/>
          <p:nvPr>
            <p:ph type="title"/>
          </p:nvPr>
        </p:nvSpPr>
        <p:spPr>
          <a:xfrm>
            <a:off x="4756006" y="4084032"/>
            <a:ext cx="6903163" cy="204496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007078"/>
              </a:buClr>
              <a:buSzPts val="3200"/>
              <a:buFont typeface="Open Sans"/>
              <a:buNone/>
              <a:defRPr b="1">
                <a:solidFill>
                  <a:srgbClr val="007078"/>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69"/>
          <p:cNvSpPr txBox="1"/>
          <p:nvPr/>
        </p:nvSpPr>
        <p:spPr>
          <a:xfrm>
            <a:off x="4742958" y="1898909"/>
            <a:ext cx="6916211" cy="95410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5600">
                <a:solidFill>
                  <a:srgbClr val="00A0A9"/>
                </a:solidFill>
                <a:latin typeface="Open Sans"/>
                <a:ea typeface="Open Sans"/>
                <a:cs typeface="Open Sans"/>
                <a:sym typeface="Open Sans"/>
              </a:rPr>
              <a:t>ICT for iGeneration</a:t>
            </a:r>
            <a:endParaRPr/>
          </a:p>
        </p:txBody>
      </p:sp>
      <p:pic>
        <p:nvPicPr>
          <p:cNvPr id="136" name="Google Shape;136;p69"/>
          <p:cNvPicPr preferRelativeResize="0"/>
          <p:nvPr/>
        </p:nvPicPr>
        <p:blipFill rotWithShape="1">
          <a:blip r:embed="rId2">
            <a:alphaModFix/>
          </a:blip>
          <a:srcRect b="0" l="0" r="0" t="0"/>
          <a:stretch/>
        </p:blipFill>
        <p:spPr>
          <a:xfrm>
            <a:off x="3199169" y="724908"/>
            <a:ext cx="5712455" cy="784800"/>
          </a:xfrm>
          <a:prstGeom prst="rect">
            <a:avLst/>
          </a:prstGeom>
          <a:noFill/>
          <a:ln>
            <a:noFill/>
          </a:ln>
        </p:spPr>
      </p:pic>
      <p:pic>
        <p:nvPicPr>
          <p:cNvPr id="137" name="Google Shape;137;p69"/>
          <p:cNvPicPr preferRelativeResize="0"/>
          <p:nvPr/>
        </p:nvPicPr>
        <p:blipFill rotWithShape="1">
          <a:blip r:embed="rId3">
            <a:alphaModFix/>
          </a:blip>
          <a:srcRect b="0" l="0" r="0" t="0"/>
          <a:stretch/>
        </p:blipFill>
        <p:spPr>
          <a:xfrm>
            <a:off x="4880448" y="2853016"/>
            <a:ext cx="1813564" cy="505969"/>
          </a:xfrm>
          <a:prstGeom prst="rect">
            <a:avLst/>
          </a:prstGeom>
          <a:noFill/>
          <a:ln>
            <a:noFill/>
          </a:ln>
        </p:spPr>
      </p:pic>
      <p:pic>
        <p:nvPicPr>
          <p:cNvPr id="138" name="Google Shape;138;p69"/>
          <p:cNvPicPr preferRelativeResize="0"/>
          <p:nvPr/>
        </p:nvPicPr>
        <p:blipFill rotWithShape="1">
          <a:blip r:embed="rId4">
            <a:alphaModFix/>
          </a:blip>
          <a:srcRect b="0" l="0" r="0" t="0"/>
          <a:stretch/>
        </p:blipFill>
        <p:spPr>
          <a:xfrm>
            <a:off x="0" y="1898909"/>
            <a:ext cx="4744800" cy="47448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lecB-Cover-EN" showMasterSp="0">
  <p:cSld name="ElecB-Cover-EN">
    <p:bg>
      <p:bgPr>
        <a:solidFill>
          <a:srgbClr val="CDEBF0"/>
        </a:solidFill>
      </p:bgPr>
    </p:bg>
    <p:spTree>
      <p:nvGrpSpPr>
        <p:cNvPr id="139" name="Shape 139"/>
        <p:cNvGrpSpPr/>
        <p:nvPr/>
      </p:nvGrpSpPr>
      <p:grpSpPr>
        <a:xfrm>
          <a:off x="0" y="0"/>
          <a:ext cx="0" cy="0"/>
          <a:chOff x="0" y="0"/>
          <a:chExt cx="0" cy="0"/>
        </a:xfrm>
      </p:grpSpPr>
      <p:grpSp>
        <p:nvGrpSpPr>
          <p:cNvPr id="140" name="Google Shape;140;p70"/>
          <p:cNvGrpSpPr/>
          <p:nvPr/>
        </p:nvGrpSpPr>
        <p:grpSpPr>
          <a:xfrm>
            <a:off x="499712" y="210200"/>
            <a:ext cx="5864753" cy="6437601"/>
            <a:chOff x="499712" y="210200"/>
            <a:chExt cx="5864753" cy="6437601"/>
          </a:xfrm>
        </p:grpSpPr>
        <p:sp>
          <p:nvSpPr>
            <p:cNvPr id="141" name="Google Shape;141;p70"/>
            <p:cNvSpPr/>
            <p:nvPr/>
          </p:nvSpPr>
          <p:spPr>
            <a:xfrm>
              <a:off x="502091" y="210200"/>
              <a:ext cx="5862373" cy="6437601"/>
            </a:xfrm>
            <a:prstGeom prst="flowChartPunchedCard">
              <a:avLst/>
            </a:prstGeom>
            <a:solidFill>
              <a:srgbClr val="00AEC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42" name="Google Shape;142;p70"/>
            <p:cNvSpPr/>
            <p:nvPr/>
          </p:nvSpPr>
          <p:spPr>
            <a:xfrm rot="-5400000">
              <a:off x="472785" y="891320"/>
              <a:ext cx="632850" cy="578997"/>
            </a:xfrm>
            <a:prstGeom prst="rtTriangle">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grpSp>
      <p:grpSp>
        <p:nvGrpSpPr>
          <p:cNvPr id="143" name="Google Shape;143;p70"/>
          <p:cNvGrpSpPr/>
          <p:nvPr/>
        </p:nvGrpSpPr>
        <p:grpSpPr>
          <a:xfrm>
            <a:off x="3199169" y="729000"/>
            <a:ext cx="8650500" cy="5590500"/>
            <a:chOff x="3122969" y="729000"/>
            <a:chExt cx="8650500" cy="5590500"/>
          </a:xfrm>
        </p:grpSpPr>
        <p:sp>
          <p:nvSpPr>
            <p:cNvPr id="144" name="Google Shape;144;p70"/>
            <p:cNvSpPr/>
            <p:nvPr/>
          </p:nvSpPr>
          <p:spPr>
            <a:xfrm>
              <a:off x="3313469" y="919500"/>
              <a:ext cx="8460000" cy="5400000"/>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45" name="Google Shape;145;p70"/>
            <p:cNvSpPr/>
            <p:nvPr/>
          </p:nvSpPr>
          <p:spPr>
            <a:xfrm>
              <a:off x="3122969" y="729000"/>
              <a:ext cx="8460000" cy="5400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grpSp>
      <p:sp>
        <p:nvSpPr>
          <p:cNvPr id="146" name="Google Shape;146;p70"/>
          <p:cNvSpPr txBox="1"/>
          <p:nvPr>
            <p:ph type="title"/>
          </p:nvPr>
        </p:nvSpPr>
        <p:spPr>
          <a:xfrm>
            <a:off x="4756006" y="4084032"/>
            <a:ext cx="6903163" cy="204496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007078"/>
              </a:buClr>
              <a:buSzPts val="3200"/>
              <a:buFont typeface="Open Sans"/>
              <a:buNone/>
              <a:defRPr b="1">
                <a:solidFill>
                  <a:srgbClr val="007078"/>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70"/>
          <p:cNvSpPr txBox="1"/>
          <p:nvPr/>
        </p:nvSpPr>
        <p:spPr>
          <a:xfrm>
            <a:off x="4742958" y="1898909"/>
            <a:ext cx="6916211" cy="95410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5600">
                <a:solidFill>
                  <a:srgbClr val="00A0A9"/>
                </a:solidFill>
                <a:latin typeface="Open Sans"/>
                <a:ea typeface="Open Sans"/>
                <a:cs typeface="Open Sans"/>
                <a:sym typeface="Open Sans"/>
              </a:rPr>
              <a:t>ICT for iGeneration</a:t>
            </a:r>
            <a:endParaRPr/>
          </a:p>
        </p:txBody>
      </p:sp>
      <p:pic>
        <p:nvPicPr>
          <p:cNvPr id="148" name="Google Shape;148;p70"/>
          <p:cNvPicPr preferRelativeResize="0"/>
          <p:nvPr/>
        </p:nvPicPr>
        <p:blipFill rotWithShape="1">
          <a:blip r:embed="rId2">
            <a:alphaModFix/>
          </a:blip>
          <a:srcRect b="0" l="0" r="0" t="0"/>
          <a:stretch/>
        </p:blipFill>
        <p:spPr>
          <a:xfrm>
            <a:off x="3199169" y="724908"/>
            <a:ext cx="5712455" cy="784800"/>
          </a:xfrm>
          <a:prstGeom prst="rect">
            <a:avLst/>
          </a:prstGeom>
          <a:noFill/>
          <a:ln>
            <a:noFill/>
          </a:ln>
        </p:spPr>
      </p:pic>
      <p:pic>
        <p:nvPicPr>
          <p:cNvPr id="149" name="Google Shape;149;p70"/>
          <p:cNvPicPr preferRelativeResize="0"/>
          <p:nvPr/>
        </p:nvPicPr>
        <p:blipFill rotWithShape="1">
          <a:blip r:embed="rId3">
            <a:alphaModFix/>
          </a:blip>
          <a:srcRect b="0" l="0" r="0" t="0"/>
          <a:stretch/>
        </p:blipFill>
        <p:spPr>
          <a:xfrm>
            <a:off x="4880448" y="2853016"/>
            <a:ext cx="3864872" cy="505969"/>
          </a:xfrm>
          <a:prstGeom prst="rect">
            <a:avLst/>
          </a:prstGeom>
          <a:noFill/>
          <a:ln>
            <a:noFill/>
          </a:ln>
        </p:spPr>
      </p:pic>
      <p:pic>
        <p:nvPicPr>
          <p:cNvPr id="150" name="Google Shape;150;p70"/>
          <p:cNvPicPr preferRelativeResize="0"/>
          <p:nvPr/>
        </p:nvPicPr>
        <p:blipFill rotWithShape="1">
          <a:blip r:embed="rId4">
            <a:alphaModFix/>
          </a:blip>
          <a:srcRect b="0" l="0" r="0" t="0"/>
          <a:stretch/>
        </p:blipFill>
        <p:spPr>
          <a:xfrm>
            <a:off x="0" y="1898909"/>
            <a:ext cx="4744800" cy="47448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amp;C_orange-EN" showMasterSp="0">
  <p:cSld name="A&amp;C_orange-EN">
    <p:spTree>
      <p:nvGrpSpPr>
        <p:cNvPr id="151" name="Shape 151"/>
        <p:cNvGrpSpPr/>
        <p:nvPr/>
      </p:nvGrpSpPr>
      <p:grpSpPr>
        <a:xfrm>
          <a:off x="0" y="0"/>
          <a:ext cx="0" cy="0"/>
          <a:chOff x="0" y="0"/>
          <a:chExt cx="0" cy="0"/>
        </a:xfrm>
      </p:grpSpPr>
      <p:sp>
        <p:nvSpPr>
          <p:cNvPr id="152" name="Google Shape;152;p71"/>
          <p:cNvSpPr/>
          <p:nvPr/>
        </p:nvSpPr>
        <p:spPr>
          <a:xfrm>
            <a:off x="0" y="0"/>
            <a:ext cx="12192000" cy="6858000"/>
          </a:xfrm>
          <a:prstGeom prst="rect">
            <a:avLst/>
          </a:prstGeom>
          <a:solidFill>
            <a:srgbClr val="FFFFFF"/>
          </a:solidFill>
          <a:ln>
            <a:noFill/>
          </a:ln>
        </p:spPr>
      </p:sp>
      <p:sp>
        <p:nvSpPr>
          <p:cNvPr id="153" name="Google Shape;153;p71"/>
          <p:cNvSpPr txBox="1"/>
          <p:nvPr>
            <p:ph idx="1" type="body"/>
          </p:nvPr>
        </p:nvSpPr>
        <p:spPr>
          <a:xfrm>
            <a:off x="5698201" y="1623600"/>
            <a:ext cx="5655598" cy="46800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250"/>
              <a:buNone/>
              <a:defRPr/>
            </a:lvl1pPr>
            <a:lvl2pPr indent="-228600" lvl="1" marL="914400" algn="l">
              <a:lnSpc>
                <a:spcPct val="120000"/>
              </a:lnSpc>
              <a:spcBef>
                <a:spcPts val="500"/>
              </a:spcBef>
              <a:spcAft>
                <a:spcPts val="0"/>
              </a:spcAft>
              <a:buClr>
                <a:schemeClr val="dk1"/>
              </a:buClr>
              <a:buSzPts val="2250"/>
              <a:buNone/>
              <a:defRPr/>
            </a:lvl2pPr>
            <a:lvl3pPr indent="-228600" lvl="2" marL="1371600" algn="l">
              <a:lnSpc>
                <a:spcPct val="120000"/>
              </a:lnSpc>
              <a:spcBef>
                <a:spcPts val="500"/>
              </a:spcBef>
              <a:spcAft>
                <a:spcPts val="0"/>
              </a:spcAft>
              <a:buClr>
                <a:schemeClr val="dk1"/>
              </a:buClr>
              <a:buSzPts val="2250"/>
              <a:buNone/>
              <a:defRPr/>
            </a:lvl3pPr>
            <a:lvl4pPr indent="-228600" lvl="3" marL="1828800" algn="l">
              <a:lnSpc>
                <a:spcPct val="120000"/>
              </a:lnSpc>
              <a:spcBef>
                <a:spcPts val="500"/>
              </a:spcBef>
              <a:spcAft>
                <a:spcPts val="0"/>
              </a:spcAft>
              <a:buClr>
                <a:schemeClr val="dk1"/>
              </a:buClr>
              <a:buSzPts val="2250"/>
              <a:buNone/>
              <a:defRPr/>
            </a:lvl4pPr>
            <a:lvl5pPr indent="-228600" lvl="4" marL="2286000" algn="l">
              <a:lnSpc>
                <a:spcPct val="120000"/>
              </a:lnSpc>
              <a:spcBef>
                <a:spcPts val="500"/>
              </a:spcBef>
              <a:spcAft>
                <a:spcPts val="0"/>
              </a:spcAft>
              <a:buClr>
                <a:schemeClr val="dk1"/>
              </a:buClr>
              <a:buSzPts val="2250"/>
              <a:buNone/>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154" name="Google Shape;154;p71"/>
          <p:cNvSpPr txBox="1"/>
          <p:nvPr>
            <p:ph idx="10" type="dt"/>
          </p:nvPr>
        </p:nvSpPr>
        <p:spPr>
          <a:xfrm>
            <a:off x="7456921" y="64928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71"/>
          <p:cNvSpPr txBox="1"/>
          <p:nvPr>
            <p:ph idx="11" type="ftr"/>
          </p:nvPr>
        </p:nvSpPr>
        <p:spPr>
          <a:xfrm>
            <a:off x="838201" y="6492875"/>
            <a:ext cx="65425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71"/>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7" name="Google Shape;157;p71"/>
          <p:cNvSpPr/>
          <p:nvPr>
            <p:ph idx="2" type="pic"/>
          </p:nvPr>
        </p:nvSpPr>
        <p:spPr>
          <a:xfrm>
            <a:off x="838201" y="2352599"/>
            <a:ext cx="4680000" cy="3059999"/>
          </a:xfrm>
          <a:prstGeom prst="rect">
            <a:avLst/>
          </a:prstGeom>
          <a:noFill/>
          <a:ln>
            <a:noFill/>
          </a:ln>
          <a:effectLst>
            <a:outerShdw blurRad="107950" algn="ctr" dir="5400000" dist="12700">
              <a:srgbClr val="000000"/>
            </a:outerShdw>
          </a:effectLst>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amp;C_blue-EN" showMasterSp="0">
  <p:cSld name="A&amp;C_blue-EN">
    <p:spTree>
      <p:nvGrpSpPr>
        <p:cNvPr id="158" name="Shape 158"/>
        <p:cNvGrpSpPr/>
        <p:nvPr/>
      </p:nvGrpSpPr>
      <p:grpSpPr>
        <a:xfrm>
          <a:off x="0" y="0"/>
          <a:ext cx="0" cy="0"/>
          <a:chOff x="0" y="0"/>
          <a:chExt cx="0" cy="0"/>
        </a:xfrm>
      </p:grpSpPr>
      <p:sp>
        <p:nvSpPr>
          <p:cNvPr id="159" name="Google Shape;159;p72"/>
          <p:cNvSpPr/>
          <p:nvPr/>
        </p:nvSpPr>
        <p:spPr>
          <a:xfrm>
            <a:off x="0" y="0"/>
            <a:ext cx="12192000" cy="6858000"/>
          </a:xfrm>
          <a:prstGeom prst="rect">
            <a:avLst/>
          </a:prstGeom>
          <a:solidFill>
            <a:srgbClr val="FFFFFF"/>
          </a:solidFill>
          <a:ln>
            <a:noFill/>
          </a:ln>
        </p:spPr>
      </p:sp>
      <p:sp>
        <p:nvSpPr>
          <p:cNvPr id="160" name="Google Shape;160;p72"/>
          <p:cNvSpPr txBox="1"/>
          <p:nvPr>
            <p:ph idx="1" type="body"/>
          </p:nvPr>
        </p:nvSpPr>
        <p:spPr>
          <a:xfrm>
            <a:off x="5698201" y="1623600"/>
            <a:ext cx="5655598" cy="46800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500"/>
              <a:buNone/>
              <a:defRPr>
                <a:latin typeface="Open Sans"/>
                <a:ea typeface="Open Sans"/>
                <a:cs typeface="Open Sans"/>
                <a:sym typeface="Open Sans"/>
              </a:defRPr>
            </a:lvl1pPr>
            <a:lvl2pPr indent="-228600" lvl="1" marL="914400" algn="l">
              <a:lnSpc>
                <a:spcPct val="120000"/>
              </a:lnSpc>
              <a:spcBef>
                <a:spcPts val="500"/>
              </a:spcBef>
              <a:spcAft>
                <a:spcPts val="0"/>
              </a:spcAft>
              <a:buClr>
                <a:schemeClr val="dk1"/>
              </a:buClr>
              <a:buSzPts val="2250"/>
              <a:buNone/>
              <a:defRPr>
                <a:latin typeface="Open Sans"/>
                <a:ea typeface="Open Sans"/>
                <a:cs typeface="Open Sans"/>
                <a:sym typeface="Open Sans"/>
              </a:defRPr>
            </a:lvl2pPr>
            <a:lvl3pPr indent="-228600" lvl="2" marL="1371600" algn="l">
              <a:lnSpc>
                <a:spcPct val="120000"/>
              </a:lnSpc>
              <a:spcBef>
                <a:spcPts val="500"/>
              </a:spcBef>
              <a:spcAft>
                <a:spcPts val="0"/>
              </a:spcAft>
              <a:buClr>
                <a:schemeClr val="dk1"/>
              </a:buClr>
              <a:buSzPts val="2000"/>
              <a:buNone/>
              <a:defRPr>
                <a:latin typeface="Open Sans"/>
                <a:ea typeface="Open Sans"/>
                <a:cs typeface="Open Sans"/>
                <a:sym typeface="Open Sans"/>
              </a:defRPr>
            </a:lvl3pPr>
            <a:lvl4pPr indent="-228600" lvl="3" marL="1828800" algn="l">
              <a:lnSpc>
                <a:spcPct val="120000"/>
              </a:lnSpc>
              <a:spcBef>
                <a:spcPts val="500"/>
              </a:spcBef>
              <a:spcAft>
                <a:spcPts val="0"/>
              </a:spcAft>
              <a:buClr>
                <a:schemeClr val="dk1"/>
              </a:buClr>
              <a:buSzPts val="1750"/>
              <a:buNone/>
              <a:defRPr>
                <a:latin typeface="Open Sans"/>
                <a:ea typeface="Open Sans"/>
                <a:cs typeface="Open Sans"/>
                <a:sym typeface="Open Sans"/>
              </a:defRPr>
            </a:lvl4pPr>
            <a:lvl5pPr indent="-228600" lvl="4" marL="2286000" algn="l">
              <a:lnSpc>
                <a:spcPct val="120000"/>
              </a:lnSpc>
              <a:spcBef>
                <a:spcPts val="500"/>
              </a:spcBef>
              <a:spcAft>
                <a:spcPts val="0"/>
              </a:spcAft>
              <a:buClr>
                <a:schemeClr val="dk1"/>
              </a:buClr>
              <a:buSzPts val="1750"/>
              <a:buNone/>
              <a:defRPr>
                <a:latin typeface="Open Sans"/>
                <a:ea typeface="Open Sans"/>
                <a:cs typeface="Open Sans"/>
                <a:sym typeface="Open Sans"/>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161" name="Google Shape;161;p72"/>
          <p:cNvSpPr txBox="1"/>
          <p:nvPr>
            <p:ph idx="10" type="dt"/>
          </p:nvPr>
        </p:nvSpPr>
        <p:spPr>
          <a:xfrm>
            <a:off x="7456921" y="64928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72"/>
          <p:cNvSpPr txBox="1"/>
          <p:nvPr>
            <p:ph idx="11" type="ftr"/>
          </p:nvPr>
        </p:nvSpPr>
        <p:spPr>
          <a:xfrm>
            <a:off x="838201" y="6492875"/>
            <a:ext cx="65425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72"/>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4" name="Google Shape;164;p72"/>
          <p:cNvSpPr/>
          <p:nvPr>
            <p:ph idx="2" type="pic"/>
          </p:nvPr>
        </p:nvSpPr>
        <p:spPr>
          <a:xfrm>
            <a:off x="838201" y="2352599"/>
            <a:ext cx="4680000" cy="3059999"/>
          </a:xfrm>
          <a:prstGeom prst="rect">
            <a:avLst/>
          </a:prstGeom>
          <a:noFill/>
          <a:ln>
            <a:noFill/>
          </a:ln>
          <a:effectLst>
            <a:outerShdw blurRad="107950" algn="ctr" dir="5400000" dist="12700">
              <a:srgbClr val="000000"/>
            </a:outerShdw>
          </a:effectLst>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amp;C_green-EN" showMasterSp="0">
  <p:cSld name="A&amp;C_green-EN">
    <p:spTree>
      <p:nvGrpSpPr>
        <p:cNvPr id="165" name="Shape 165"/>
        <p:cNvGrpSpPr/>
        <p:nvPr/>
      </p:nvGrpSpPr>
      <p:grpSpPr>
        <a:xfrm>
          <a:off x="0" y="0"/>
          <a:ext cx="0" cy="0"/>
          <a:chOff x="0" y="0"/>
          <a:chExt cx="0" cy="0"/>
        </a:xfrm>
      </p:grpSpPr>
      <p:sp>
        <p:nvSpPr>
          <p:cNvPr id="166" name="Google Shape;166;p73"/>
          <p:cNvSpPr/>
          <p:nvPr/>
        </p:nvSpPr>
        <p:spPr>
          <a:xfrm>
            <a:off x="0" y="0"/>
            <a:ext cx="12192000" cy="6858000"/>
          </a:xfrm>
          <a:prstGeom prst="rect">
            <a:avLst/>
          </a:prstGeom>
          <a:solidFill>
            <a:srgbClr val="FFFFFF"/>
          </a:solidFill>
          <a:ln>
            <a:noFill/>
          </a:ln>
        </p:spPr>
      </p:sp>
      <p:sp>
        <p:nvSpPr>
          <p:cNvPr id="167" name="Google Shape;167;p73"/>
          <p:cNvSpPr txBox="1"/>
          <p:nvPr>
            <p:ph idx="1" type="body"/>
          </p:nvPr>
        </p:nvSpPr>
        <p:spPr>
          <a:xfrm>
            <a:off x="5698201" y="1623600"/>
            <a:ext cx="5655598" cy="46800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250"/>
              <a:buNone/>
              <a:defRPr/>
            </a:lvl1pPr>
            <a:lvl2pPr indent="-228600" lvl="1" marL="914400" algn="l">
              <a:lnSpc>
                <a:spcPct val="120000"/>
              </a:lnSpc>
              <a:spcBef>
                <a:spcPts val="500"/>
              </a:spcBef>
              <a:spcAft>
                <a:spcPts val="0"/>
              </a:spcAft>
              <a:buClr>
                <a:schemeClr val="dk1"/>
              </a:buClr>
              <a:buSzPts val="2250"/>
              <a:buNone/>
              <a:defRPr/>
            </a:lvl2pPr>
            <a:lvl3pPr indent="-228600" lvl="2" marL="1371600" algn="l">
              <a:lnSpc>
                <a:spcPct val="120000"/>
              </a:lnSpc>
              <a:spcBef>
                <a:spcPts val="500"/>
              </a:spcBef>
              <a:spcAft>
                <a:spcPts val="0"/>
              </a:spcAft>
              <a:buClr>
                <a:schemeClr val="dk1"/>
              </a:buClr>
              <a:buSzPts val="2250"/>
              <a:buNone/>
              <a:defRPr/>
            </a:lvl3pPr>
            <a:lvl4pPr indent="-228600" lvl="3" marL="1828800" algn="l">
              <a:lnSpc>
                <a:spcPct val="120000"/>
              </a:lnSpc>
              <a:spcBef>
                <a:spcPts val="500"/>
              </a:spcBef>
              <a:spcAft>
                <a:spcPts val="0"/>
              </a:spcAft>
              <a:buClr>
                <a:schemeClr val="dk1"/>
              </a:buClr>
              <a:buSzPts val="2250"/>
              <a:buNone/>
              <a:defRPr/>
            </a:lvl4pPr>
            <a:lvl5pPr indent="-228600" lvl="4" marL="2286000" algn="l">
              <a:lnSpc>
                <a:spcPct val="120000"/>
              </a:lnSpc>
              <a:spcBef>
                <a:spcPts val="500"/>
              </a:spcBef>
              <a:spcAft>
                <a:spcPts val="0"/>
              </a:spcAft>
              <a:buClr>
                <a:schemeClr val="dk1"/>
              </a:buClr>
              <a:buSzPts val="2250"/>
              <a:buNone/>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168" name="Google Shape;168;p73"/>
          <p:cNvSpPr txBox="1"/>
          <p:nvPr>
            <p:ph idx="10" type="dt"/>
          </p:nvPr>
        </p:nvSpPr>
        <p:spPr>
          <a:xfrm>
            <a:off x="7456921" y="64928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73"/>
          <p:cNvSpPr txBox="1"/>
          <p:nvPr>
            <p:ph idx="11" type="ftr"/>
          </p:nvPr>
        </p:nvSpPr>
        <p:spPr>
          <a:xfrm>
            <a:off x="838201" y="6492875"/>
            <a:ext cx="65425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73"/>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71" name="Google Shape;171;p73"/>
          <p:cNvSpPr/>
          <p:nvPr>
            <p:ph idx="2" type="pic"/>
          </p:nvPr>
        </p:nvSpPr>
        <p:spPr>
          <a:xfrm>
            <a:off x="838201" y="2352599"/>
            <a:ext cx="4680000" cy="3059999"/>
          </a:xfrm>
          <a:prstGeom prst="rect">
            <a:avLst/>
          </a:prstGeom>
          <a:noFill/>
          <a:ln>
            <a:noFill/>
          </a:ln>
          <a:effectLst>
            <a:outerShdw blurRad="107950" algn="ctr" dir="5400000" dist="12700">
              <a:srgbClr val="000000"/>
            </a:outerShdw>
          </a:effectLst>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amp;C_red-EN" showMasterSp="0">
  <p:cSld name="A&amp;C_red-EN">
    <p:spTree>
      <p:nvGrpSpPr>
        <p:cNvPr id="172" name="Shape 172"/>
        <p:cNvGrpSpPr/>
        <p:nvPr/>
      </p:nvGrpSpPr>
      <p:grpSpPr>
        <a:xfrm>
          <a:off x="0" y="0"/>
          <a:ext cx="0" cy="0"/>
          <a:chOff x="0" y="0"/>
          <a:chExt cx="0" cy="0"/>
        </a:xfrm>
      </p:grpSpPr>
      <p:sp>
        <p:nvSpPr>
          <p:cNvPr id="173" name="Google Shape;173;p74"/>
          <p:cNvSpPr/>
          <p:nvPr/>
        </p:nvSpPr>
        <p:spPr>
          <a:xfrm>
            <a:off x="0" y="0"/>
            <a:ext cx="12192000" cy="6858000"/>
          </a:xfrm>
          <a:prstGeom prst="rect">
            <a:avLst/>
          </a:prstGeom>
          <a:solidFill>
            <a:srgbClr val="FFFFFF"/>
          </a:solidFill>
          <a:ln>
            <a:noFill/>
          </a:ln>
        </p:spPr>
      </p:sp>
      <p:sp>
        <p:nvSpPr>
          <p:cNvPr id="174" name="Google Shape;174;p74"/>
          <p:cNvSpPr txBox="1"/>
          <p:nvPr>
            <p:ph idx="1" type="body"/>
          </p:nvPr>
        </p:nvSpPr>
        <p:spPr>
          <a:xfrm>
            <a:off x="5698201" y="1623600"/>
            <a:ext cx="5655598" cy="46800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250"/>
              <a:buNone/>
              <a:defRPr/>
            </a:lvl1pPr>
            <a:lvl2pPr indent="-228600" lvl="1" marL="914400" algn="l">
              <a:lnSpc>
                <a:spcPct val="120000"/>
              </a:lnSpc>
              <a:spcBef>
                <a:spcPts val="500"/>
              </a:spcBef>
              <a:spcAft>
                <a:spcPts val="0"/>
              </a:spcAft>
              <a:buClr>
                <a:schemeClr val="dk1"/>
              </a:buClr>
              <a:buSzPts val="2250"/>
              <a:buNone/>
              <a:defRPr/>
            </a:lvl2pPr>
            <a:lvl3pPr indent="-228600" lvl="2" marL="1371600" algn="l">
              <a:lnSpc>
                <a:spcPct val="120000"/>
              </a:lnSpc>
              <a:spcBef>
                <a:spcPts val="500"/>
              </a:spcBef>
              <a:spcAft>
                <a:spcPts val="0"/>
              </a:spcAft>
              <a:buClr>
                <a:schemeClr val="dk1"/>
              </a:buClr>
              <a:buSzPts val="2250"/>
              <a:buNone/>
              <a:defRPr/>
            </a:lvl3pPr>
            <a:lvl4pPr indent="-228600" lvl="3" marL="1828800" algn="l">
              <a:lnSpc>
                <a:spcPct val="120000"/>
              </a:lnSpc>
              <a:spcBef>
                <a:spcPts val="500"/>
              </a:spcBef>
              <a:spcAft>
                <a:spcPts val="0"/>
              </a:spcAft>
              <a:buClr>
                <a:schemeClr val="dk1"/>
              </a:buClr>
              <a:buSzPts val="2250"/>
              <a:buNone/>
              <a:defRPr/>
            </a:lvl4pPr>
            <a:lvl5pPr indent="-228600" lvl="4" marL="2286000" algn="l">
              <a:lnSpc>
                <a:spcPct val="120000"/>
              </a:lnSpc>
              <a:spcBef>
                <a:spcPts val="500"/>
              </a:spcBef>
              <a:spcAft>
                <a:spcPts val="0"/>
              </a:spcAft>
              <a:buClr>
                <a:schemeClr val="dk1"/>
              </a:buClr>
              <a:buSzPts val="2250"/>
              <a:buNone/>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175" name="Google Shape;175;p74"/>
          <p:cNvSpPr txBox="1"/>
          <p:nvPr>
            <p:ph idx="10" type="dt"/>
          </p:nvPr>
        </p:nvSpPr>
        <p:spPr>
          <a:xfrm>
            <a:off x="7456921" y="64928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74"/>
          <p:cNvSpPr txBox="1"/>
          <p:nvPr>
            <p:ph idx="11" type="ftr"/>
          </p:nvPr>
        </p:nvSpPr>
        <p:spPr>
          <a:xfrm>
            <a:off x="838201" y="6492875"/>
            <a:ext cx="65425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74"/>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78" name="Google Shape;178;p74"/>
          <p:cNvSpPr/>
          <p:nvPr>
            <p:ph idx="2" type="pic"/>
          </p:nvPr>
        </p:nvSpPr>
        <p:spPr>
          <a:xfrm>
            <a:off x="838201" y="2352599"/>
            <a:ext cx="4680000" cy="3059999"/>
          </a:xfrm>
          <a:prstGeom prst="rect">
            <a:avLst/>
          </a:prstGeom>
          <a:noFill/>
          <a:ln>
            <a:noFill/>
          </a:ln>
          <a:effectLst>
            <a:outerShdw blurRad="107950" algn="ctr" dir="5400000" dist="12700">
              <a:srgbClr val="000000"/>
            </a:outerShdw>
          </a:effectLst>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amp;C_cyan-EN" showMasterSp="0">
  <p:cSld name="A&amp;C_cyan-EN">
    <p:spTree>
      <p:nvGrpSpPr>
        <p:cNvPr id="179" name="Shape 179"/>
        <p:cNvGrpSpPr/>
        <p:nvPr/>
      </p:nvGrpSpPr>
      <p:grpSpPr>
        <a:xfrm>
          <a:off x="0" y="0"/>
          <a:ext cx="0" cy="0"/>
          <a:chOff x="0" y="0"/>
          <a:chExt cx="0" cy="0"/>
        </a:xfrm>
      </p:grpSpPr>
      <p:sp>
        <p:nvSpPr>
          <p:cNvPr id="180" name="Google Shape;180;p75"/>
          <p:cNvSpPr/>
          <p:nvPr/>
        </p:nvSpPr>
        <p:spPr>
          <a:xfrm>
            <a:off x="0" y="0"/>
            <a:ext cx="12192000" cy="6858000"/>
          </a:xfrm>
          <a:prstGeom prst="rect">
            <a:avLst/>
          </a:prstGeom>
          <a:solidFill>
            <a:srgbClr val="FFFFFF"/>
          </a:solidFill>
          <a:ln>
            <a:noFill/>
          </a:ln>
        </p:spPr>
      </p:sp>
      <p:sp>
        <p:nvSpPr>
          <p:cNvPr id="181" name="Google Shape;181;p75"/>
          <p:cNvSpPr txBox="1"/>
          <p:nvPr>
            <p:ph idx="1" type="body"/>
          </p:nvPr>
        </p:nvSpPr>
        <p:spPr>
          <a:xfrm>
            <a:off x="5698201" y="1623600"/>
            <a:ext cx="5655598" cy="46800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500"/>
              <a:buNone/>
              <a:defRPr>
                <a:latin typeface="Open Sans"/>
                <a:ea typeface="Open Sans"/>
                <a:cs typeface="Open Sans"/>
                <a:sym typeface="Open Sans"/>
              </a:defRPr>
            </a:lvl1pPr>
            <a:lvl2pPr indent="-228600" lvl="1" marL="914400" algn="l">
              <a:lnSpc>
                <a:spcPct val="120000"/>
              </a:lnSpc>
              <a:spcBef>
                <a:spcPts val="500"/>
              </a:spcBef>
              <a:spcAft>
                <a:spcPts val="0"/>
              </a:spcAft>
              <a:buClr>
                <a:schemeClr val="dk1"/>
              </a:buClr>
              <a:buSzPts val="2250"/>
              <a:buNone/>
              <a:defRPr>
                <a:latin typeface="Open Sans"/>
                <a:ea typeface="Open Sans"/>
                <a:cs typeface="Open Sans"/>
                <a:sym typeface="Open Sans"/>
              </a:defRPr>
            </a:lvl2pPr>
            <a:lvl3pPr indent="-228600" lvl="2" marL="1371600" algn="l">
              <a:lnSpc>
                <a:spcPct val="120000"/>
              </a:lnSpc>
              <a:spcBef>
                <a:spcPts val="500"/>
              </a:spcBef>
              <a:spcAft>
                <a:spcPts val="0"/>
              </a:spcAft>
              <a:buClr>
                <a:schemeClr val="dk1"/>
              </a:buClr>
              <a:buSzPts val="2000"/>
              <a:buNone/>
              <a:defRPr>
                <a:latin typeface="Open Sans"/>
                <a:ea typeface="Open Sans"/>
                <a:cs typeface="Open Sans"/>
                <a:sym typeface="Open Sans"/>
              </a:defRPr>
            </a:lvl3pPr>
            <a:lvl4pPr indent="-228600" lvl="3" marL="1828800" algn="l">
              <a:lnSpc>
                <a:spcPct val="120000"/>
              </a:lnSpc>
              <a:spcBef>
                <a:spcPts val="500"/>
              </a:spcBef>
              <a:spcAft>
                <a:spcPts val="0"/>
              </a:spcAft>
              <a:buClr>
                <a:schemeClr val="dk1"/>
              </a:buClr>
              <a:buSzPts val="1750"/>
              <a:buNone/>
              <a:defRPr>
                <a:latin typeface="Open Sans"/>
                <a:ea typeface="Open Sans"/>
                <a:cs typeface="Open Sans"/>
                <a:sym typeface="Open Sans"/>
              </a:defRPr>
            </a:lvl4pPr>
            <a:lvl5pPr indent="-228600" lvl="4" marL="2286000" algn="l">
              <a:lnSpc>
                <a:spcPct val="120000"/>
              </a:lnSpc>
              <a:spcBef>
                <a:spcPts val="500"/>
              </a:spcBef>
              <a:spcAft>
                <a:spcPts val="0"/>
              </a:spcAft>
              <a:buClr>
                <a:schemeClr val="dk1"/>
              </a:buClr>
              <a:buSzPts val="1750"/>
              <a:buNone/>
              <a:defRPr>
                <a:latin typeface="Open Sans"/>
                <a:ea typeface="Open Sans"/>
                <a:cs typeface="Open Sans"/>
                <a:sym typeface="Open Sans"/>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182" name="Google Shape;182;p75"/>
          <p:cNvSpPr txBox="1"/>
          <p:nvPr>
            <p:ph idx="10" type="dt"/>
          </p:nvPr>
        </p:nvSpPr>
        <p:spPr>
          <a:xfrm>
            <a:off x="7456921" y="64928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p75"/>
          <p:cNvSpPr txBox="1"/>
          <p:nvPr>
            <p:ph idx="11" type="ftr"/>
          </p:nvPr>
        </p:nvSpPr>
        <p:spPr>
          <a:xfrm>
            <a:off x="838201" y="6492875"/>
            <a:ext cx="65425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75"/>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85" name="Google Shape;185;p75"/>
          <p:cNvSpPr/>
          <p:nvPr>
            <p:ph idx="2" type="pic"/>
          </p:nvPr>
        </p:nvSpPr>
        <p:spPr>
          <a:xfrm>
            <a:off x="838201" y="2352599"/>
            <a:ext cx="4680000" cy="3059999"/>
          </a:xfrm>
          <a:prstGeom prst="rect">
            <a:avLst/>
          </a:prstGeom>
          <a:noFill/>
          <a:ln>
            <a:noFill/>
          </a:ln>
          <a:effectLst>
            <a:outerShdw blurRad="107950" algn="ctr" dir="5400000" dist="12700">
              <a:srgbClr val="000000"/>
            </a:outerShdw>
          </a:effectLst>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_blue">
  <p:cSld name="Content_blue">
    <p:spTree>
      <p:nvGrpSpPr>
        <p:cNvPr id="186" name="Shape 186"/>
        <p:cNvGrpSpPr/>
        <p:nvPr/>
      </p:nvGrpSpPr>
      <p:grpSpPr>
        <a:xfrm>
          <a:off x="0" y="0"/>
          <a:ext cx="0" cy="0"/>
          <a:chOff x="0" y="0"/>
          <a:chExt cx="0" cy="0"/>
        </a:xfrm>
      </p:grpSpPr>
      <p:sp>
        <p:nvSpPr>
          <p:cNvPr id="187" name="Google Shape;187;p76"/>
          <p:cNvSpPr/>
          <p:nvPr/>
        </p:nvSpPr>
        <p:spPr>
          <a:xfrm flipH="1">
            <a:off x="814200" y="669190"/>
            <a:ext cx="1020001" cy="612000"/>
          </a:xfrm>
          <a:prstGeom prst="snip2DiagRect">
            <a:avLst>
              <a:gd fmla="val 0" name="adj1"/>
              <a:gd fmla="val 24507" name="adj2"/>
            </a:avLst>
          </a:prstGeom>
          <a:solidFill>
            <a:srgbClr val="2132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88" name="Google Shape;188;p76"/>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9" name="Google Shape;189;p76"/>
          <p:cNvSpPr txBox="1"/>
          <p:nvPr>
            <p:ph idx="10" type="dt"/>
          </p:nvPr>
        </p:nvSpPr>
        <p:spPr>
          <a:xfrm>
            <a:off x="7456921" y="64928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0" name="Google Shape;190;p76"/>
          <p:cNvSpPr txBox="1"/>
          <p:nvPr>
            <p:ph idx="11" type="ftr"/>
          </p:nvPr>
        </p:nvSpPr>
        <p:spPr>
          <a:xfrm>
            <a:off x="838201" y="6492875"/>
            <a:ext cx="65425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76"/>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92" name="Google Shape;192;p76"/>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4000"/>
              <a:buNone/>
              <a:defRPr b="1" sz="3200">
                <a:solidFill>
                  <a:schemeClr val="lt1"/>
                </a:solidFill>
                <a:latin typeface="Open Sans"/>
                <a:ea typeface="Open Sans"/>
                <a:cs typeface="Open Sans"/>
                <a:sym typeface="Open Sans"/>
              </a:defRPr>
            </a:lvl1pPr>
            <a:lvl2pPr indent="-228600" lvl="1" marL="914400" algn="l">
              <a:lnSpc>
                <a:spcPct val="120000"/>
              </a:lnSpc>
              <a:spcBef>
                <a:spcPts val="500"/>
              </a:spcBef>
              <a:spcAft>
                <a:spcPts val="0"/>
              </a:spcAft>
              <a:buClr>
                <a:schemeClr val="dk1"/>
              </a:buClr>
              <a:buSzPts val="2250"/>
              <a:buNone/>
              <a:defRPr/>
            </a:lvl2pPr>
            <a:lvl3pPr indent="-228600" lvl="2" marL="1371600" algn="l">
              <a:lnSpc>
                <a:spcPct val="120000"/>
              </a:lnSpc>
              <a:spcBef>
                <a:spcPts val="500"/>
              </a:spcBef>
              <a:spcAft>
                <a:spcPts val="0"/>
              </a:spcAft>
              <a:buClr>
                <a:schemeClr val="dk1"/>
              </a:buClr>
              <a:buSzPts val="2250"/>
              <a:buNone/>
              <a:defRPr/>
            </a:lvl3pPr>
            <a:lvl4pPr indent="-228600" lvl="3" marL="1828800" algn="l">
              <a:lnSpc>
                <a:spcPct val="120000"/>
              </a:lnSpc>
              <a:spcBef>
                <a:spcPts val="500"/>
              </a:spcBef>
              <a:spcAft>
                <a:spcPts val="0"/>
              </a:spcAft>
              <a:buClr>
                <a:schemeClr val="dk1"/>
              </a:buClr>
              <a:buSzPts val="2250"/>
              <a:buNone/>
              <a:defRPr/>
            </a:lvl4pPr>
            <a:lvl5pPr indent="-228600" lvl="4" marL="2286000" algn="l">
              <a:lnSpc>
                <a:spcPct val="120000"/>
              </a:lnSpc>
              <a:spcBef>
                <a:spcPts val="500"/>
              </a:spcBef>
              <a:spcAft>
                <a:spcPts val="0"/>
              </a:spcAft>
              <a:buClr>
                <a:schemeClr val="dk1"/>
              </a:buClr>
              <a:buSzPts val="2250"/>
              <a:buNone/>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193" name="Google Shape;193;p76"/>
          <p:cNvSpPr txBox="1"/>
          <p:nvPr>
            <p:ph idx="2"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250"/>
              <a:buNone/>
              <a:defRPr/>
            </a:lvl1pPr>
            <a:lvl2pPr indent="-228600" lvl="1" marL="914400" algn="l">
              <a:lnSpc>
                <a:spcPct val="120000"/>
              </a:lnSpc>
              <a:spcBef>
                <a:spcPts val="500"/>
              </a:spcBef>
              <a:spcAft>
                <a:spcPts val="0"/>
              </a:spcAft>
              <a:buClr>
                <a:schemeClr val="dk1"/>
              </a:buClr>
              <a:buSzPts val="2250"/>
              <a:buNone/>
              <a:defRPr/>
            </a:lvl2pPr>
            <a:lvl3pPr indent="-228600" lvl="2" marL="1371600" algn="l">
              <a:lnSpc>
                <a:spcPct val="120000"/>
              </a:lnSpc>
              <a:spcBef>
                <a:spcPts val="500"/>
              </a:spcBef>
              <a:spcAft>
                <a:spcPts val="0"/>
              </a:spcAft>
              <a:buClr>
                <a:schemeClr val="dk1"/>
              </a:buClr>
              <a:buSzPts val="2250"/>
              <a:buNone/>
              <a:defRPr/>
            </a:lvl3pPr>
            <a:lvl4pPr indent="-228600" lvl="3" marL="1828800" algn="l">
              <a:lnSpc>
                <a:spcPct val="120000"/>
              </a:lnSpc>
              <a:spcBef>
                <a:spcPts val="500"/>
              </a:spcBef>
              <a:spcAft>
                <a:spcPts val="0"/>
              </a:spcAft>
              <a:buClr>
                <a:schemeClr val="dk1"/>
              </a:buClr>
              <a:buSzPts val="2250"/>
              <a:buNone/>
              <a:defRPr/>
            </a:lvl4pPr>
            <a:lvl5pPr indent="-228600" lvl="4" marL="2286000" algn="l">
              <a:lnSpc>
                <a:spcPct val="120000"/>
              </a:lnSpc>
              <a:spcBef>
                <a:spcPts val="500"/>
              </a:spcBef>
              <a:spcAft>
                <a:spcPts val="0"/>
              </a:spcAft>
              <a:buClr>
                <a:schemeClr val="dk1"/>
              </a:buClr>
              <a:buSzPts val="2250"/>
              <a:buNone/>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_green">
  <p:cSld name="Content_green">
    <p:spTree>
      <p:nvGrpSpPr>
        <p:cNvPr id="194" name="Shape 194"/>
        <p:cNvGrpSpPr/>
        <p:nvPr/>
      </p:nvGrpSpPr>
      <p:grpSpPr>
        <a:xfrm>
          <a:off x="0" y="0"/>
          <a:ext cx="0" cy="0"/>
          <a:chOff x="0" y="0"/>
          <a:chExt cx="0" cy="0"/>
        </a:xfrm>
      </p:grpSpPr>
      <p:sp>
        <p:nvSpPr>
          <p:cNvPr id="195" name="Google Shape;195;p77"/>
          <p:cNvSpPr/>
          <p:nvPr/>
        </p:nvSpPr>
        <p:spPr>
          <a:xfrm flipH="1">
            <a:off x="814200" y="669190"/>
            <a:ext cx="1020001" cy="612000"/>
          </a:xfrm>
          <a:prstGeom prst="snip2DiagRect">
            <a:avLst>
              <a:gd fmla="val 0" name="adj1"/>
              <a:gd fmla="val 24507" name="adj2"/>
            </a:avLst>
          </a:prstGeom>
          <a:solidFill>
            <a:srgbClr val="0078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96" name="Google Shape;196;p77"/>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7" name="Google Shape;197;p77"/>
          <p:cNvSpPr txBox="1"/>
          <p:nvPr>
            <p:ph idx="10" type="dt"/>
          </p:nvPr>
        </p:nvSpPr>
        <p:spPr>
          <a:xfrm>
            <a:off x="7456921" y="64928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77"/>
          <p:cNvSpPr txBox="1"/>
          <p:nvPr>
            <p:ph idx="11" type="ftr"/>
          </p:nvPr>
        </p:nvSpPr>
        <p:spPr>
          <a:xfrm>
            <a:off x="838201" y="6492875"/>
            <a:ext cx="65425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p77"/>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00" name="Google Shape;200;p77"/>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4000"/>
              <a:buNone/>
              <a:defRPr b="1" sz="3200">
                <a:solidFill>
                  <a:schemeClr val="lt1"/>
                </a:solidFill>
                <a:latin typeface="Open Sans"/>
                <a:ea typeface="Open Sans"/>
                <a:cs typeface="Open Sans"/>
                <a:sym typeface="Open Sans"/>
              </a:defRPr>
            </a:lvl1pPr>
            <a:lvl2pPr indent="-228600" lvl="1" marL="914400" algn="l">
              <a:lnSpc>
                <a:spcPct val="120000"/>
              </a:lnSpc>
              <a:spcBef>
                <a:spcPts val="500"/>
              </a:spcBef>
              <a:spcAft>
                <a:spcPts val="0"/>
              </a:spcAft>
              <a:buClr>
                <a:schemeClr val="dk1"/>
              </a:buClr>
              <a:buSzPts val="2250"/>
              <a:buNone/>
              <a:defRPr/>
            </a:lvl2pPr>
            <a:lvl3pPr indent="-228600" lvl="2" marL="1371600" algn="l">
              <a:lnSpc>
                <a:spcPct val="120000"/>
              </a:lnSpc>
              <a:spcBef>
                <a:spcPts val="500"/>
              </a:spcBef>
              <a:spcAft>
                <a:spcPts val="0"/>
              </a:spcAft>
              <a:buClr>
                <a:schemeClr val="dk1"/>
              </a:buClr>
              <a:buSzPts val="2250"/>
              <a:buNone/>
              <a:defRPr/>
            </a:lvl3pPr>
            <a:lvl4pPr indent="-228600" lvl="3" marL="1828800" algn="l">
              <a:lnSpc>
                <a:spcPct val="120000"/>
              </a:lnSpc>
              <a:spcBef>
                <a:spcPts val="500"/>
              </a:spcBef>
              <a:spcAft>
                <a:spcPts val="0"/>
              </a:spcAft>
              <a:buClr>
                <a:schemeClr val="dk1"/>
              </a:buClr>
              <a:buSzPts val="2250"/>
              <a:buNone/>
              <a:defRPr/>
            </a:lvl4pPr>
            <a:lvl5pPr indent="-228600" lvl="4" marL="2286000" algn="l">
              <a:lnSpc>
                <a:spcPct val="120000"/>
              </a:lnSpc>
              <a:spcBef>
                <a:spcPts val="500"/>
              </a:spcBef>
              <a:spcAft>
                <a:spcPts val="0"/>
              </a:spcAft>
              <a:buClr>
                <a:schemeClr val="dk1"/>
              </a:buClr>
              <a:buSzPts val="2250"/>
              <a:buNone/>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201" name="Google Shape;201;p77"/>
          <p:cNvSpPr txBox="1"/>
          <p:nvPr>
            <p:ph idx="2"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250"/>
              <a:buNone/>
              <a:defRPr/>
            </a:lvl1pPr>
            <a:lvl2pPr indent="-228600" lvl="1" marL="914400" algn="l">
              <a:lnSpc>
                <a:spcPct val="120000"/>
              </a:lnSpc>
              <a:spcBef>
                <a:spcPts val="500"/>
              </a:spcBef>
              <a:spcAft>
                <a:spcPts val="0"/>
              </a:spcAft>
              <a:buClr>
                <a:schemeClr val="dk1"/>
              </a:buClr>
              <a:buSzPts val="2250"/>
              <a:buNone/>
              <a:defRPr/>
            </a:lvl2pPr>
            <a:lvl3pPr indent="-228600" lvl="2" marL="1371600" algn="l">
              <a:lnSpc>
                <a:spcPct val="120000"/>
              </a:lnSpc>
              <a:spcBef>
                <a:spcPts val="500"/>
              </a:spcBef>
              <a:spcAft>
                <a:spcPts val="0"/>
              </a:spcAft>
              <a:buClr>
                <a:schemeClr val="dk1"/>
              </a:buClr>
              <a:buSzPts val="2250"/>
              <a:buNone/>
              <a:defRPr/>
            </a:lvl3pPr>
            <a:lvl4pPr indent="-228600" lvl="3" marL="1828800" algn="l">
              <a:lnSpc>
                <a:spcPct val="120000"/>
              </a:lnSpc>
              <a:spcBef>
                <a:spcPts val="500"/>
              </a:spcBef>
              <a:spcAft>
                <a:spcPts val="0"/>
              </a:spcAft>
              <a:buClr>
                <a:schemeClr val="dk1"/>
              </a:buClr>
              <a:buSzPts val="2250"/>
              <a:buNone/>
              <a:defRPr/>
            </a:lvl4pPr>
            <a:lvl5pPr indent="-228600" lvl="4" marL="2286000" algn="l">
              <a:lnSpc>
                <a:spcPct val="120000"/>
              </a:lnSpc>
              <a:spcBef>
                <a:spcPts val="500"/>
              </a:spcBef>
              <a:spcAft>
                <a:spcPts val="0"/>
              </a:spcAft>
              <a:buClr>
                <a:schemeClr val="dk1"/>
              </a:buClr>
              <a:buSzPts val="2250"/>
              <a:buNone/>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_red">
  <p:cSld name="Content_red">
    <p:spTree>
      <p:nvGrpSpPr>
        <p:cNvPr id="202" name="Shape 202"/>
        <p:cNvGrpSpPr/>
        <p:nvPr/>
      </p:nvGrpSpPr>
      <p:grpSpPr>
        <a:xfrm>
          <a:off x="0" y="0"/>
          <a:ext cx="0" cy="0"/>
          <a:chOff x="0" y="0"/>
          <a:chExt cx="0" cy="0"/>
        </a:xfrm>
      </p:grpSpPr>
      <p:sp>
        <p:nvSpPr>
          <p:cNvPr id="203" name="Google Shape;203;p78"/>
          <p:cNvSpPr/>
          <p:nvPr/>
        </p:nvSpPr>
        <p:spPr>
          <a:xfrm flipH="1">
            <a:off x="814200" y="669190"/>
            <a:ext cx="1020001" cy="612000"/>
          </a:xfrm>
          <a:prstGeom prst="snip2DiagRect">
            <a:avLst>
              <a:gd fmla="val 0" name="adj1"/>
              <a:gd fmla="val 24507" name="adj2"/>
            </a:avLst>
          </a:prstGeom>
          <a:solidFill>
            <a:srgbClr val="B720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04" name="Google Shape;204;p78"/>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5" name="Google Shape;205;p78"/>
          <p:cNvSpPr txBox="1"/>
          <p:nvPr>
            <p:ph idx="10" type="dt"/>
          </p:nvPr>
        </p:nvSpPr>
        <p:spPr>
          <a:xfrm>
            <a:off x="7456921" y="64928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6" name="Google Shape;206;p78"/>
          <p:cNvSpPr txBox="1"/>
          <p:nvPr>
            <p:ph idx="11" type="ftr"/>
          </p:nvPr>
        </p:nvSpPr>
        <p:spPr>
          <a:xfrm>
            <a:off x="838201" y="6492875"/>
            <a:ext cx="65425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78"/>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08" name="Google Shape;208;p78"/>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4000"/>
              <a:buNone/>
              <a:defRPr b="1" sz="3200">
                <a:solidFill>
                  <a:schemeClr val="lt1"/>
                </a:solidFill>
                <a:latin typeface="Open Sans"/>
                <a:ea typeface="Open Sans"/>
                <a:cs typeface="Open Sans"/>
                <a:sym typeface="Open Sans"/>
              </a:defRPr>
            </a:lvl1pPr>
            <a:lvl2pPr indent="-228600" lvl="1" marL="914400" algn="l">
              <a:lnSpc>
                <a:spcPct val="120000"/>
              </a:lnSpc>
              <a:spcBef>
                <a:spcPts val="500"/>
              </a:spcBef>
              <a:spcAft>
                <a:spcPts val="0"/>
              </a:spcAft>
              <a:buClr>
                <a:schemeClr val="dk1"/>
              </a:buClr>
              <a:buSzPts val="2250"/>
              <a:buNone/>
              <a:defRPr/>
            </a:lvl2pPr>
            <a:lvl3pPr indent="-228600" lvl="2" marL="1371600" algn="l">
              <a:lnSpc>
                <a:spcPct val="120000"/>
              </a:lnSpc>
              <a:spcBef>
                <a:spcPts val="500"/>
              </a:spcBef>
              <a:spcAft>
                <a:spcPts val="0"/>
              </a:spcAft>
              <a:buClr>
                <a:schemeClr val="dk1"/>
              </a:buClr>
              <a:buSzPts val="2250"/>
              <a:buNone/>
              <a:defRPr/>
            </a:lvl3pPr>
            <a:lvl4pPr indent="-228600" lvl="3" marL="1828800" algn="l">
              <a:lnSpc>
                <a:spcPct val="120000"/>
              </a:lnSpc>
              <a:spcBef>
                <a:spcPts val="500"/>
              </a:spcBef>
              <a:spcAft>
                <a:spcPts val="0"/>
              </a:spcAft>
              <a:buClr>
                <a:schemeClr val="dk1"/>
              </a:buClr>
              <a:buSzPts val="2250"/>
              <a:buNone/>
              <a:defRPr/>
            </a:lvl4pPr>
            <a:lvl5pPr indent="-228600" lvl="4" marL="2286000" algn="l">
              <a:lnSpc>
                <a:spcPct val="120000"/>
              </a:lnSpc>
              <a:spcBef>
                <a:spcPts val="500"/>
              </a:spcBef>
              <a:spcAft>
                <a:spcPts val="0"/>
              </a:spcAft>
              <a:buClr>
                <a:schemeClr val="dk1"/>
              </a:buClr>
              <a:buSzPts val="2250"/>
              <a:buNone/>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209" name="Google Shape;209;p78"/>
          <p:cNvSpPr txBox="1"/>
          <p:nvPr>
            <p:ph idx="2"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250"/>
              <a:buNone/>
              <a:defRPr/>
            </a:lvl1pPr>
            <a:lvl2pPr indent="-228600" lvl="1" marL="914400" algn="l">
              <a:lnSpc>
                <a:spcPct val="120000"/>
              </a:lnSpc>
              <a:spcBef>
                <a:spcPts val="500"/>
              </a:spcBef>
              <a:spcAft>
                <a:spcPts val="0"/>
              </a:spcAft>
              <a:buClr>
                <a:schemeClr val="dk1"/>
              </a:buClr>
              <a:buSzPts val="2250"/>
              <a:buNone/>
              <a:defRPr/>
            </a:lvl2pPr>
            <a:lvl3pPr indent="-228600" lvl="2" marL="1371600" algn="l">
              <a:lnSpc>
                <a:spcPct val="120000"/>
              </a:lnSpc>
              <a:spcBef>
                <a:spcPts val="500"/>
              </a:spcBef>
              <a:spcAft>
                <a:spcPts val="0"/>
              </a:spcAft>
              <a:buClr>
                <a:schemeClr val="dk1"/>
              </a:buClr>
              <a:buSzPts val="2250"/>
              <a:buNone/>
              <a:defRPr/>
            </a:lvl3pPr>
            <a:lvl4pPr indent="-228600" lvl="3" marL="1828800" algn="l">
              <a:lnSpc>
                <a:spcPct val="120000"/>
              </a:lnSpc>
              <a:spcBef>
                <a:spcPts val="500"/>
              </a:spcBef>
              <a:spcAft>
                <a:spcPts val="0"/>
              </a:spcAft>
              <a:buClr>
                <a:schemeClr val="dk1"/>
              </a:buClr>
              <a:buSzPts val="2250"/>
              <a:buNone/>
              <a:defRPr/>
            </a:lvl4pPr>
            <a:lvl5pPr indent="-228600" lvl="4" marL="2286000" algn="l">
              <a:lnSpc>
                <a:spcPct val="120000"/>
              </a:lnSpc>
              <a:spcBef>
                <a:spcPts val="500"/>
              </a:spcBef>
              <a:spcAft>
                <a:spcPts val="0"/>
              </a:spcAft>
              <a:buClr>
                <a:schemeClr val="dk1"/>
              </a:buClr>
              <a:buSzPts val="2250"/>
              <a:buNone/>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_cyan">
  <p:cSld name="Content_cyan">
    <p:spTree>
      <p:nvGrpSpPr>
        <p:cNvPr id="210" name="Shape 210"/>
        <p:cNvGrpSpPr/>
        <p:nvPr/>
      </p:nvGrpSpPr>
      <p:grpSpPr>
        <a:xfrm>
          <a:off x="0" y="0"/>
          <a:ext cx="0" cy="0"/>
          <a:chOff x="0" y="0"/>
          <a:chExt cx="0" cy="0"/>
        </a:xfrm>
      </p:grpSpPr>
      <p:sp>
        <p:nvSpPr>
          <p:cNvPr id="211" name="Google Shape;211;p79"/>
          <p:cNvSpPr/>
          <p:nvPr/>
        </p:nvSpPr>
        <p:spPr>
          <a:xfrm flipH="1">
            <a:off x="814200" y="669190"/>
            <a:ext cx="1020001" cy="612000"/>
          </a:xfrm>
          <a:prstGeom prst="snip2DiagRect">
            <a:avLst>
              <a:gd fmla="val 0" name="adj1"/>
              <a:gd fmla="val 24507" name="adj2"/>
            </a:avLst>
          </a:prstGeom>
          <a:solidFill>
            <a:srgbClr val="3F828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12" name="Google Shape;212;p79"/>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79"/>
          <p:cNvSpPr txBox="1"/>
          <p:nvPr>
            <p:ph idx="10" type="dt"/>
          </p:nvPr>
        </p:nvSpPr>
        <p:spPr>
          <a:xfrm>
            <a:off x="7456921" y="64928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4" name="Google Shape;214;p79"/>
          <p:cNvSpPr txBox="1"/>
          <p:nvPr>
            <p:ph idx="11" type="ftr"/>
          </p:nvPr>
        </p:nvSpPr>
        <p:spPr>
          <a:xfrm>
            <a:off x="838201" y="6492875"/>
            <a:ext cx="65425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79"/>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16" name="Google Shape;216;p79"/>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4000"/>
              <a:buNone/>
              <a:defRPr b="1" sz="3200">
                <a:solidFill>
                  <a:schemeClr val="lt1"/>
                </a:solidFill>
                <a:latin typeface="Open Sans"/>
                <a:ea typeface="Open Sans"/>
                <a:cs typeface="Open Sans"/>
                <a:sym typeface="Open Sans"/>
              </a:defRPr>
            </a:lvl1pPr>
            <a:lvl2pPr indent="-228600" lvl="1" marL="914400" algn="l">
              <a:lnSpc>
                <a:spcPct val="120000"/>
              </a:lnSpc>
              <a:spcBef>
                <a:spcPts val="500"/>
              </a:spcBef>
              <a:spcAft>
                <a:spcPts val="0"/>
              </a:spcAft>
              <a:buClr>
                <a:schemeClr val="dk1"/>
              </a:buClr>
              <a:buSzPts val="2250"/>
              <a:buNone/>
              <a:defRPr/>
            </a:lvl2pPr>
            <a:lvl3pPr indent="-228600" lvl="2" marL="1371600" algn="l">
              <a:lnSpc>
                <a:spcPct val="120000"/>
              </a:lnSpc>
              <a:spcBef>
                <a:spcPts val="500"/>
              </a:spcBef>
              <a:spcAft>
                <a:spcPts val="0"/>
              </a:spcAft>
              <a:buClr>
                <a:schemeClr val="dk1"/>
              </a:buClr>
              <a:buSzPts val="2250"/>
              <a:buNone/>
              <a:defRPr/>
            </a:lvl3pPr>
            <a:lvl4pPr indent="-228600" lvl="3" marL="1828800" algn="l">
              <a:lnSpc>
                <a:spcPct val="120000"/>
              </a:lnSpc>
              <a:spcBef>
                <a:spcPts val="500"/>
              </a:spcBef>
              <a:spcAft>
                <a:spcPts val="0"/>
              </a:spcAft>
              <a:buClr>
                <a:schemeClr val="dk1"/>
              </a:buClr>
              <a:buSzPts val="2250"/>
              <a:buNone/>
              <a:defRPr/>
            </a:lvl4pPr>
            <a:lvl5pPr indent="-228600" lvl="4" marL="2286000" algn="l">
              <a:lnSpc>
                <a:spcPct val="120000"/>
              </a:lnSpc>
              <a:spcBef>
                <a:spcPts val="500"/>
              </a:spcBef>
              <a:spcAft>
                <a:spcPts val="0"/>
              </a:spcAft>
              <a:buClr>
                <a:schemeClr val="dk1"/>
              </a:buClr>
              <a:buSzPts val="2250"/>
              <a:buNone/>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217" name="Google Shape;217;p79"/>
          <p:cNvSpPr txBox="1"/>
          <p:nvPr>
            <p:ph idx="2"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250"/>
              <a:buNone/>
              <a:defRPr/>
            </a:lvl1pPr>
            <a:lvl2pPr indent="-228600" lvl="1" marL="914400" algn="l">
              <a:lnSpc>
                <a:spcPct val="120000"/>
              </a:lnSpc>
              <a:spcBef>
                <a:spcPts val="500"/>
              </a:spcBef>
              <a:spcAft>
                <a:spcPts val="0"/>
              </a:spcAft>
              <a:buClr>
                <a:schemeClr val="dk1"/>
              </a:buClr>
              <a:buSzPts val="2250"/>
              <a:buNone/>
              <a:defRPr/>
            </a:lvl2pPr>
            <a:lvl3pPr indent="-228600" lvl="2" marL="1371600" algn="l">
              <a:lnSpc>
                <a:spcPct val="120000"/>
              </a:lnSpc>
              <a:spcBef>
                <a:spcPts val="500"/>
              </a:spcBef>
              <a:spcAft>
                <a:spcPts val="0"/>
              </a:spcAft>
              <a:buClr>
                <a:schemeClr val="dk1"/>
              </a:buClr>
              <a:buSzPts val="2250"/>
              <a:buNone/>
              <a:defRPr/>
            </a:lvl3pPr>
            <a:lvl4pPr indent="-228600" lvl="3" marL="1828800" algn="l">
              <a:lnSpc>
                <a:spcPct val="120000"/>
              </a:lnSpc>
              <a:spcBef>
                <a:spcPts val="500"/>
              </a:spcBef>
              <a:spcAft>
                <a:spcPts val="0"/>
              </a:spcAft>
              <a:buClr>
                <a:schemeClr val="dk1"/>
              </a:buClr>
              <a:buSzPts val="2250"/>
              <a:buNone/>
              <a:defRPr/>
            </a:lvl4pPr>
            <a:lvl5pPr indent="-228600" lvl="4" marL="2286000" algn="l">
              <a:lnSpc>
                <a:spcPct val="120000"/>
              </a:lnSpc>
              <a:spcBef>
                <a:spcPts val="500"/>
              </a:spcBef>
              <a:spcAft>
                <a:spcPts val="0"/>
              </a:spcAft>
              <a:buClr>
                <a:schemeClr val="dk1"/>
              </a:buClr>
              <a:buSzPts val="2250"/>
              <a:buNone/>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ink about">
  <p:cSld name="think about">
    <p:spTree>
      <p:nvGrpSpPr>
        <p:cNvPr id="218" name="Shape 218"/>
        <p:cNvGrpSpPr/>
        <p:nvPr/>
      </p:nvGrpSpPr>
      <p:grpSpPr>
        <a:xfrm>
          <a:off x="0" y="0"/>
          <a:ext cx="0" cy="0"/>
          <a:chOff x="0" y="0"/>
          <a:chExt cx="0" cy="0"/>
        </a:xfrm>
      </p:grpSpPr>
      <p:pic>
        <p:nvPicPr>
          <p:cNvPr id="219" name="Google Shape;219;p80"/>
          <p:cNvPicPr preferRelativeResize="0"/>
          <p:nvPr/>
        </p:nvPicPr>
        <p:blipFill rotWithShape="1">
          <a:blip r:embed="rId2">
            <a:alphaModFix/>
          </a:blip>
          <a:srcRect b="0" l="0" r="0" t="0"/>
          <a:stretch/>
        </p:blipFill>
        <p:spPr>
          <a:xfrm>
            <a:off x="656925" y="363600"/>
            <a:ext cx="1261875" cy="1261875"/>
          </a:xfrm>
          <a:prstGeom prst="rect">
            <a:avLst/>
          </a:prstGeom>
          <a:noFill/>
          <a:ln>
            <a:noFill/>
          </a:ln>
        </p:spPr>
      </p:pic>
      <p:sp>
        <p:nvSpPr>
          <p:cNvPr id="220" name="Google Shape;220;p80"/>
          <p:cNvSpPr txBox="1"/>
          <p:nvPr>
            <p:ph idx="10" type="dt"/>
          </p:nvPr>
        </p:nvSpPr>
        <p:spPr>
          <a:xfrm>
            <a:off x="7456921" y="64928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1" name="Google Shape;221;p80"/>
          <p:cNvSpPr txBox="1"/>
          <p:nvPr>
            <p:ph idx="11" type="ftr"/>
          </p:nvPr>
        </p:nvSpPr>
        <p:spPr>
          <a:xfrm>
            <a:off x="838201" y="6492875"/>
            <a:ext cx="65425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p80"/>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23" name="Google Shape;223;p80"/>
          <p:cNvSpPr txBox="1"/>
          <p:nvPr/>
        </p:nvSpPr>
        <p:spPr>
          <a:xfrm>
            <a:off x="1693718" y="363600"/>
            <a:ext cx="9660082" cy="12600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D83866"/>
              </a:buClr>
              <a:buSzPts val="3200"/>
              <a:buFont typeface="Open Sans"/>
              <a:buNone/>
            </a:pPr>
            <a:r>
              <a:rPr b="1" i="1" lang="en-US" sz="3200" cap="none">
                <a:solidFill>
                  <a:srgbClr val="D83866"/>
                </a:solidFill>
                <a:latin typeface="Open Sans"/>
                <a:ea typeface="Open Sans"/>
                <a:cs typeface="Open Sans"/>
                <a:sym typeface="Open Sans"/>
              </a:rPr>
              <a:t>THINK ABOUT</a:t>
            </a:r>
            <a:endParaRPr/>
          </a:p>
        </p:txBody>
      </p:sp>
      <p:sp>
        <p:nvSpPr>
          <p:cNvPr id="224" name="Google Shape;224;p80"/>
          <p:cNvSpPr txBox="1"/>
          <p:nvPr>
            <p:ph idx="1"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250"/>
              <a:buNone/>
              <a:defRPr/>
            </a:lvl1pPr>
            <a:lvl2pPr indent="-228600" lvl="1" marL="914400" algn="l">
              <a:lnSpc>
                <a:spcPct val="120000"/>
              </a:lnSpc>
              <a:spcBef>
                <a:spcPts val="500"/>
              </a:spcBef>
              <a:spcAft>
                <a:spcPts val="0"/>
              </a:spcAft>
              <a:buClr>
                <a:schemeClr val="dk1"/>
              </a:buClr>
              <a:buSzPts val="2250"/>
              <a:buNone/>
              <a:defRPr/>
            </a:lvl2pPr>
            <a:lvl3pPr indent="-228600" lvl="2" marL="1371600" algn="l">
              <a:lnSpc>
                <a:spcPct val="120000"/>
              </a:lnSpc>
              <a:spcBef>
                <a:spcPts val="500"/>
              </a:spcBef>
              <a:spcAft>
                <a:spcPts val="0"/>
              </a:spcAft>
              <a:buClr>
                <a:schemeClr val="dk1"/>
              </a:buClr>
              <a:buSzPts val="2250"/>
              <a:buNone/>
              <a:defRPr/>
            </a:lvl3pPr>
            <a:lvl4pPr indent="-228600" lvl="3" marL="1828800" algn="l">
              <a:lnSpc>
                <a:spcPct val="120000"/>
              </a:lnSpc>
              <a:spcBef>
                <a:spcPts val="500"/>
              </a:spcBef>
              <a:spcAft>
                <a:spcPts val="0"/>
              </a:spcAft>
              <a:buClr>
                <a:schemeClr val="dk1"/>
              </a:buClr>
              <a:buSzPts val="2250"/>
              <a:buNone/>
              <a:defRPr/>
            </a:lvl4pPr>
            <a:lvl5pPr indent="-228600" lvl="4" marL="2286000" algn="l">
              <a:lnSpc>
                <a:spcPct val="120000"/>
              </a:lnSpc>
              <a:spcBef>
                <a:spcPts val="500"/>
              </a:spcBef>
              <a:spcAft>
                <a:spcPts val="0"/>
              </a:spcAft>
              <a:buClr>
                <a:schemeClr val="dk1"/>
              </a:buClr>
              <a:buSzPts val="2250"/>
              <a:buNone/>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p">
  <p:cSld name="tip">
    <p:spTree>
      <p:nvGrpSpPr>
        <p:cNvPr id="225" name="Shape 225"/>
        <p:cNvGrpSpPr/>
        <p:nvPr/>
      </p:nvGrpSpPr>
      <p:grpSpPr>
        <a:xfrm>
          <a:off x="0" y="0"/>
          <a:ext cx="0" cy="0"/>
          <a:chOff x="0" y="0"/>
          <a:chExt cx="0" cy="0"/>
        </a:xfrm>
      </p:grpSpPr>
      <p:pic>
        <p:nvPicPr>
          <p:cNvPr id="226" name="Google Shape;226;p81"/>
          <p:cNvPicPr preferRelativeResize="0"/>
          <p:nvPr/>
        </p:nvPicPr>
        <p:blipFill rotWithShape="1">
          <a:blip r:embed="rId2">
            <a:alphaModFix/>
          </a:blip>
          <a:srcRect b="0" l="0" r="0" t="0"/>
          <a:stretch/>
        </p:blipFill>
        <p:spPr>
          <a:xfrm>
            <a:off x="656925" y="363600"/>
            <a:ext cx="1264923" cy="1261875"/>
          </a:xfrm>
          <a:prstGeom prst="rect">
            <a:avLst/>
          </a:prstGeom>
          <a:noFill/>
          <a:ln>
            <a:noFill/>
          </a:ln>
        </p:spPr>
      </p:pic>
      <p:sp>
        <p:nvSpPr>
          <p:cNvPr id="227" name="Google Shape;227;p81"/>
          <p:cNvSpPr txBox="1"/>
          <p:nvPr>
            <p:ph idx="10" type="dt"/>
          </p:nvPr>
        </p:nvSpPr>
        <p:spPr>
          <a:xfrm>
            <a:off x="7456921" y="64928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8" name="Google Shape;228;p81"/>
          <p:cNvSpPr txBox="1"/>
          <p:nvPr>
            <p:ph idx="11" type="ftr"/>
          </p:nvPr>
        </p:nvSpPr>
        <p:spPr>
          <a:xfrm>
            <a:off x="838201" y="6492875"/>
            <a:ext cx="65425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p81"/>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30" name="Google Shape;230;p81"/>
          <p:cNvSpPr txBox="1"/>
          <p:nvPr/>
        </p:nvSpPr>
        <p:spPr>
          <a:xfrm>
            <a:off x="1693718" y="363600"/>
            <a:ext cx="9660082" cy="12600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84AD40"/>
              </a:buClr>
              <a:buSzPts val="3200"/>
              <a:buFont typeface="Open Sans"/>
              <a:buNone/>
            </a:pPr>
            <a:r>
              <a:rPr b="1" i="1" lang="en-US" sz="3200" cap="none">
                <a:solidFill>
                  <a:srgbClr val="84AD40"/>
                </a:solidFill>
                <a:latin typeface="Open Sans"/>
                <a:ea typeface="Open Sans"/>
                <a:cs typeface="Open Sans"/>
                <a:sym typeface="Open Sans"/>
              </a:rPr>
              <a:t>TIP</a:t>
            </a:r>
            <a:endParaRPr/>
          </a:p>
        </p:txBody>
      </p:sp>
      <p:sp>
        <p:nvSpPr>
          <p:cNvPr id="231" name="Google Shape;231;p81"/>
          <p:cNvSpPr txBox="1"/>
          <p:nvPr>
            <p:ph idx="1"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250"/>
              <a:buNone/>
              <a:defRPr/>
            </a:lvl1pPr>
            <a:lvl2pPr indent="-228600" lvl="1" marL="914400" algn="l">
              <a:lnSpc>
                <a:spcPct val="120000"/>
              </a:lnSpc>
              <a:spcBef>
                <a:spcPts val="500"/>
              </a:spcBef>
              <a:spcAft>
                <a:spcPts val="0"/>
              </a:spcAft>
              <a:buClr>
                <a:schemeClr val="dk1"/>
              </a:buClr>
              <a:buSzPts val="2250"/>
              <a:buNone/>
              <a:defRPr/>
            </a:lvl2pPr>
            <a:lvl3pPr indent="-228600" lvl="2" marL="1371600" algn="l">
              <a:lnSpc>
                <a:spcPct val="120000"/>
              </a:lnSpc>
              <a:spcBef>
                <a:spcPts val="500"/>
              </a:spcBef>
              <a:spcAft>
                <a:spcPts val="0"/>
              </a:spcAft>
              <a:buClr>
                <a:schemeClr val="dk1"/>
              </a:buClr>
              <a:buSzPts val="2250"/>
              <a:buNone/>
              <a:defRPr/>
            </a:lvl3pPr>
            <a:lvl4pPr indent="-228600" lvl="3" marL="1828800" algn="l">
              <a:lnSpc>
                <a:spcPct val="120000"/>
              </a:lnSpc>
              <a:spcBef>
                <a:spcPts val="500"/>
              </a:spcBef>
              <a:spcAft>
                <a:spcPts val="0"/>
              </a:spcAft>
              <a:buClr>
                <a:schemeClr val="dk1"/>
              </a:buClr>
              <a:buSzPts val="2250"/>
              <a:buNone/>
              <a:defRPr/>
            </a:lvl4pPr>
            <a:lvl5pPr indent="-228600" lvl="4" marL="2286000" algn="l">
              <a:lnSpc>
                <a:spcPct val="120000"/>
              </a:lnSpc>
              <a:spcBef>
                <a:spcPts val="500"/>
              </a:spcBef>
              <a:spcAft>
                <a:spcPts val="0"/>
              </a:spcAft>
              <a:buClr>
                <a:schemeClr val="dk1"/>
              </a:buClr>
              <a:buSzPts val="2250"/>
              <a:buNone/>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richment">
  <p:cSld name="enrichment">
    <p:spTree>
      <p:nvGrpSpPr>
        <p:cNvPr id="232" name="Shape 232"/>
        <p:cNvGrpSpPr/>
        <p:nvPr/>
      </p:nvGrpSpPr>
      <p:grpSpPr>
        <a:xfrm>
          <a:off x="0" y="0"/>
          <a:ext cx="0" cy="0"/>
          <a:chOff x="0" y="0"/>
          <a:chExt cx="0" cy="0"/>
        </a:xfrm>
      </p:grpSpPr>
      <p:pic>
        <p:nvPicPr>
          <p:cNvPr id="233" name="Google Shape;233;p82"/>
          <p:cNvPicPr preferRelativeResize="0"/>
          <p:nvPr/>
        </p:nvPicPr>
        <p:blipFill rotWithShape="1">
          <a:blip r:embed="rId2">
            <a:alphaModFix/>
          </a:blip>
          <a:srcRect b="0" l="0" r="0" t="0"/>
          <a:stretch/>
        </p:blipFill>
        <p:spPr>
          <a:xfrm>
            <a:off x="656925" y="363600"/>
            <a:ext cx="1264923" cy="1261875"/>
          </a:xfrm>
          <a:prstGeom prst="rect">
            <a:avLst/>
          </a:prstGeom>
          <a:noFill/>
          <a:ln>
            <a:noFill/>
          </a:ln>
        </p:spPr>
      </p:pic>
      <p:sp>
        <p:nvSpPr>
          <p:cNvPr id="234" name="Google Shape;234;p82"/>
          <p:cNvSpPr txBox="1"/>
          <p:nvPr>
            <p:ph idx="10" type="dt"/>
          </p:nvPr>
        </p:nvSpPr>
        <p:spPr>
          <a:xfrm>
            <a:off x="7456921" y="64928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5" name="Google Shape;235;p82"/>
          <p:cNvSpPr txBox="1"/>
          <p:nvPr>
            <p:ph idx="11" type="ftr"/>
          </p:nvPr>
        </p:nvSpPr>
        <p:spPr>
          <a:xfrm>
            <a:off x="838201" y="6492875"/>
            <a:ext cx="65425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6" name="Google Shape;236;p82"/>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37" name="Google Shape;237;p82"/>
          <p:cNvSpPr txBox="1"/>
          <p:nvPr/>
        </p:nvSpPr>
        <p:spPr>
          <a:xfrm>
            <a:off x="1693718" y="363600"/>
            <a:ext cx="9660082" cy="12600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7570B3"/>
              </a:buClr>
              <a:buSzPts val="3200"/>
              <a:buFont typeface="Open Sans"/>
              <a:buNone/>
            </a:pPr>
            <a:r>
              <a:rPr b="1" i="1" lang="en-US" sz="3200" cap="none">
                <a:solidFill>
                  <a:srgbClr val="7570B3"/>
                </a:solidFill>
                <a:latin typeface="Open Sans"/>
                <a:ea typeface="Open Sans"/>
                <a:cs typeface="Open Sans"/>
                <a:sym typeface="Open Sans"/>
              </a:rPr>
              <a:t>ENRICHMENT</a:t>
            </a:r>
            <a:endParaRPr/>
          </a:p>
        </p:txBody>
      </p:sp>
      <p:sp>
        <p:nvSpPr>
          <p:cNvPr id="238" name="Google Shape;238;p82"/>
          <p:cNvSpPr txBox="1"/>
          <p:nvPr>
            <p:ph idx="1"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250"/>
              <a:buNone/>
              <a:defRPr/>
            </a:lvl1pPr>
            <a:lvl2pPr indent="-228600" lvl="1" marL="914400" algn="l">
              <a:lnSpc>
                <a:spcPct val="120000"/>
              </a:lnSpc>
              <a:spcBef>
                <a:spcPts val="500"/>
              </a:spcBef>
              <a:spcAft>
                <a:spcPts val="0"/>
              </a:spcAft>
              <a:buClr>
                <a:schemeClr val="dk1"/>
              </a:buClr>
              <a:buSzPts val="2250"/>
              <a:buNone/>
              <a:defRPr/>
            </a:lvl2pPr>
            <a:lvl3pPr indent="-228600" lvl="2" marL="1371600" algn="l">
              <a:lnSpc>
                <a:spcPct val="120000"/>
              </a:lnSpc>
              <a:spcBef>
                <a:spcPts val="500"/>
              </a:spcBef>
              <a:spcAft>
                <a:spcPts val="0"/>
              </a:spcAft>
              <a:buClr>
                <a:schemeClr val="dk1"/>
              </a:buClr>
              <a:buSzPts val="2250"/>
              <a:buNone/>
              <a:defRPr/>
            </a:lvl3pPr>
            <a:lvl4pPr indent="-228600" lvl="3" marL="1828800" algn="l">
              <a:lnSpc>
                <a:spcPct val="120000"/>
              </a:lnSpc>
              <a:spcBef>
                <a:spcPts val="500"/>
              </a:spcBef>
              <a:spcAft>
                <a:spcPts val="0"/>
              </a:spcAft>
              <a:buClr>
                <a:schemeClr val="dk1"/>
              </a:buClr>
              <a:buSzPts val="2250"/>
              <a:buNone/>
              <a:defRPr/>
            </a:lvl4pPr>
            <a:lvl5pPr indent="-228600" lvl="4" marL="2286000" algn="l">
              <a:lnSpc>
                <a:spcPct val="120000"/>
              </a:lnSpc>
              <a:spcBef>
                <a:spcPts val="500"/>
              </a:spcBef>
              <a:spcAft>
                <a:spcPts val="0"/>
              </a:spcAft>
              <a:buClr>
                <a:schemeClr val="dk1"/>
              </a:buClr>
              <a:buSzPts val="2250"/>
              <a:buNone/>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storical note">
  <p:cSld name="historical note">
    <p:spTree>
      <p:nvGrpSpPr>
        <p:cNvPr id="239" name="Shape 239"/>
        <p:cNvGrpSpPr/>
        <p:nvPr/>
      </p:nvGrpSpPr>
      <p:grpSpPr>
        <a:xfrm>
          <a:off x="0" y="0"/>
          <a:ext cx="0" cy="0"/>
          <a:chOff x="0" y="0"/>
          <a:chExt cx="0" cy="0"/>
        </a:xfrm>
      </p:grpSpPr>
      <p:pic>
        <p:nvPicPr>
          <p:cNvPr id="240" name="Google Shape;240;p83"/>
          <p:cNvPicPr preferRelativeResize="0"/>
          <p:nvPr/>
        </p:nvPicPr>
        <p:blipFill rotWithShape="1">
          <a:blip r:embed="rId2">
            <a:alphaModFix/>
          </a:blip>
          <a:srcRect b="0" l="0" r="0" t="0"/>
          <a:stretch/>
        </p:blipFill>
        <p:spPr>
          <a:xfrm>
            <a:off x="656925" y="363600"/>
            <a:ext cx="1261875" cy="1261875"/>
          </a:xfrm>
          <a:prstGeom prst="rect">
            <a:avLst/>
          </a:prstGeom>
          <a:noFill/>
          <a:ln>
            <a:noFill/>
          </a:ln>
        </p:spPr>
      </p:pic>
      <p:sp>
        <p:nvSpPr>
          <p:cNvPr id="241" name="Google Shape;241;p83"/>
          <p:cNvSpPr txBox="1"/>
          <p:nvPr>
            <p:ph idx="10" type="dt"/>
          </p:nvPr>
        </p:nvSpPr>
        <p:spPr>
          <a:xfrm>
            <a:off x="7456921" y="64928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2" name="Google Shape;242;p83"/>
          <p:cNvSpPr txBox="1"/>
          <p:nvPr>
            <p:ph idx="11" type="ftr"/>
          </p:nvPr>
        </p:nvSpPr>
        <p:spPr>
          <a:xfrm>
            <a:off x="838201" y="6492875"/>
            <a:ext cx="65425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3" name="Google Shape;243;p83"/>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44" name="Google Shape;244;p83"/>
          <p:cNvSpPr txBox="1"/>
          <p:nvPr/>
        </p:nvSpPr>
        <p:spPr>
          <a:xfrm>
            <a:off x="1693718" y="363600"/>
            <a:ext cx="9660082" cy="12600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7570B3"/>
              </a:buClr>
              <a:buSzPts val="3200"/>
              <a:buFont typeface="Open Sans"/>
              <a:buNone/>
            </a:pPr>
            <a:r>
              <a:rPr b="1" i="1" lang="en-US" sz="3200" cap="none">
                <a:solidFill>
                  <a:srgbClr val="7570B3"/>
                </a:solidFill>
                <a:latin typeface="Open Sans"/>
                <a:ea typeface="Open Sans"/>
                <a:cs typeface="Open Sans"/>
                <a:sym typeface="Open Sans"/>
              </a:rPr>
              <a:t>HISTORICAL NOTE</a:t>
            </a:r>
            <a:endParaRPr/>
          </a:p>
        </p:txBody>
      </p:sp>
      <p:sp>
        <p:nvSpPr>
          <p:cNvPr id="245" name="Google Shape;245;p83"/>
          <p:cNvSpPr txBox="1"/>
          <p:nvPr>
            <p:ph idx="1"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250"/>
              <a:buNone/>
              <a:defRPr/>
            </a:lvl1pPr>
            <a:lvl2pPr indent="-228600" lvl="1" marL="914400" algn="l">
              <a:lnSpc>
                <a:spcPct val="120000"/>
              </a:lnSpc>
              <a:spcBef>
                <a:spcPts val="500"/>
              </a:spcBef>
              <a:spcAft>
                <a:spcPts val="0"/>
              </a:spcAft>
              <a:buClr>
                <a:schemeClr val="dk1"/>
              </a:buClr>
              <a:buSzPts val="2250"/>
              <a:buNone/>
              <a:defRPr/>
            </a:lvl2pPr>
            <a:lvl3pPr indent="-228600" lvl="2" marL="1371600" algn="l">
              <a:lnSpc>
                <a:spcPct val="120000"/>
              </a:lnSpc>
              <a:spcBef>
                <a:spcPts val="500"/>
              </a:spcBef>
              <a:spcAft>
                <a:spcPts val="0"/>
              </a:spcAft>
              <a:buClr>
                <a:schemeClr val="dk1"/>
              </a:buClr>
              <a:buSzPts val="2250"/>
              <a:buNone/>
              <a:defRPr/>
            </a:lvl3pPr>
            <a:lvl4pPr indent="-228600" lvl="3" marL="1828800" algn="l">
              <a:lnSpc>
                <a:spcPct val="120000"/>
              </a:lnSpc>
              <a:spcBef>
                <a:spcPts val="500"/>
              </a:spcBef>
              <a:spcAft>
                <a:spcPts val="0"/>
              </a:spcAft>
              <a:buClr>
                <a:schemeClr val="dk1"/>
              </a:buClr>
              <a:buSzPts val="2250"/>
              <a:buNone/>
              <a:defRPr/>
            </a:lvl4pPr>
            <a:lvl5pPr indent="-228600" lvl="4" marL="2286000" algn="l">
              <a:lnSpc>
                <a:spcPct val="120000"/>
              </a:lnSpc>
              <a:spcBef>
                <a:spcPts val="500"/>
              </a:spcBef>
              <a:spcAft>
                <a:spcPts val="0"/>
              </a:spcAft>
              <a:buClr>
                <a:schemeClr val="dk1"/>
              </a:buClr>
              <a:buSzPts val="2250"/>
              <a:buNone/>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AM+">
  <p:cSld name="STEAM+">
    <p:spTree>
      <p:nvGrpSpPr>
        <p:cNvPr id="246" name="Shape 246"/>
        <p:cNvGrpSpPr/>
        <p:nvPr/>
      </p:nvGrpSpPr>
      <p:grpSpPr>
        <a:xfrm>
          <a:off x="0" y="0"/>
          <a:ext cx="0" cy="0"/>
          <a:chOff x="0" y="0"/>
          <a:chExt cx="0" cy="0"/>
        </a:xfrm>
      </p:grpSpPr>
      <p:pic>
        <p:nvPicPr>
          <p:cNvPr id="247" name="Google Shape;247;p84"/>
          <p:cNvPicPr preferRelativeResize="0"/>
          <p:nvPr/>
        </p:nvPicPr>
        <p:blipFill rotWithShape="1">
          <a:blip r:embed="rId2">
            <a:alphaModFix/>
          </a:blip>
          <a:srcRect b="0" l="0" r="0" t="0"/>
          <a:stretch/>
        </p:blipFill>
        <p:spPr>
          <a:xfrm>
            <a:off x="656925" y="363600"/>
            <a:ext cx="1261875" cy="1261875"/>
          </a:xfrm>
          <a:prstGeom prst="rect">
            <a:avLst/>
          </a:prstGeom>
          <a:noFill/>
          <a:ln>
            <a:noFill/>
          </a:ln>
        </p:spPr>
      </p:pic>
      <p:sp>
        <p:nvSpPr>
          <p:cNvPr id="248" name="Google Shape;248;p84"/>
          <p:cNvSpPr txBox="1"/>
          <p:nvPr>
            <p:ph idx="10" type="dt"/>
          </p:nvPr>
        </p:nvSpPr>
        <p:spPr>
          <a:xfrm>
            <a:off x="7456921" y="64928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9" name="Google Shape;249;p84"/>
          <p:cNvSpPr txBox="1"/>
          <p:nvPr>
            <p:ph idx="11" type="ftr"/>
          </p:nvPr>
        </p:nvSpPr>
        <p:spPr>
          <a:xfrm>
            <a:off x="838201" y="6492875"/>
            <a:ext cx="65425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0" name="Google Shape;250;p84"/>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51" name="Google Shape;251;p84"/>
          <p:cNvSpPr txBox="1"/>
          <p:nvPr/>
        </p:nvSpPr>
        <p:spPr>
          <a:xfrm>
            <a:off x="1693718" y="363600"/>
            <a:ext cx="9660082" cy="12600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7570B3"/>
              </a:buClr>
              <a:buSzPts val="3200"/>
              <a:buFont typeface="Open Sans"/>
              <a:buNone/>
            </a:pPr>
            <a:r>
              <a:rPr b="1" i="1" lang="en-US" sz="3200" cap="none">
                <a:solidFill>
                  <a:srgbClr val="7570B3"/>
                </a:solidFill>
                <a:latin typeface="Open Sans"/>
                <a:ea typeface="Open Sans"/>
                <a:cs typeface="Open Sans"/>
                <a:sym typeface="Open Sans"/>
              </a:rPr>
              <a:t>STEAM+</a:t>
            </a:r>
            <a:endParaRPr/>
          </a:p>
        </p:txBody>
      </p:sp>
      <p:sp>
        <p:nvSpPr>
          <p:cNvPr id="252" name="Google Shape;252;p84"/>
          <p:cNvSpPr txBox="1"/>
          <p:nvPr>
            <p:ph idx="1"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250"/>
              <a:buNone/>
              <a:defRPr/>
            </a:lvl1pPr>
            <a:lvl2pPr indent="-228600" lvl="1" marL="914400" algn="l">
              <a:lnSpc>
                <a:spcPct val="120000"/>
              </a:lnSpc>
              <a:spcBef>
                <a:spcPts val="500"/>
              </a:spcBef>
              <a:spcAft>
                <a:spcPts val="0"/>
              </a:spcAft>
              <a:buClr>
                <a:schemeClr val="dk1"/>
              </a:buClr>
              <a:buSzPts val="2250"/>
              <a:buNone/>
              <a:defRPr/>
            </a:lvl2pPr>
            <a:lvl3pPr indent="-228600" lvl="2" marL="1371600" algn="l">
              <a:lnSpc>
                <a:spcPct val="120000"/>
              </a:lnSpc>
              <a:spcBef>
                <a:spcPts val="500"/>
              </a:spcBef>
              <a:spcAft>
                <a:spcPts val="0"/>
              </a:spcAft>
              <a:buClr>
                <a:schemeClr val="dk1"/>
              </a:buClr>
              <a:buSzPts val="2250"/>
              <a:buNone/>
              <a:defRPr/>
            </a:lvl3pPr>
            <a:lvl4pPr indent="-228600" lvl="3" marL="1828800" algn="l">
              <a:lnSpc>
                <a:spcPct val="120000"/>
              </a:lnSpc>
              <a:spcBef>
                <a:spcPts val="500"/>
              </a:spcBef>
              <a:spcAft>
                <a:spcPts val="0"/>
              </a:spcAft>
              <a:buClr>
                <a:schemeClr val="dk1"/>
              </a:buClr>
              <a:buSzPts val="2250"/>
              <a:buNone/>
              <a:defRPr/>
            </a:lvl4pPr>
            <a:lvl5pPr indent="-228600" lvl="4" marL="2286000" algn="l">
              <a:lnSpc>
                <a:spcPct val="120000"/>
              </a:lnSpc>
              <a:spcBef>
                <a:spcPts val="500"/>
              </a:spcBef>
              <a:spcAft>
                <a:spcPts val="0"/>
              </a:spcAft>
              <a:buClr>
                <a:schemeClr val="dk1"/>
              </a:buClr>
              <a:buSzPts val="2250"/>
              <a:buNone/>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ource">
  <p:cSld name="resource">
    <p:spTree>
      <p:nvGrpSpPr>
        <p:cNvPr id="253" name="Shape 253"/>
        <p:cNvGrpSpPr/>
        <p:nvPr/>
      </p:nvGrpSpPr>
      <p:grpSpPr>
        <a:xfrm>
          <a:off x="0" y="0"/>
          <a:ext cx="0" cy="0"/>
          <a:chOff x="0" y="0"/>
          <a:chExt cx="0" cy="0"/>
        </a:xfrm>
      </p:grpSpPr>
      <p:pic>
        <p:nvPicPr>
          <p:cNvPr id="254" name="Google Shape;254;p85"/>
          <p:cNvPicPr preferRelativeResize="0"/>
          <p:nvPr/>
        </p:nvPicPr>
        <p:blipFill rotWithShape="1">
          <a:blip r:embed="rId2">
            <a:alphaModFix/>
          </a:blip>
          <a:srcRect b="0" l="0" r="0" t="0"/>
          <a:stretch/>
        </p:blipFill>
        <p:spPr>
          <a:xfrm>
            <a:off x="656925" y="363600"/>
            <a:ext cx="1264923" cy="1261875"/>
          </a:xfrm>
          <a:prstGeom prst="rect">
            <a:avLst/>
          </a:prstGeom>
          <a:noFill/>
          <a:ln>
            <a:noFill/>
          </a:ln>
        </p:spPr>
      </p:pic>
      <p:sp>
        <p:nvSpPr>
          <p:cNvPr id="255" name="Google Shape;255;p85"/>
          <p:cNvSpPr txBox="1"/>
          <p:nvPr>
            <p:ph idx="10" type="dt"/>
          </p:nvPr>
        </p:nvSpPr>
        <p:spPr>
          <a:xfrm>
            <a:off x="7456921" y="64928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6" name="Google Shape;256;p85"/>
          <p:cNvSpPr txBox="1"/>
          <p:nvPr>
            <p:ph idx="11" type="ftr"/>
          </p:nvPr>
        </p:nvSpPr>
        <p:spPr>
          <a:xfrm>
            <a:off x="838201" y="6492875"/>
            <a:ext cx="65425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7" name="Google Shape;257;p85"/>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58" name="Google Shape;258;p85"/>
          <p:cNvSpPr txBox="1"/>
          <p:nvPr/>
        </p:nvSpPr>
        <p:spPr>
          <a:xfrm>
            <a:off x="1693718" y="363600"/>
            <a:ext cx="9660082" cy="12600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C6993D"/>
              </a:buClr>
              <a:buSzPts val="3200"/>
              <a:buFont typeface="Open Sans"/>
              <a:buNone/>
            </a:pPr>
            <a:r>
              <a:rPr b="1" i="1" lang="en-US" sz="3200" cap="none">
                <a:solidFill>
                  <a:srgbClr val="C6993D"/>
                </a:solidFill>
                <a:latin typeface="Open Sans"/>
                <a:ea typeface="Open Sans"/>
                <a:cs typeface="Open Sans"/>
                <a:sym typeface="Open Sans"/>
              </a:rPr>
              <a:t>RESOURCE</a:t>
            </a:r>
            <a:endParaRPr/>
          </a:p>
        </p:txBody>
      </p:sp>
      <p:sp>
        <p:nvSpPr>
          <p:cNvPr id="259" name="Google Shape;259;p85"/>
          <p:cNvSpPr txBox="1"/>
          <p:nvPr>
            <p:ph idx="1" type="body"/>
          </p:nvPr>
        </p:nvSpPr>
        <p:spPr>
          <a:xfrm>
            <a:off x="838800" y="1609200"/>
            <a:ext cx="7848000" cy="46800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250"/>
              <a:buNone/>
              <a:defRPr/>
            </a:lvl1pPr>
            <a:lvl2pPr indent="-228600" lvl="1" marL="914400" algn="l">
              <a:lnSpc>
                <a:spcPct val="120000"/>
              </a:lnSpc>
              <a:spcBef>
                <a:spcPts val="500"/>
              </a:spcBef>
              <a:spcAft>
                <a:spcPts val="0"/>
              </a:spcAft>
              <a:buClr>
                <a:schemeClr val="dk1"/>
              </a:buClr>
              <a:buSzPts val="2250"/>
              <a:buNone/>
              <a:defRPr/>
            </a:lvl2pPr>
            <a:lvl3pPr indent="-228600" lvl="2" marL="1371600" algn="l">
              <a:lnSpc>
                <a:spcPct val="120000"/>
              </a:lnSpc>
              <a:spcBef>
                <a:spcPts val="500"/>
              </a:spcBef>
              <a:spcAft>
                <a:spcPts val="0"/>
              </a:spcAft>
              <a:buClr>
                <a:schemeClr val="dk1"/>
              </a:buClr>
              <a:buSzPts val="2250"/>
              <a:buNone/>
              <a:defRPr/>
            </a:lvl3pPr>
            <a:lvl4pPr indent="-228600" lvl="3" marL="1828800" algn="l">
              <a:lnSpc>
                <a:spcPct val="120000"/>
              </a:lnSpc>
              <a:spcBef>
                <a:spcPts val="500"/>
              </a:spcBef>
              <a:spcAft>
                <a:spcPts val="0"/>
              </a:spcAft>
              <a:buClr>
                <a:schemeClr val="dk1"/>
              </a:buClr>
              <a:buSzPts val="2250"/>
              <a:buNone/>
              <a:defRPr/>
            </a:lvl4pPr>
            <a:lvl5pPr indent="-228600" lvl="4" marL="2286000" algn="l">
              <a:lnSpc>
                <a:spcPct val="120000"/>
              </a:lnSpc>
              <a:spcBef>
                <a:spcPts val="500"/>
              </a:spcBef>
              <a:spcAft>
                <a:spcPts val="0"/>
              </a:spcAft>
              <a:buClr>
                <a:schemeClr val="dk1"/>
              </a:buClr>
              <a:buSzPts val="2250"/>
              <a:buNone/>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260" name="Google Shape;260;p85"/>
          <p:cNvSpPr/>
          <p:nvPr>
            <p:ph idx="2" type="pic"/>
          </p:nvPr>
        </p:nvSpPr>
        <p:spPr>
          <a:xfrm>
            <a:off x="8833800" y="1609200"/>
            <a:ext cx="2520000" cy="3283200"/>
          </a:xfrm>
          <a:prstGeom prst="rect">
            <a:avLst/>
          </a:prstGeom>
          <a:no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1">
  <p:cSld name="Blank-1">
    <p:spTree>
      <p:nvGrpSpPr>
        <p:cNvPr id="261" name="Shape 261"/>
        <p:cNvGrpSpPr/>
        <p:nvPr/>
      </p:nvGrpSpPr>
      <p:grpSpPr>
        <a:xfrm>
          <a:off x="0" y="0"/>
          <a:ext cx="0" cy="0"/>
          <a:chOff x="0" y="0"/>
          <a:chExt cx="0" cy="0"/>
        </a:xfrm>
      </p:grpSpPr>
      <p:sp>
        <p:nvSpPr>
          <p:cNvPr id="262" name="Google Shape;262;p86"/>
          <p:cNvSpPr txBox="1"/>
          <p:nvPr>
            <p:ph idx="10" type="dt"/>
          </p:nvPr>
        </p:nvSpPr>
        <p:spPr>
          <a:xfrm>
            <a:off x="7456921" y="64928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3" name="Google Shape;263;p86"/>
          <p:cNvSpPr txBox="1"/>
          <p:nvPr>
            <p:ph idx="11" type="ftr"/>
          </p:nvPr>
        </p:nvSpPr>
        <p:spPr>
          <a:xfrm>
            <a:off x="838201" y="6492875"/>
            <a:ext cx="65425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4" name="Google Shape;264;p86"/>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2" showMasterSp="0">
  <p:cSld name="Blank-2">
    <p:spTree>
      <p:nvGrpSpPr>
        <p:cNvPr id="265" name="Shape 26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7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5" Type="http://schemas.openxmlformats.org/officeDocument/2006/relationships/slideLayout" Target="../slideLayouts/slideLayout4.xml"/><Relationship Id="rId6" Type="http://schemas.openxmlformats.org/officeDocument/2006/relationships/slideLayout" Target="../slideLayouts/slideLayout5.xml"/><Relationship Id="rId29" Type="http://schemas.openxmlformats.org/officeDocument/2006/relationships/slideLayout" Target="../slideLayouts/slideLayout28.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11" Type="http://schemas.openxmlformats.org/officeDocument/2006/relationships/slideLayout" Target="../slideLayouts/slideLayout10.xml"/><Relationship Id="rId33" Type="http://schemas.openxmlformats.org/officeDocument/2006/relationships/theme" Target="../theme/theme1.xml"/><Relationship Id="rId10" Type="http://schemas.openxmlformats.org/officeDocument/2006/relationships/slideLayout" Target="../slideLayouts/slideLayout9.xml"/><Relationship Id="rId32" Type="http://schemas.openxmlformats.org/officeDocument/2006/relationships/slideLayout" Target="../slideLayouts/slideLayout31.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56"/>
          <p:cNvPicPr preferRelativeResize="0"/>
          <p:nvPr/>
        </p:nvPicPr>
        <p:blipFill rotWithShape="1">
          <a:blip r:embed="rId1">
            <a:alphaModFix/>
          </a:blip>
          <a:srcRect b="0" l="0" r="0" t="0"/>
          <a:stretch/>
        </p:blipFill>
        <p:spPr>
          <a:xfrm>
            <a:off x="0" y="0"/>
            <a:ext cx="12192000" cy="6858000"/>
          </a:xfrm>
          <a:prstGeom prst="rect">
            <a:avLst/>
          </a:prstGeom>
          <a:noFill/>
          <a:ln>
            <a:noFill/>
          </a:ln>
        </p:spPr>
      </p:pic>
      <p:sp>
        <p:nvSpPr>
          <p:cNvPr id="7" name="Google Shape;7;p56"/>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606060"/>
              </a:buClr>
              <a:buSzPts val="3200"/>
              <a:buFont typeface="Open Sans"/>
              <a:buNone/>
              <a:defRPr b="1" i="0" sz="3200" u="none" cap="none" strike="noStrike">
                <a:solidFill>
                  <a:srgbClr val="606060"/>
                </a:solidFill>
                <a:latin typeface="Open Sans"/>
                <a:ea typeface="Open Sans"/>
                <a:cs typeface="Open Sans"/>
                <a:sym typeface="Open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56"/>
          <p:cNvSpPr txBox="1"/>
          <p:nvPr>
            <p:ph idx="10" type="dt"/>
          </p:nvPr>
        </p:nvSpPr>
        <p:spPr>
          <a:xfrm>
            <a:off x="7456921" y="6492875"/>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rgbClr val="888888"/>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9" name="Google Shape;9;p56"/>
          <p:cNvSpPr txBox="1"/>
          <p:nvPr>
            <p:ph idx="11" type="ftr"/>
          </p:nvPr>
        </p:nvSpPr>
        <p:spPr>
          <a:xfrm>
            <a:off x="838201" y="6492875"/>
            <a:ext cx="654252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rgbClr val="888888"/>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0" name="Google Shape;10;p56"/>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dk1"/>
                </a:solidFill>
                <a:latin typeface="Twentieth Century"/>
                <a:ea typeface="Twentieth Century"/>
                <a:cs typeface="Twentieth Century"/>
                <a:sym typeface="Twentieth Century"/>
              </a:defRPr>
            </a:lvl1pPr>
            <a:lvl2pPr indent="0" lvl="1" marL="0" marR="0" rtl="0" algn="r">
              <a:spcBef>
                <a:spcPts val="0"/>
              </a:spcBef>
              <a:buNone/>
              <a:defRPr b="0" i="0" sz="1050" u="none" cap="none" strike="noStrike">
                <a:solidFill>
                  <a:schemeClr val="dk1"/>
                </a:solidFill>
                <a:latin typeface="Twentieth Century"/>
                <a:ea typeface="Twentieth Century"/>
                <a:cs typeface="Twentieth Century"/>
                <a:sym typeface="Twentieth Century"/>
              </a:defRPr>
            </a:lvl2pPr>
            <a:lvl3pPr indent="0" lvl="2" marL="0" marR="0" rtl="0" algn="r">
              <a:spcBef>
                <a:spcPts val="0"/>
              </a:spcBef>
              <a:buNone/>
              <a:defRPr b="0" i="0" sz="1050" u="none" cap="none" strike="noStrike">
                <a:solidFill>
                  <a:schemeClr val="dk1"/>
                </a:solidFill>
                <a:latin typeface="Twentieth Century"/>
                <a:ea typeface="Twentieth Century"/>
                <a:cs typeface="Twentieth Century"/>
                <a:sym typeface="Twentieth Century"/>
              </a:defRPr>
            </a:lvl3pPr>
            <a:lvl4pPr indent="0" lvl="3" marL="0" marR="0" rtl="0" algn="r">
              <a:spcBef>
                <a:spcPts val="0"/>
              </a:spcBef>
              <a:buNone/>
              <a:defRPr b="0" i="0" sz="1050" u="none" cap="none" strike="noStrike">
                <a:solidFill>
                  <a:schemeClr val="dk1"/>
                </a:solidFill>
                <a:latin typeface="Twentieth Century"/>
                <a:ea typeface="Twentieth Century"/>
                <a:cs typeface="Twentieth Century"/>
                <a:sym typeface="Twentieth Century"/>
              </a:defRPr>
            </a:lvl4pPr>
            <a:lvl5pPr indent="0" lvl="4" marL="0" marR="0" rtl="0" algn="r">
              <a:spcBef>
                <a:spcPts val="0"/>
              </a:spcBef>
              <a:buNone/>
              <a:defRPr b="0" i="0" sz="1050" u="none" cap="none" strike="noStrike">
                <a:solidFill>
                  <a:schemeClr val="dk1"/>
                </a:solidFill>
                <a:latin typeface="Twentieth Century"/>
                <a:ea typeface="Twentieth Century"/>
                <a:cs typeface="Twentieth Century"/>
                <a:sym typeface="Twentieth Century"/>
              </a:defRPr>
            </a:lvl5pPr>
            <a:lvl6pPr indent="0" lvl="5" marL="0" marR="0" rtl="0" algn="r">
              <a:spcBef>
                <a:spcPts val="0"/>
              </a:spcBef>
              <a:buNone/>
              <a:defRPr b="0" i="0" sz="1050" u="none" cap="none" strike="noStrike">
                <a:solidFill>
                  <a:schemeClr val="dk1"/>
                </a:solidFill>
                <a:latin typeface="Twentieth Century"/>
                <a:ea typeface="Twentieth Century"/>
                <a:cs typeface="Twentieth Century"/>
                <a:sym typeface="Twentieth Century"/>
              </a:defRPr>
            </a:lvl6pPr>
            <a:lvl7pPr indent="0" lvl="6" marL="0" marR="0" rtl="0" algn="r">
              <a:spcBef>
                <a:spcPts val="0"/>
              </a:spcBef>
              <a:buNone/>
              <a:defRPr b="0" i="0" sz="1050" u="none" cap="none" strike="noStrike">
                <a:solidFill>
                  <a:schemeClr val="dk1"/>
                </a:solidFill>
                <a:latin typeface="Twentieth Century"/>
                <a:ea typeface="Twentieth Century"/>
                <a:cs typeface="Twentieth Century"/>
                <a:sym typeface="Twentieth Century"/>
              </a:defRPr>
            </a:lvl7pPr>
            <a:lvl8pPr indent="0" lvl="7" marL="0" marR="0" rtl="0" algn="r">
              <a:spcBef>
                <a:spcPts val="0"/>
              </a:spcBef>
              <a:buNone/>
              <a:defRPr b="0" i="0" sz="1050" u="none" cap="none" strike="noStrike">
                <a:solidFill>
                  <a:schemeClr val="dk1"/>
                </a:solidFill>
                <a:latin typeface="Twentieth Century"/>
                <a:ea typeface="Twentieth Century"/>
                <a:cs typeface="Twentieth Century"/>
                <a:sym typeface="Twentieth Century"/>
              </a:defRPr>
            </a:lvl8pPr>
            <a:lvl9pPr indent="0" lvl="8" marL="0" marR="0" rtl="0" algn="r">
              <a:spcBef>
                <a:spcPts val="0"/>
              </a:spcBef>
              <a:buNone/>
              <a:defRPr b="0" i="0" sz="105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US"/>
              <a:t>‹#›</a:t>
            </a:fld>
            <a:endParaRPr/>
          </a:p>
        </p:txBody>
      </p:sp>
      <p:sp>
        <p:nvSpPr>
          <p:cNvPr id="11" name="Google Shape;11;p5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20000"/>
              </a:lnSpc>
              <a:spcBef>
                <a:spcPts val="1000"/>
              </a:spcBef>
              <a:spcAft>
                <a:spcPts val="0"/>
              </a:spcAft>
              <a:buClr>
                <a:schemeClr val="dk1"/>
              </a:buClr>
              <a:buSzPts val="2500"/>
              <a:buFont typeface="Arial"/>
              <a:buNone/>
              <a:defRPr b="0" i="0" sz="2000" u="none" cap="none" strike="noStrike">
                <a:solidFill>
                  <a:schemeClr val="dk1"/>
                </a:solidFill>
                <a:latin typeface="Open Sans"/>
                <a:ea typeface="Open Sans"/>
                <a:cs typeface="Open Sans"/>
                <a:sym typeface="Open Sans"/>
              </a:defRPr>
            </a:lvl1pPr>
            <a:lvl2pPr indent="-228600" lvl="1" marL="914400" marR="0" rtl="0" algn="l">
              <a:lnSpc>
                <a:spcPct val="120000"/>
              </a:lnSpc>
              <a:spcBef>
                <a:spcPts val="500"/>
              </a:spcBef>
              <a:spcAft>
                <a:spcPts val="0"/>
              </a:spcAft>
              <a:buClr>
                <a:schemeClr val="dk1"/>
              </a:buClr>
              <a:buSzPts val="2250"/>
              <a:buFont typeface="Arial"/>
              <a:buNone/>
              <a:defRPr b="0" i="0" sz="1800" u="none" cap="none" strike="noStrike">
                <a:solidFill>
                  <a:schemeClr val="dk1"/>
                </a:solidFill>
                <a:latin typeface="Open Sans"/>
                <a:ea typeface="Open Sans"/>
                <a:cs typeface="Open Sans"/>
                <a:sym typeface="Open Sans"/>
              </a:defRPr>
            </a:lvl2pPr>
            <a:lvl3pPr indent="-228600" lvl="2" marL="1371600" marR="0" rtl="0" algn="l">
              <a:lnSpc>
                <a:spcPct val="120000"/>
              </a:lnSpc>
              <a:spcBef>
                <a:spcPts val="500"/>
              </a:spcBef>
              <a:spcAft>
                <a:spcPts val="0"/>
              </a:spcAft>
              <a:buClr>
                <a:schemeClr val="dk1"/>
              </a:buClr>
              <a:buSzPts val="2000"/>
              <a:buFont typeface="Arial"/>
              <a:buNone/>
              <a:defRPr b="0" i="0" sz="1600" u="none" cap="none" strike="noStrike">
                <a:solidFill>
                  <a:schemeClr val="dk1"/>
                </a:solidFill>
                <a:latin typeface="Open Sans"/>
                <a:ea typeface="Open Sans"/>
                <a:cs typeface="Open Sans"/>
                <a:sym typeface="Open Sans"/>
              </a:defRPr>
            </a:lvl3pPr>
            <a:lvl4pPr indent="-228600" lvl="3" marL="1828800" marR="0" rtl="0" algn="l">
              <a:lnSpc>
                <a:spcPct val="120000"/>
              </a:lnSpc>
              <a:spcBef>
                <a:spcPts val="500"/>
              </a:spcBef>
              <a:spcAft>
                <a:spcPts val="0"/>
              </a:spcAft>
              <a:buClr>
                <a:schemeClr val="dk1"/>
              </a:buClr>
              <a:buSzPts val="1750"/>
              <a:buFont typeface="Arial"/>
              <a:buNone/>
              <a:defRPr b="0" i="0" sz="1400" u="none" cap="none" strike="noStrike">
                <a:solidFill>
                  <a:schemeClr val="dk1"/>
                </a:solidFill>
                <a:latin typeface="Open Sans"/>
                <a:ea typeface="Open Sans"/>
                <a:cs typeface="Open Sans"/>
                <a:sym typeface="Open Sans"/>
              </a:defRPr>
            </a:lvl4pPr>
            <a:lvl5pPr indent="-228600" lvl="4" marL="2286000" marR="0" rtl="0" algn="l">
              <a:lnSpc>
                <a:spcPct val="120000"/>
              </a:lnSpc>
              <a:spcBef>
                <a:spcPts val="500"/>
              </a:spcBef>
              <a:spcAft>
                <a:spcPts val="0"/>
              </a:spcAft>
              <a:buClr>
                <a:schemeClr val="dk1"/>
              </a:buClr>
              <a:buSzPts val="1750"/>
              <a:buFont typeface="Arial"/>
              <a:buNone/>
              <a:defRPr b="0" i="0" sz="1400" u="none" cap="none" strike="noStrike">
                <a:solidFill>
                  <a:schemeClr val="dk1"/>
                </a:solidFill>
                <a:latin typeface="Open Sans"/>
                <a:ea typeface="Open Sans"/>
                <a:cs typeface="Open Sans"/>
                <a:sym typeface="Open Sans"/>
              </a:defRPr>
            </a:lvl5pPr>
            <a:lvl6pPr indent="-339725" lvl="5" marL="2743200" marR="0" rtl="0" algn="l">
              <a:lnSpc>
                <a:spcPct val="120000"/>
              </a:lnSpc>
              <a:spcBef>
                <a:spcPts val="500"/>
              </a:spcBef>
              <a:spcAft>
                <a:spcPts val="0"/>
              </a:spcAft>
              <a:buClr>
                <a:schemeClr val="dk1"/>
              </a:buClr>
              <a:buSzPts val="1750"/>
              <a:buFont typeface="Arial"/>
              <a:buChar char="•"/>
              <a:defRPr b="0" i="0" sz="1400" u="none" cap="none" strike="noStrike">
                <a:solidFill>
                  <a:schemeClr val="dk1"/>
                </a:solidFill>
                <a:latin typeface="Twentieth Century"/>
                <a:ea typeface="Twentieth Century"/>
                <a:cs typeface="Twentieth Century"/>
                <a:sym typeface="Twentieth Century"/>
              </a:defRPr>
            </a:lvl6pPr>
            <a:lvl7pPr indent="-339725" lvl="6" marL="3200400" marR="0" rtl="0" algn="l">
              <a:lnSpc>
                <a:spcPct val="120000"/>
              </a:lnSpc>
              <a:spcBef>
                <a:spcPts val="500"/>
              </a:spcBef>
              <a:spcAft>
                <a:spcPts val="0"/>
              </a:spcAft>
              <a:buClr>
                <a:schemeClr val="dk1"/>
              </a:buClr>
              <a:buSzPts val="1750"/>
              <a:buFont typeface="Arial"/>
              <a:buChar char="•"/>
              <a:defRPr b="0" i="0" sz="1400" u="none" cap="none" strike="noStrike">
                <a:solidFill>
                  <a:schemeClr val="dk1"/>
                </a:solidFill>
                <a:latin typeface="Twentieth Century"/>
                <a:ea typeface="Twentieth Century"/>
                <a:cs typeface="Twentieth Century"/>
                <a:sym typeface="Twentieth Century"/>
              </a:defRPr>
            </a:lvl7pPr>
            <a:lvl8pPr indent="-339725" lvl="7" marL="3657600" marR="0" rtl="0" algn="l">
              <a:lnSpc>
                <a:spcPct val="120000"/>
              </a:lnSpc>
              <a:spcBef>
                <a:spcPts val="500"/>
              </a:spcBef>
              <a:spcAft>
                <a:spcPts val="0"/>
              </a:spcAft>
              <a:buClr>
                <a:schemeClr val="dk1"/>
              </a:buClr>
              <a:buSzPts val="1750"/>
              <a:buFont typeface="Arial"/>
              <a:buChar char="•"/>
              <a:defRPr b="0" i="0" sz="1400" u="none" cap="none" strike="noStrike">
                <a:solidFill>
                  <a:schemeClr val="dk1"/>
                </a:solidFill>
                <a:latin typeface="Twentieth Century"/>
                <a:ea typeface="Twentieth Century"/>
                <a:cs typeface="Twentieth Century"/>
                <a:sym typeface="Twentieth Century"/>
              </a:defRPr>
            </a:lvl8pPr>
            <a:lvl9pPr indent="-339725" lvl="8" marL="4114800" marR="0" rtl="0" algn="l">
              <a:lnSpc>
                <a:spcPct val="120000"/>
              </a:lnSpc>
              <a:spcBef>
                <a:spcPts val="500"/>
              </a:spcBef>
              <a:spcAft>
                <a:spcPts val="0"/>
              </a:spcAft>
              <a:buClr>
                <a:schemeClr val="dk1"/>
              </a:buClr>
              <a:buSzPts val="1750"/>
              <a:buFont typeface="Arial"/>
              <a:buChar char="•"/>
              <a:defRPr b="0" i="0" sz="1400" u="none" cap="none" strike="noStrike">
                <a:solidFill>
                  <a:schemeClr val="dk1"/>
                </a:solidFill>
                <a:latin typeface="Twentieth Century"/>
                <a:ea typeface="Twentieth Century"/>
                <a:cs typeface="Twentieth Century"/>
                <a:sym typeface="Twentieth Century"/>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6.png"/><Relationship Id="rId4"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0.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0.png"/><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2.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4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2.png"/><Relationship Id="rId4" Type="http://schemas.openxmlformats.org/officeDocument/2006/relationships/image" Target="../media/image4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0.png"/><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5.png"/><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5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5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54.png"/><Relationship Id="rId4" Type="http://schemas.openxmlformats.org/officeDocument/2006/relationships/image" Target="../media/image5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5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47.png"/><Relationship Id="rId4" Type="http://schemas.openxmlformats.org/officeDocument/2006/relationships/image" Target="../media/image6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4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5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5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5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6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6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6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6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6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5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6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60.png"/><Relationship Id="rId4" Type="http://schemas.openxmlformats.org/officeDocument/2006/relationships/image" Target="../media/image8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6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7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6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7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7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6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7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72.png"/><Relationship Id="rId4" Type="http://schemas.openxmlformats.org/officeDocument/2006/relationships/image" Target="../media/image71.png"/><Relationship Id="rId5" Type="http://schemas.openxmlformats.org/officeDocument/2006/relationships/image" Target="../media/image75.png"/><Relationship Id="rId6" Type="http://schemas.openxmlformats.org/officeDocument/2006/relationships/image" Target="../media/image8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82.png"/><Relationship Id="rId4" Type="http://schemas.openxmlformats.org/officeDocument/2006/relationships/image" Target="../media/image78.png"/><Relationship Id="rId5" Type="http://schemas.openxmlformats.org/officeDocument/2006/relationships/image" Target="../media/image7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8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8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89.png"/><Relationship Id="rId4" Type="http://schemas.openxmlformats.org/officeDocument/2006/relationships/image" Target="../media/image9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90.png"/><Relationship Id="rId4" Type="http://schemas.openxmlformats.org/officeDocument/2006/relationships/image" Target="../media/image9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image" Target="../media/image8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 Id="rId3" Type="http://schemas.openxmlformats.org/officeDocument/2006/relationships/image" Target="../media/image85.png"/><Relationship Id="rId4" Type="http://schemas.openxmlformats.org/officeDocument/2006/relationships/image" Target="../media/image8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 Id="rId3" Type="http://schemas.openxmlformats.org/officeDocument/2006/relationships/image" Target="../media/image8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
          <p:cNvSpPr txBox="1"/>
          <p:nvPr>
            <p:ph type="title"/>
          </p:nvPr>
        </p:nvSpPr>
        <p:spPr>
          <a:xfrm>
            <a:off x="4756006" y="4084032"/>
            <a:ext cx="6903163" cy="204496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7078"/>
              </a:buClr>
              <a:buSzPts val="3200"/>
              <a:buFont typeface="Open Sans"/>
              <a:buNone/>
            </a:pPr>
            <a:r>
              <a:rPr lang="en-US"/>
              <a:t>Chapter 1</a:t>
            </a:r>
            <a:br>
              <a:rPr lang="en-US"/>
            </a:br>
            <a:r>
              <a:rPr lang="en-US"/>
              <a:t>Algorithm Design &amp; Basics of Python Programs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606060"/>
              </a:buClr>
              <a:buSzPts val="3200"/>
              <a:buFont typeface="Open Sans"/>
              <a:buNone/>
            </a:pPr>
            <a:r>
              <a:rPr lang="en-US"/>
              <a:t>Algorithms</a:t>
            </a:r>
            <a:endParaRPr/>
          </a:p>
        </p:txBody>
      </p:sp>
      <p:sp>
        <p:nvSpPr>
          <p:cNvPr id="276" name="Google Shape;276;p2"/>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None/>
            </a:pPr>
            <a:r>
              <a:rPr lang="en-US"/>
              <a:t>1.1</a:t>
            </a:r>
            <a:endParaRPr/>
          </a:p>
        </p:txBody>
      </p:sp>
      <p:sp>
        <p:nvSpPr>
          <p:cNvPr id="277" name="Google Shape;277;p2"/>
          <p:cNvSpPr txBox="1"/>
          <p:nvPr>
            <p:ph idx="2"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00"/>
              </a:buClr>
              <a:buSzPts val="2500"/>
              <a:buNone/>
            </a:pPr>
            <a:r>
              <a:rPr lang="en-US">
                <a:solidFill>
                  <a:srgbClr val="000000"/>
                </a:solidFill>
                <a:latin typeface="EB Garamond"/>
                <a:ea typeface="EB Garamond"/>
                <a:cs typeface="EB Garamond"/>
                <a:sym typeface="EB Garamond"/>
              </a:rPr>
              <a:t>An </a:t>
            </a:r>
            <a:r>
              <a:rPr lang="en-US">
                <a:solidFill>
                  <a:srgbClr val="3333FF"/>
                </a:solidFill>
                <a:latin typeface="Open Sans SemiBold"/>
                <a:ea typeface="Open Sans SemiBold"/>
                <a:cs typeface="Open Sans SemiBold"/>
                <a:sym typeface="Open Sans SemiBold"/>
              </a:rPr>
              <a:t>algorithm </a:t>
            </a:r>
            <a:r>
              <a:rPr lang="en-US">
                <a:solidFill>
                  <a:srgbClr val="000000"/>
                </a:solidFill>
                <a:latin typeface="EB Garamond"/>
                <a:ea typeface="EB Garamond"/>
                <a:cs typeface="EB Garamond"/>
                <a:sym typeface="EB Garamond"/>
              </a:rPr>
              <a:t>is a set of steps for solving a problem in the specified order. This process of comprehending an algorithm or a </a:t>
            </a:r>
            <a:r>
              <a:rPr lang="en-US">
                <a:solidFill>
                  <a:srgbClr val="3333FF"/>
                </a:solidFill>
                <a:latin typeface="Open Sans SemiBold"/>
                <a:ea typeface="Open Sans SemiBold"/>
                <a:cs typeface="Open Sans SemiBold"/>
                <a:sym typeface="Open Sans SemiBold"/>
              </a:rPr>
              <a:t>program </a:t>
            </a:r>
            <a:r>
              <a:rPr lang="en-US">
                <a:solidFill>
                  <a:srgbClr val="000000"/>
                </a:solidFill>
                <a:latin typeface="EB Garamond"/>
                <a:ea typeface="EB Garamond"/>
                <a:cs typeface="EB Garamond"/>
                <a:sym typeface="EB Garamond"/>
              </a:rPr>
              <a:t>is called “</a:t>
            </a:r>
            <a:r>
              <a:rPr lang="en-US">
                <a:solidFill>
                  <a:srgbClr val="3333FF"/>
                </a:solidFill>
                <a:latin typeface="Open Sans SemiBold"/>
                <a:ea typeface="Open Sans SemiBold"/>
                <a:cs typeface="Open Sans SemiBold"/>
                <a:sym typeface="Open Sans SemiBold"/>
              </a:rPr>
              <a:t>dry run</a:t>
            </a:r>
            <a:r>
              <a:rPr lang="en-US">
                <a:solidFill>
                  <a:srgbClr val="000000"/>
                </a:solidFill>
                <a:latin typeface="EB Garamond"/>
                <a:ea typeface="EB Garamond"/>
                <a:cs typeface="EB Garamond"/>
                <a:sym typeface="EB Garamond"/>
              </a:rPr>
              <a:t>”, which is a commonly used technique for deducing the purpose and output of an algorithm or a program.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3" name="Google Shape;283;p3"/>
          <p:cNvSpPr txBox="1"/>
          <p:nvPr>
            <p:ph idx="2" type="body"/>
          </p:nvPr>
        </p:nvSpPr>
        <p:spPr>
          <a:xfrm>
            <a:off x="3170999"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1.1</a:t>
            </a:r>
            <a:endParaRPr/>
          </a:p>
        </p:txBody>
      </p:sp>
      <p:pic>
        <p:nvPicPr>
          <p:cNvPr id="284" name="Google Shape;284;p3"/>
          <p:cNvPicPr preferRelativeResize="0"/>
          <p:nvPr/>
        </p:nvPicPr>
        <p:blipFill rotWithShape="1">
          <a:blip r:embed="rId3">
            <a:alphaModFix/>
          </a:blip>
          <a:srcRect b="0" l="0" r="0" t="0"/>
          <a:stretch/>
        </p:blipFill>
        <p:spPr>
          <a:xfrm>
            <a:off x="687691" y="1395535"/>
            <a:ext cx="10800307" cy="742183"/>
          </a:xfrm>
          <a:prstGeom prst="rect">
            <a:avLst/>
          </a:prstGeom>
          <a:noFill/>
          <a:ln>
            <a:noFill/>
          </a:ln>
        </p:spPr>
      </p:pic>
      <p:pic>
        <p:nvPicPr>
          <p:cNvPr id="285" name="Google Shape;285;p3"/>
          <p:cNvPicPr preferRelativeResize="0"/>
          <p:nvPr/>
        </p:nvPicPr>
        <p:blipFill rotWithShape="1">
          <a:blip r:embed="rId4">
            <a:alphaModFix/>
          </a:blip>
          <a:srcRect b="0" l="0" r="0" t="0"/>
          <a:stretch/>
        </p:blipFill>
        <p:spPr>
          <a:xfrm>
            <a:off x="4404478" y="2252877"/>
            <a:ext cx="3383044" cy="375739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5"/>
                                        </p:tgtEl>
                                        <p:attrNameLst>
                                          <p:attrName>style.visibility</p:attrName>
                                        </p:attrNameLst>
                                      </p:cBhvr>
                                      <p:to>
                                        <p:strVal val="visible"/>
                                      </p:to>
                                    </p:set>
                                    <p:anim calcmode="lin" valueType="num">
                                      <p:cBhvr additive="base">
                                        <p:cTn dur="500"/>
                                        <p:tgtEl>
                                          <p:spTgt spid="28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606060"/>
              </a:buClr>
              <a:buSzPts val="3200"/>
              <a:buFont typeface="Open Sans"/>
              <a:buNone/>
            </a:pPr>
            <a:r>
              <a:rPr lang="en-US"/>
              <a:t>Input-Process-Output cycle</a:t>
            </a:r>
            <a:endParaRPr/>
          </a:p>
        </p:txBody>
      </p:sp>
      <p:sp>
        <p:nvSpPr>
          <p:cNvPr id="291" name="Google Shape;291;p4"/>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2" name="Google Shape;292;p4"/>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None/>
            </a:pPr>
            <a:r>
              <a:rPr lang="en-US"/>
              <a:t>A</a:t>
            </a:r>
            <a:endParaRPr/>
          </a:p>
        </p:txBody>
      </p:sp>
      <p:sp>
        <p:nvSpPr>
          <p:cNvPr id="293" name="Google Shape;293;p4"/>
          <p:cNvSpPr txBox="1"/>
          <p:nvPr>
            <p:ph idx="2"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00"/>
              </a:buClr>
              <a:buSzPts val="2500"/>
              <a:buNone/>
            </a:pPr>
            <a:r>
              <a:rPr lang="en-US">
                <a:solidFill>
                  <a:srgbClr val="000000"/>
                </a:solidFill>
                <a:latin typeface="EB Garamond"/>
                <a:ea typeface="EB Garamond"/>
                <a:cs typeface="EB Garamond"/>
                <a:sym typeface="EB Garamond"/>
              </a:rPr>
              <a:t>The </a:t>
            </a:r>
            <a:r>
              <a:rPr lang="en-US">
                <a:solidFill>
                  <a:srgbClr val="3333FF"/>
                </a:solidFill>
                <a:latin typeface="Open Sans SemiBold"/>
                <a:ea typeface="Open Sans SemiBold"/>
                <a:cs typeface="Open Sans SemiBold"/>
                <a:sym typeface="Open Sans SemiBold"/>
              </a:rPr>
              <a:t>Input-Process-Output cycle (IPO cycle) </a:t>
            </a:r>
            <a:r>
              <a:rPr lang="en-US">
                <a:solidFill>
                  <a:srgbClr val="000000"/>
                </a:solidFill>
                <a:latin typeface="EB Garamond"/>
                <a:ea typeface="EB Garamond"/>
                <a:cs typeface="EB Garamond"/>
                <a:sym typeface="EB Garamond"/>
              </a:rPr>
              <a:t>is a tool for problem analysis, as well as an important structure of an algorithm or a program.</a:t>
            </a:r>
            <a:endParaRPr/>
          </a:p>
          <a:p>
            <a:pPr indent="0" lvl="0" marL="0" rtl="0" algn="l">
              <a:lnSpc>
                <a:spcPct val="120000"/>
              </a:lnSpc>
              <a:spcBef>
                <a:spcPts val="1000"/>
              </a:spcBef>
              <a:spcAft>
                <a:spcPts val="0"/>
              </a:spcAft>
              <a:buClr>
                <a:schemeClr val="dk1"/>
              </a:buClr>
              <a:buSzPts val="2500"/>
              <a:buNone/>
            </a:pPr>
            <a:r>
              <a:t/>
            </a:r>
            <a:endParaRPr>
              <a:solidFill>
                <a:srgbClr val="000000"/>
              </a:solidFill>
              <a:latin typeface="EB Garamond"/>
              <a:ea typeface="EB Garamond"/>
              <a:cs typeface="EB Garamond"/>
              <a:sym typeface="EB Garamond"/>
            </a:endParaRPr>
          </a:p>
          <a:p>
            <a:pPr indent="0" lvl="0" marL="0" rtl="0" algn="l">
              <a:lnSpc>
                <a:spcPct val="120000"/>
              </a:lnSpc>
              <a:spcBef>
                <a:spcPts val="1000"/>
              </a:spcBef>
              <a:spcAft>
                <a:spcPts val="0"/>
              </a:spcAft>
              <a:buClr>
                <a:srgbClr val="000000"/>
              </a:buClr>
              <a:buSzPts val="2500"/>
              <a:buNone/>
            </a:pPr>
            <a:r>
              <a:rPr lang="en-US">
                <a:solidFill>
                  <a:srgbClr val="000000"/>
                </a:solidFill>
                <a:latin typeface="EB Garamond"/>
                <a:ea typeface="EB Garamond"/>
                <a:cs typeface="EB Garamond"/>
                <a:sym typeface="EB Garamond"/>
              </a:rPr>
              <a:t>• “Input” is the data to be used by the program;</a:t>
            </a:r>
            <a:endParaRPr/>
          </a:p>
          <a:p>
            <a:pPr indent="0" lvl="0" marL="0" rtl="0" algn="l">
              <a:lnSpc>
                <a:spcPct val="120000"/>
              </a:lnSpc>
              <a:spcBef>
                <a:spcPts val="1000"/>
              </a:spcBef>
              <a:spcAft>
                <a:spcPts val="0"/>
              </a:spcAft>
              <a:buClr>
                <a:srgbClr val="000000"/>
              </a:buClr>
              <a:buSzPts val="2500"/>
              <a:buNone/>
            </a:pPr>
            <a:r>
              <a:rPr lang="en-US">
                <a:solidFill>
                  <a:srgbClr val="000000"/>
                </a:solidFill>
                <a:latin typeface="EB Garamond"/>
                <a:ea typeface="EB Garamond"/>
                <a:cs typeface="EB Garamond"/>
                <a:sym typeface="EB Garamond"/>
              </a:rPr>
              <a:t>• “Process” is the method adopted or procedure performed by theprogram;</a:t>
            </a:r>
            <a:endParaRPr/>
          </a:p>
          <a:p>
            <a:pPr indent="0" lvl="0" marL="0" rtl="0" algn="l">
              <a:lnSpc>
                <a:spcPct val="120000"/>
              </a:lnSpc>
              <a:spcBef>
                <a:spcPts val="1000"/>
              </a:spcBef>
              <a:spcAft>
                <a:spcPts val="0"/>
              </a:spcAft>
              <a:buClr>
                <a:srgbClr val="000000"/>
              </a:buClr>
              <a:buSzPts val="2500"/>
              <a:buNone/>
            </a:pPr>
            <a:r>
              <a:rPr lang="en-US">
                <a:solidFill>
                  <a:srgbClr val="000000"/>
                </a:solidFill>
                <a:latin typeface="EB Garamond"/>
                <a:ea typeface="EB Garamond"/>
                <a:cs typeface="EB Garamond"/>
                <a:sym typeface="EB Garamond"/>
              </a:rPr>
              <a:t>• “Output” is the information returned by the program.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5"/>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606060"/>
              </a:buClr>
              <a:buSzPts val="3200"/>
              <a:buFont typeface="Open Sans"/>
              <a:buNone/>
            </a:pPr>
            <a:r>
              <a:rPr lang="en-US"/>
              <a:t>Input-Process-Output cycle</a:t>
            </a:r>
            <a:endParaRPr/>
          </a:p>
        </p:txBody>
      </p:sp>
      <p:sp>
        <p:nvSpPr>
          <p:cNvPr id="299" name="Google Shape;299;p5"/>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0" name="Google Shape;300;p5"/>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None/>
            </a:pPr>
            <a:r>
              <a:rPr lang="en-US"/>
              <a:t>A</a:t>
            </a:r>
            <a:endParaRPr/>
          </a:p>
        </p:txBody>
      </p:sp>
      <p:sp>
        <p:nvSpPr>
          <p:cNvPr id="301" name="Google Shape;301;p5"/>
          <p:cNvSpPr txBox="1"/>
          <p:nvPr>
            <p:ph idx="2"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500"/>
              <a:buNone/>
            </a:pPr>
            <a:r>
              <a:rPr lang="en-US">
                <a:latin typeface="EB Garamond"/>
                <a:ea typeface="EB Garamond"/>
                <a:cs typeface="EB Garamond"/>
                <a:sym typeface="EB Garamond"/>
              </a:rPr>
              <a:t>The following is a simple example, which is about writing an application to calculate the Body Mass Index (BMI, </a:t>
            </a:r>
            <a:r>
              <a:rPr lang="en-US">
                <a:latin typeface="Noto Sans"/>
                <a:ea typeface="Noto Sans"/>
                <a:cs typeface="Noto Sans"/>
                <a:sym typeface="Noto Sans"/>
              </a:rPr>
              <a:t>身體質量指數</a:t>
            </a:r>
            <a:r>
              <a:rPr lang="en-US">
                <a:latin typeface="EB Garamond"/>
                <a:ea typeface="EB Garamond"/>
                <a:cs typeface="EB Garamond"/>
                <a:sym typeface="EB Garamond"/>
              </a:rPr>
              <a:t>) of human bodies for assessing the health of the user. The input, process and output of the program are as follows:</a:t>
            </a:r>
            <a:endParaRPr/>
          </a:p>
        </p:txBody>
      </p:sp>
      <p:pic>
        <p:nvPicPr>
          <p:cNvPr id="302" name="Google Shape;302;p5"/>
          <p:cNvPicPr preferRelativeResize="0"/>
          <p:nvPr/>
        </p:nvPicPr>
        <p:blipFill rotWithShape="1">
          <a:blip r:embed="rId3">
            <a:alphaModFix/>
          </a:blip>
          <a:srcRect b="0" l="0" r="0" t="0"/>
          <a:stretch/>
        </p:blipFill>
        <p:spPr>
          <a:xfrm>
            <a:off x="2539349" y="3120237"/>
            <a:ext cx="7114501" cy="218053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6"/>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606060"/>
              </a:buClr>
              <a:buSzPts val="3200"/>
              <a:buFont typeface="Open Sans"/>
              <a:buNone/>
            </a:pPr>
            <a:r>
              <a:rPr lang="en-US"/>
              <a:t>Pseudocode and flowcharts</a:t>
            </a:r>
            <a:endParaRPr/>
          </a:p>
        </p:txBody>
      </p:sp>
      <p:sp>
        <p:nvSpPr>
          <p:cNvPr id="308" name="Google Shape;308;p6"/>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9" name="Google Shape;309;p6"/>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None/>
            </a:pPr>
            <a:r>
              <a:rPr lang="en-US"/>
              <a:t>B</a:t>
            </a:r>
            <a:endParaRPr/>
          </a:p>
        </p:txBody>
      </p:sp>
      <p:sp>
        <p:nvSpPr>
          <p:cNvPr id="310" name="Google Shape;310;p6"/>
          <p:cNvSpPr txBox="1"/>
          <p:nvPr>
            <p:ph idx="2"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00"/>
              </a:buClr>
              <a:buSzPts val="2500"/>
              <a:buNone/>
            </a:pPr>
            <a:r>
              <a:rPr lang="en-US">
                <a:solidFill>
                  <a:srgbClr val="000000"/>
                </a:solidFill>
                <a:latin typeface="EB Garamond"/>
                <a:ea typeface="EB Garamond"/>
                <a:cs typeface="EB Garamond"/>
                <a:sym typeface="EB Garamond"/>
              </a:rPr>
              <a:t>There are three common ways to express algorithms. The first way is expressing them in everyday words, yet it is hard to be concise. Now, we will learn about two other ways of expression: pseudocode and flowcharts.</a:t>
            </a:r>
            <a:endParaRPr/>
          </a:p>
          <a:p>
            <a:pPr indent="0" lvl="0" marL="0" rtl="0" algn="l">
              <a:lnSpc>
                <a:spcPct val="120000"/>
              </a:lnSpc>
              <a:spcBef>
                <a:spcPts val="1000"/>
              </a:spcBef>
              <a:spcAft>
                <a:spcPts val="0"/>
              </a:spcAft>
              <a:buClr>
                <a:srgbClr val="000000"/>
              </a:buClr>
              <a:buSzPts val="2500"/>
              <a:buNone/>
            </a:pPr>
            <a:r>
              <a:rPr lang="en-US">
                <a:solidFill>
                  <a:srgbClr val="000000"/>
                </a:solidFill>
                <a:latin typeface="EB Garamond"/>
                <a:ea typeface="EB Garamond"/>
                <a:cs typeface="EB Garamond"/>
                <a:sym typeface="EB Garamond"/>
              </a:rPr>
              <a:t>• </a:t>
            </a:r>
            <a:r>
              <a:rPr lang="en-US">
                <a:solidFill>
                  <a:srgbClr val="3333FF"/>
                </a:solidFill>
                <a:latin typeface="Open Sans SemiBold"/>
                <a:ea typeface="Open Sans SemiBold"/>
                <a:cs typeface="Open Sans SemiBold"/>
                <a:sym typeface="Open Sans SemiBold"/>
              </a:rPr>
              <a:t>Pseudocode </a:t>
            </a:r>
            <a:r>
              <a:rPr lang="en-US">
                <a:solidFill>
                  <a:srgbClr val="000000"/>
                </a:solidFill>
                <a:latin typeface="EB Garamond"/>
                <a:ea typeface="EB Garamond"/>
                <a:cs typeface="EB Garamond"/>
                <a:sym typeface="EB Garamond"/>
              </a:rPr>
              <a:t>uses simple words/</a:t>
            </a:r>
            <a:r>
              <a:rPr lang="en-US">
                <a:solidFill>
                  <a:srgbClr val="3333FF"/>
                </a:solidFill>
                <a:latin typeface="Open Sans SemiBold"/>
                <a:ea typeface="Open Sans SemiBold"/>
                <a:cs typeface="Open Sans SemiBold"/>
                <a:sym typeface="Open Sans SemiBold"/>
              </a:rPr>
              <a:t>statements</a:t>
            </a:r>
            <a:r>
              <a:rPr lang="en-US">
                <a:solidFill>
                  <a:srgbClr val="000000"/>
                </a:solidFill>
                <a:latin typeface="EB Garamond"/>
                <a:ea typeface="EB Garamond"/>
                <a:cs typeface="EB Garamond"/>
                <a:sym typeface="EB Garamond"/>
              </a:rPr>
              <a:t>, including some keywords, to express an algorithm.</a:t>
            </a:r>
            <a:endParaRPr/>
          </a:p>
          <a:p>
            <a:pPr indent="0" lvl="0" marL="0" rtl="0" algn="l">
              <a:lnSpc>
                <a:spcPct val="120000"/>
              </a:lnSpc>
              <a:spcBef>
                <a:spcPts val="1000"/>
              </a:spcBef>
              <a:spcAft>
                <a:spcPts val="0"/>
              </a:spcAft>
              <a:buClr>
                <a:srgbClr val="000000"/>
              </a:buClr>
              <a:buSzPts val="2500"/>
              <a:buNone/>
            </a:pPr>
            <a:r>
              <a:rPr lang="en-US">
                <a:solidFill>
                  <a:srgbClr val="000000"/>
                </a:solidFill>
                <a:latin typeface="EB Garamond"/>
                <a:ea typeface="EB Garamond"/>
                <a:cs typeface="EB Garamond"/>
                <a:sym typeface="EB Garamond"/>
              </a:rPr>
              <a:t>• </a:t>
            </a:r>
            <a:r>
              <a:rPr lang="en-US">
                <a:solidFill>
                  <a:srgbClr val="3333FF"/>
                </a:solidFill>
                <a:latin typeface="Open Sans SemiBold"/>
                <a:ea typeface="Open Sans SemiBold"/>
                <a:cs typeface="Open Sans SemiBold"/>
                <a:sym typeface="Open Sans SemiBold"/>
              </a:rPr>
              <a:t>Flowchart </a:t>
            </a:r>
            <a:r>
              <a:rPr lang="en-US">
                <a:solidFill>
                  <a:srgbClr val="000000"/>
                </a:solidFill>
                <a:latin typeface="EB Garamond"/>
                <a:ea typeface="EB Garamond"/>
                <a:cs typeface="EB Garamond"/>
                <a:sym typeface="EB Garamond"/>
              </a:rPr>
              <a:t>uses specific shapes and links them to express an algorithm.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7"/>
          <p:cNvSpPr txBox="1"/>
          <p:nvPr>
            <p:ph idx="1" type="body"/>
          </p:nvPr>
        </p:nvSpPr>
        <p:spPr>
          <a:xfrm>
            <a:off x="838200" y="1443600"/>
            <a:ext cx="10515600" cy="486000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20000"/>
              </a:lnSpc>
              <a:spcBef>
                <a:spcPts val="0"/>
              </a:spcBef>
              <a:spcAft>
                <a:spcPts val="0"/>
              </a:spcAft>
              <a:buClr>
                <a:schemeClr val="dk1"/>
              </a:buClr>
              <a:buSzPct val="125000"/>
              <a:buNone/>
            </a:pPr>
            <a:r>
              <a:rPr lang="en-US"/>
              <a:t>Answer the questions on P.7 of the textbook.</a:t>
            </a:r>
            <a:endParaRPr/>
          </a:p>
          <a:p>
            <a:pPr indent="0" lvl="0" marL="0" rtl="0" algn="l">
              <a:lnSpc>
                <a:spcPct val="120000"/>
              </a:lnSpc>
              <a:spcBef>
                <a:spcPts val="1000"/>
              </a:spcBef>
              <a:spcAft>
                <a:spcPts val="0"/>
              </a:spcAft>
              <a:buClr>
                <a:schemeClr val="dk1"/>
              </a:buClr>
              <a:buSzPct val="125000"/>
              <a:buNone/>
            </a:pPr>
            <a:r>
              <a:t/>
            </a:r>
            <a:endParaRPr/>
          </a:p>
          <a:p>
            <a:pPr indent="0" lvl="0" marL="0" rtl="0" algn="l">
              <a:lnSpc>
                <a:spcPct val="120000"/>
              </a:lnSpc>
              <a:spcBef>
                <a:spcPts val="1000"/>
              </a:spcBef>
              <a:spcAft>
                <a:spcPts val="0"/>
              </a:spcAft>
              <a:buClr>
                <a:schemeClr val="dk1"/>
              </a:buClr>
              <a:buSzPct val="125000"/>
              <a:buNone/>
            </a:pPr>
            <a:r>
              <a:rPr lang="en-US"/>
              <a:t>1(a) </a:t>
            </a:r>
            <a:endParaRPr/>
          </a:p>
          <a:p>
            <a:pPr indent="0" lvl="0" marL="0" rtl="0" algn="l">
              <a:lnSpc>
                <a:spcPct val="120000"/>
              </a:lnSpc>
              <a:spcBef>
                <a:spcPts val="1000"/>
              </a:spcBef>
              <a:spcAft>
                <a:spcPts val="0"/>
              </a:spcAft>
              <a:buClr>
                <a:schemeClr val="dk1"/>
              </a:buClr>
              <a:buSzPct val="125000"/>
              <a:buNone/>
            </a:pPr>
            <a:r>
              <a:t/>
            </a:r>
            <a:endParaRPr/>
          </a:p>
          <a:p>
            <a:pPr indent="0" lvl="0" marL="0" rtl="0" algn="l">
              <a:lnSpc>
                <a:spcPct val="120000"/>
              </a:lnSpc>
              <a:spcBef>
                <a:spcPts val="1000"/>
              </a:spcBef>
              <a:spcAft>
                <a:spcPts val="0"/>
              </a:spcAft>
              <a:buClr>
                <a:schemeClr val="dk1"/>
              </a:buClr>
              <a:buSzPct val="125000"/>
              <a:buNone/>
            </a:pPr>
            <a:r>
              <a:t/>
            </a:r>
            <a:endParaRPr/>
          </a:p>
          <a:p>
            <a:pPr indent="0" lvl="0" marL="0" rtl="0" algn="l">
              <a:lnSpc>
                <a:spcPct val="120000"/>
              </a:lnSpc>
              <a:spcBef>
                <a:spcPts val="1000"/>
              </a:spcBef>
              <a:spcAft>
                <a:spcPts val="0"/>
              </a:spcAft>
              <a:buClr>
                <a:schemeClr val="dk1"/>
              </a:buClr>
              <a:buSzPct val="125000"/>
              <a:buNone/>
            </a:pPr>
            <a:r>
              <a:t/>
            </a:r>
            <a:endParaRPr/>
          </a:p>
          <a:p>
            <a:pPr indent="0" lvl="0" marL="0" rtl="0" algn="l">
              <a:lnSpc>
                <a:spcPct val="120000"/>
              </a:lnSpc>
              <a:spcBef>
                <a:spcPts val="1000"/>
              </a:spcBef>
              <a:spcAft>
                <a:spcPts val="0"/>
              </a:spcAft>
              <a:buClr>
                <a:schemeClr val="dk1"/>
              </a:buClr>
              <a:buSzPct val="125000"/>
              <a:buNone/>
            </a:pPr>
            <a:r>
              <a:t/>
            </a:r>
            <a:endParaRPr/>
          </a:p>
          <a:p>
            <a:pPr indent="0" lvl="0" marL="0" rtl="0" algn="l">
              <a:lnSpc>
                <a:spcPct val="120000"/>
              </a:lnSpc>
              <a:spcBef>
                <a:spcPts val="1000"/>
              </a:spcBef>
              <a:spcAft>
                <a:spcPts val="0"/>
              </a:spcAft>
              <a:buClr>
                <a:schemeClr val="dk1"/>
              </a:buClr>
              <a:buSzPct val="125000"/>
              <a:buNone/>
            </a:pPr>
            <a:r>
              <a:t/>
            </a:r>
            <a:endParaRPr/>
          </a:p>
          <a:p>
            <a:pPr indent="0" lvl="0" marL="0" rtl="0" algn="l">
              <a:lnSpc>
                <a:spcPct val="120000"/>
              </a:lnSpc>
              <a:spcBef>
                <a:spcPts val="1000"/>
              </a:spcBef>
              <a:spcAft>
                <a:spcPts val="0"/>
              </a:spcAft>
              <a:buClr>
                <a:schemeClr val="dk1"/>
              </a:buClr>
              <a:buSzPct val="125000"/>
              <a:buNone/>
            </a:pPr>
            <a:r>
              <a:t/>
            </a:r>
            <a:endParaRPr/>
          </a:p>
          <a:p>
            <a:pPr indent="0" lvl="0" marL="0" rtl="0" algn="l">
              <a:lnSpc>
                <a:spcPct val="120000"/>
              </a:lnSpc>
              <a:spcBef>
                <a:spcPts val="1000"/>
              </a:spcBef>
              <a:spcAft>
                <a:spcPts val="0"/>
              </a:spcAft>
              <a:buClr>
                <a:schemeClr val="dk1"/>
              </a:buClr>
              <a:buSzPct val="125000"/>
              <a:buNone/>
            </a:pPr>
            <a:r>
              <a:rPr lang="en-US"/>
              <a:t>      </a:t>
            </a:r>
            <a:endParaRPr/>
          </a:p>
          <a:p>
            <a:pPr indent="0" lvl="0" marL="0" rtl="0" algn="l">
              <a:lnSpc>
                <a:spcPct val="120000"/>
              </a:lnSpc>
              <a:spcBef>
                <a:spcPts val="1000"/>
              </a:spcBef>
              <a:spcAft>
                <a:spcPts val="0"/>
              </a:spcAft>
              <a:buClr>
                <a:schemeClr val="dk1"/>
              </a:buClr>
              <a:buSzPct val="125000"/>
              <a:buNone/>
            </a:pPr>
            <a:r>
              <a:rPr lang="en-US"/>
              <a:t>      (b) </a:t>
            </a:r>
            <a:r>
              <a:rPr lang="en-US">
                <a:solidFill>
                  <a:srgbClr val="FF0000"/>
                </a:solidFill>
                <a:latin typeface="Courier"/>
                <a:ea typeface="Courier"/>
                <a:cs typeface="Courier"/>
                <a:sym typeface="Courier"/>
              </a:rPr>
              <a:t>4</a:t>
            </a:r>
            <a:endParaRPr/>
          </a:p>
        </p:txBody>
      </p:sp>
      <p:sp>
        <p:nvSpPr>
          <p:cNvPr id="316" name="Google Shape;316;p7"/>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7" name="Google Shape;317;p7"/>
          <p:cNvSpPr txBox="1"/>
          <p:nvPr>
            <p:ph idx="2" type="body"/>
          </p:nvPr>
        </p:nvSpPr>
        <p:spPr>
          <a:xfrm>
            <a:off x="3704400"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1.1</a:t>
            </a:r>
            <a:endParaRPr/>
          </a:p>
        </p:txBody>
      </p:sp>
      <p:pic>
        <p:nvPicPr>
          <p:cNvPr id="318" name="Google Shape;318;p7"/>
          <p:cNvPicPr preferRelativeResize="0"/>
          <p:nvPr/>
        </p:nvPicPr>
        <p:blipFill rotWithShape="1">
          <a:blip r:embed="rId3">
            <a:alphaModFix/>
          </a:blip>
          <a:srcRect b="0" l="0" r="0" t="0"/>
          <a:stretch/>
        </p:blipFill>
        <p:spPr>
          <a:xfrm>
            <a:off x="2039319" y="2225866"/>
            <a:ext cx="6086851" cy="329546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5">
                                            <p:txEl>
                                              <p:pRg end="0" st="0"/>
                                            </p:txEl>
                                          </p:spTgt>
                                        </p:tgtEl>
                                        <p:attrNameLst>
                                          <p:attrName>style.visibility</p:attrName>
                                        </p:attrNameLst>
                                      </p:cBhvr>
                                      <p:to>
                                        <p:strVal val="visible"/>
                                      </p:to>
                                    </p:set>
                                    <p:anim calcmode="lin" valueType="num">
                                      <p:cBhvr additive="base">
                                        <p:cTn dur="500"/>
                                        <p:tgtEl>
                                          <p:spTgt spid="31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5">
                                            <p:txEl>
                                              <p:pRg end="1" st="1"/>
                                            </p:txEl>
                                          </p:spTgt>
                                        </p:tgtEl>
                                        <p:attrNameLst>
                                          <p:attrName>style.visibility</p:attrName>
                                        </p:attrNameLst>
                                      </p:cBhvr>
                                      <p:to>
                                        <p:strVal val="visible"/>
                                      </p:to>
                                    </p:set>
                                    <p:anim calcmode="lin" valueType="num">
                                      <p:cBhvr additive="base">
                                        <p:cTn dur="500"/>
                                        <p:tgtEl>
                                          <p:spTgt spid="31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5">
                                            <p:txEl>
                                              <p:pRg end="2" st="2"/>
                                            </p:txEl>
                                          </p:spTgt>
                                        </p:tgtEl>
                                        <p:attrNameLst>
                                          <p:attrName>style.visibility</p:attrName>
                                        </p:attrNameLst>
                                      </p:cBhvr>
                                      <p:to>
                                        <p:strVal val="visible"/>
                                      </p:to>
                                    </p:set>
                                    <p:anim calcmode="lin" valueType="num">
                                      <p:cBhvr additive="base">
                                        <p:cTn dur="500"/>
                                        <p:tgtEl>
                                          <p:spTgt spid="31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5">
                                            <p:txEl>
                                              <p:pRg end="3" st="3"/>
                                            </p:txEl>
                                          </p:spTgt>
                                        </p:tgtEl>
                                        <p:attrNameLst>
                                          <p:attrName>style.visibility</p:attrName>
                                        </p:attrNameLst>
                                      </p:cBhvr>
                                      <p:to>
                                        <p:strVal val="visible"/>
                                      </p:to>
                                    </p:set>
                                    <p:anim calcmode="lin" valueType="num">
                                      <p:cBhvr additive="base">
                                        <p:cTn dur="500"/>
                                        <p:tgtEl>
                                          <p:spTgt spid="31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5">
                                            <p:txEl>
                                              <p:pRg end="4" st="4"/>
                                            </p:txEl>
                                          </p:spTgt>
                                        </p:tgtEl>
                                        <p:attrNameLst>
                                          <p:attrName>style.visibility</p:attrName>
                                        </p:attrNameLst>
                                      </p:cBhvr>
                                      <p:to>
                                        <p:strVal val="visible"/>
                                      </p:to>
                                    </p:set>
                                    <p:anim calcmode="lin" valueType="num">
                                      <p:cBhvr additive="base">
                                        <p:cTn dur="500"/>
                                        <p:tgtEl>
                                          <p:spTgt spid="31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5">
                                            <p:txEl>
                                              <p:pRg end="5" st="5"/>
                                            </p:txEl>
                                          </p:spTgt>
                                        </p:tgtEl>
                                        <p:attrNameLst>
                                          <p:attrName>style.visibility</p:attrName>
                                        </p:attrNameLst>
                                      </p:cBhvr>
                                      <p:to>
                                        <p:strVal val="visible"/>
                                      </p:to>
                                    </p:set>
                                    <p:anim calcmode="lin" valueType="num">
                                      <p:cBhvr additive="base">
                                        <p:cTn dur="500"/>
                                        <p:tgtEl>
                                          <p:spTgt spid="31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5">
                                            <p:txEl>
                                              <p:pRg end="6" st="6"/>
                                            </p:txEl>
                                          </p:spTgt>
                                        </p:tgtEl>
                                        <p:attrNameLst>
                                          <p:attrName>style.visibility</p:attrName>
                                        </p:attrNameLst>
                                      </p:cBhvr>
                                      <p:to>
                                        <p:strVal val="visible"/>
                                      </p:to>
                                    </p:set>
                                    <p:anim calcmode="lin" valueType="num">
                                      <p:cBhvr additive="base">
                                        <p:cTn dur="500"/>
                                        <p:tgtEl>
                                          <p:spTgt spid="31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5">
                                            <p:txEl>
                                              <p:pRg end="7" st="7"/>
                                            </p:txEl>
                                          </p:spTgt>
                                        </p:tgtEl>
                                        <p:attrNameLst>
                                          <p:attrName>style.visibility</p:attrName>
                                        </p:attrNameLst>
                                      </p:cBhvr>
                                      <p:to>
                                        <p:strVal val="visible"/>
                                      </p:to>
                                    </p:set>
                                    <p:anim calcmode="lin" valueType="num">
                                      <p:cBhvr additive="base">
                                        <p:cTn dur="500"/>
                                        <p:tgtEl>
                                          <p:spTgt spid="315">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5">
                                            <p:txEl>
                                              <p:pRg end="8" st="8"/>
                                            </p:txEl>
                                          </p:spTgt>
                                        </p:tgtEl>
                                        <p:attrNameLst>
                                          <p:attrName>style.visibility</p:attrName>
                                        </p:attrNameLst>
                                      </p:cBhvr>
                                      <p:to>
                                        <p:strVal val="visible"/>
                                      </p:to>
                                    </p:set>
                                    <p:anim calcmode="lin" valueType="num">
                                      <p:cBhvr additive="base">
                                        <p:cTn dur="500"/>
                                        <p:tgtEl>
                                          <p:spTgt spid="315">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5">
                                            <p:txEl>
                                              <p:pRg end="9" st="9"/>
                                            </p:txEl>
                                          </p:spTgt>
                                        </p:tgtEl>
                                        <p:attrNameLst>
                                          <p:attrName>style.visibility</p:attrName>
                                        </p:attrNameLst>
                                      </p:cBhvr>
                                      <p:to>
                                        <p:strVal val="visible"/>
                                      </p:to>
                                    </p:set>
                                    <p:anim calcmode="lin" valueType="num">
                                      <p:cBhvr additive="base">
                                        <p:cTn dur="500"/>
                                        <p:tgtEl>
                                          <p:spTgt spid="315">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5">
                                            <p:txEl>
                                              <p:pRg end="10" st="10"/>
                                            </p:txEl>
                                          </p:spTgt>
                                        </p:tgtEl>
                                        <p:attrNameLst>
                                          <p:attrName>style.visibility</p:attrName>
                                        </p:attrNameLst>
                                      </p:cBhvr>
                                      <p:to>
                                        <p:strVal val="visible"/>
                                      </p:to>
                                    </p:set>
                                    <p:anim calcmode="lin" valueType="num">
                                      <p:cBhvr additive="base">
                                        <p:cTn dur="500"/>
                                        <p:tgtEl>
                                          <p:spTgt spid="315">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8"/>
                                        </p:tgtEl>
                                        <p:attrNameLst>
                                          <p:attrName>style.visibility</p:attrName>
                                        </p:attrNameLst>
                                      </p:cBhvr>
                                      <p:to>
                                        <p:strVal val="visible"/>
                                      </p:to>
                                    </p:set>
                                    <p:anim calcmode="lin" valueType="num">
                                      <p:cBhvr additive="base">
                                        <p:cTn dur="500"/>
                                        <p:tgtEl>
                                          <p:spTgt spid="31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8"/>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606060"/>
              </a:buClr>
              <a:buSzPts val="3200"/>
              <a:buFont typeface="Open Sans"/>
              <a:buNone/>
            </a:pPr>
            <a:r>
              <a:rPr lang="en-US"/>
              <a:t>Python Programs</a:t>
            </a:r>
            <a:endParaRPr/>
          </a:p>
        </p:txBody>
      </p:sp>
      <p:sp>
        <p:nvSpPr>
          <p:cNvPr id="324" name="Google Shape;324;p8"/>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5" name="Google Shape;325;p8"/>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None/>
            </a:pPr>
            <a:r>
              <a:rPr lang="en-US"/>
              <a:t>1.2</a:t>
            </a:r>
            <a:endParaRPr/>
          </a:p>
        </p:txBody>
      </p:sp>
      <p:sp>
        <p:nvSpPr>
          <p:cNvPr id="326" name="Google Shape;326;p8"/>
          <p:cNvSpPr txBox="1"/>
          <p:nvPr>
            <p:ph idx="2"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500"/>
              <a:buNone/>
            </a:pPr>
            <a:r>
              <a:rPr lang="en-US"/>
              <a:t>      </a:t>
            </a:r>
            <a:r>
              <a:rPr b="1" lang="en-US">
                <a:solidFill>
                  <a:srgbClr val="4D4D4D"/>
                </a:solidFill>
                <a:latin typeface="Open Sans"/>
                <a:ea typeface="Open Sans"/>
                <a:cs typeface="Open Sans"/>
                <a:sym typeface="Open Sans"/>
              </a:rPr>
              <a:t>From pseudocode to programming languages</a:t>
            </a:r>
            <a:endParaRPr/>
          </a:p>
          <a:p>
            <a:pPr indent="0" lvl="0" marL="0" rtl="0" algn="l">
              <a:lnSpc>
                <a:spcPct val="120000"/>
              </a:lnSpc>
              <a:spcBef>
                <a:spcPts val="1000"/>
              </a:spcBef>
              <a:spcAft>
                <a:spcPts val="0"/>
              </a:spcAft>
              <a:buClr>
                <a:schemeClr val="dk1"/>
              </a:buClr>
              <a:buSzPts val="2500"/>
              <a:buNone/>
            </a:pPr>
            <a:r>
              <a:rPr lang="en-US">
                <a:latin typeface="EB Garamond"/>
                <a:ea typeface="EB Garamond"/>
                <a:cs typeface="EB Garamond"/>
                <a:sym typeface="EB Garamond"/>
              </a:rPr>
              <a:t>Pseudocode is not a language that computers can understand. Therefore, we need to communicate with computers using a programming language (e.g. Python). The following are algorithms for calculating the area of a square, which are written in pseudocode and the programming language Python respectively:</a:t>
            </a:r>
            <a:endParaRPr/>
          </a:p>
        </p:txBody>
      </p:sp>
      <p:pic>
        <p:nvPicPr>
          <p:cNvPr id="327" name="Google Shape;327;p8"/>
          <p:cNvPicPr preferRelativeResize="0"/>
          <p:nvPr/>
        </p:nvPicPr>
        <p:blipFill rotWithShape="1">
          <a:blip r:embed="rId3">
            <a:alphaModFix/>
          </a:blip>
          <a:srcRect b="0" l="0" r="0" t="0"/>
          <a:stretch/>
        </p:blipFill>
        <p:spPr>
          <a:xfrm>
            <a:off x="838800" y="1715047"/>
            <a:ext cx="340830" cy="311460"/>
          </a:xfrm>
          <a:prstGeom prst="rect">
            <a:avLst/>
          </a:prstGeom>
          <a:noFill/>
          <a:ln>
            <a:noFill/>
          </a:ln>
        </p:spPr>
      </p:pic>
      <p:pic>
        <p:nvPicPr>
          <p:cNvPr id="328" name="Google Shape;328;p8"/>
          <p:cNvPicPr preferRelativeResize="0"/>
          <p:nvPr/>
        </p:nvPicPr>
        <p:blipFill rotWithShape="1">
          <a:blip r:embed="rId4">
            <a:alphaModFix/>
          </a:blip>
          <a:srcRect b="0" l="0" r="0" t="0"/>
          <a:stretch/>
        </p:blipFill>
        <p:spPr>
          <a:xfrm>
            <a:off x="3237515" y="3302491"/>
            <a:ext cx="5972474" cy="314463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9"/>
          <p:cNvSpPr txBox="1"/>
          <p:nvPr>
            <p:ph idx="1" type="body"/>
          </p:nvPr>
        </p:nvSpPr>
        <p:spPr>
          <a:xfrm>
            <a:off x="838200" y="1443600"/>
            <a:ext cx="10515600" cy="486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803300"/>
              </a:buClr>
              <a:buSzPts val="2500"/>
              <a:buNone/>
            </a:pPr>
            <a:r>
              <a:rPr i="1" lang="en-US">
                <a:solidFill>
                  <a:srgbClr val="803300"/>
                </a:solidFill>
                <a:latin typeface="Open Sans"/>
                <a:ea typeface="Open Sans"/>
                <a:cs typeface="Open Sans"/>
                <a:sym typeface="Open Sans"/>
              </a:rPr>
              <a:t>What is your name?</a:t>
            </a:r>
            <a:endParaRPr/>
          </a:p>
          <a:p>
            <a:pPr indent="0" lvl="0" marL="0" rtl="0" algn="l">
              <a:lnSpc>
                <a:spcPct val="120000"/>
              </a:lnSpc>
              <a:spcBef>
                <a:spcPts val="1000"/>
              </a:spcBef>
              <a:spcAft>
                <a:spcPts val="0"/>
              </a:spcAft>
              <a:buClr>
                <a:schemeClr val="dk1"/>
              </a:buClr>
              <a:buSzPts val="2500"/>
              <a:buNone/>
            </a:pPr>
            <a:r>
              <a:t/>
            </a:r>
            <a:endParaRPr/>
          </a:p>
        </p:txBody>
      </p:sp>
      <p:sp>
        <p:nvSpPr>
          <p:cNvPr id="334" name="Google Shape;334;p9"/>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5" name="Google Shape;335;p9"/>
          <p:cNvSpPr txBox="1"/>
          <p:nvPr>
            <p:ph idx="2" type="body"/>
          </p:nvPr>
        </p:nvSpPr>
        <p:spPr>
          <a:xfrm>
            <a:off x="2467612"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1.1</a:t>
            </a:r>
            <a:endParaRPr/>
          </a:p>
        </p:txBody>
      </p:sp>
      <p:pic>
        <p:nvPicPr>
          <p:cNvPr id="336" name="Google Shape;336;p9"/>
          <p:cNvPicPr preferRelativeResize="0"/>
          <p:nvPr/>
        </p:nvPicPr>
        <p:blipFill rotWithShape="1">
          <a:blip r:embed="rId3">
            <a:alphaModFix/>
          </a:blip>
          <a:srcRect b="0" l="0" r="0" t="0"/>
          <a:stretch/>
        </p:blipFill>
        <p:spPr>
          <a:xfrm>
            <a:off x="838200" y="1998300"/>
            <a:ext cx="8286750" cy="4305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10"/>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606060"/>
              </a:buClr>
              <a:buSzPts val="3200"/>
              <a:buFont typeface="Open Sans"/>
              <a:buNone/>
            </a:pPr>
            <a:r>
              <a:rPr lang="en-US"/>
              <a:t>Basic Programming Concepts</a:t>
            </a:r>
            <a:endParaRPr/>
          </a:p>
        </p:txBody>
      </p:sp>
      <p:sp>
        <p:nvSpPr>
          <p:cNvPr id="342" name="Google Shape;342;p10"/>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43" name="Google Shape;343;p10"/>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None/>
            </a:pPr>
            <a:r>
              <a:rPr lang="en-US"/>
              <a:t>1.3</a:t>
            </a:r>
            <a:endParaRPr/>
          </a:p>
        </p:txBody>
      </p:sp>
      <p:sp>
        <p:nvSpPr>
          <p:cNvPr id="344" name="Google Shape;344;p10"/>
          <p:cNvSpPr txBox="1"/>
          <p:nvPr>
            <p:ph idx="2"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500"/>
              <a:buNone/>
            </a:pPr>
            <a:r>
              <a:rPr lang="en-US"/>
              <a:t>      </a:t>
            </a:r>
            <a:r>
              <a:rPr b="1" lang="en-US">
                <a:solidFill>
                  <a:srgbClr val="4D4D4D"/>
                </a:solidFill>
                <a:latin typeface="Open Sans"/>
                <a:ea typeface="Open Sans"/>
                <a:cs typeface="Open Sans"/>
                <a:sym typeface="Open Sans"/>
              </a:rPr>
              <a:t>Output statements</a:t>
            </a:r>
            <a:endParaRPr/>
          </a:p>
          <a:p>
            <a:pPr indent="0" lvl="0" marL="0" rtl="0" algn="l">
              <a:lnSpc>
                <a:spcPct val="120000"/>
              </a:lnSpc>
              <a:spcBef>
                <a:spcPts val="1000"/>
              </a:spcBef>
              <a:spcAft>
                <a:spcPts val="0"/>
              </a:spcAft>
              <a:buClr>
                <a:srgbClr val="000000"/>
              </a:buClr>
              <a:buSzPts val="2500"/>
              <a:buNone/>
            </a:pPr>
            <a:r>
              <a:rPr lang="en-US">
                <a:solidFill>
                  <a:srgbClr val="000000"/>
                </a:solidFill>
                <a:latin typeface="EB Garamond"/>
                <a:ea typeface="EB Garamond"/>
                <a:cs typeface="EB Garamond"/>
                <a:sym typeface="EB Garamond"/>
              </a:rPr>
              <a:t>In Python, the </a:t>
            </a:r>
            <a:r>
              <a:rPr lang="en-US" sz="1400">
                <a:solidFill>
                  <a:srgbClr val="000000"/>
                </a:solidFill>
                <a:latin typeface="Courier"/>
                <a:ea typeface="Courier"/>
                <a:cs typeface="Courier"/>
                <a:sym typeface="Courier"/>
              </a:rPr>
              <a:t>print() </a:t>
            </a:r>
            <a:r>
              <a:rPr lang="en-US">
                <a:solidFill>
                  <a:srgbClr val="000000"/>
                </a:solidFill>
                <a:latin typeface="EB Garamond"/>
                <a:ea typeface="EB Garamond"/>
                <a:cs typeface="EB Garamond"/>
                <a:sym typeface="EB Garamond"/>
              </a:rPr>
              <a:t>function prints the input parameter in the brackets to the </a:t>
            </a:r>
            <a:r>
              <a:rPr lang="en-US">
                <a:solidFill>
                  <a:srgbClr val="3333FF"/>
                </a:solidFill>
                <a:latin typeface="Open Sans SemiBold"/>
                <a:ea typeface="Open Sans SemiBold"/>
                <a:cs typeface="Open Sans SemiBold"/>
                <a:sym typeface="Open Sans SemiBold"/>
              </a:rPr>
              <a:t>console</a:t>
            </a:r>
            <a:r>
              <a:rPr lang="en-US">
                <a:solidFill>
                  <a:srgbClr val="000000"/>
                </a:solidFill>
                <a:latin typeface="EB Garamond"/>
                <a:ea typeface="EB Garamond"/>
                <a:cs typeface="EB Garamond"/>
                <a:sym typeface="EB Garamond"/>
              </a:rPr>
              <a:t>. The input parameter can be strings, variables or expressions:</a:t>
            </a:r>
            <a:endParaRPr/>
          </a:p>
        </p:txBody>
      </p:sp>
      <p:pic>
        <p:nvPicPr>
          <p:cNvPr id="345" name="Google Shape;345;p10"/>
          <p:cNvPicPr preferRelativeResize="0"/>
          <p:nvPr/>
        </p:nvPicPr>
        <p:blipFill rotWithShape="1">
          <a:blip r:embed="rId3">
            <a:alphaModFix/>
          </a:blip>
          <a:srcRect b="0" l="0" r="0" t="0"/>
          <a:stretch/>
        </p:blipFill>
        <p:spPr>
          <a:xfrm>
            <a:off x="838800" y="1715047"/>
            <a:ext cx="340830" cy="311460"/>
          </a:xfrm>
          <a:prstGeom prst="rect">
            <a:avLst/>
          </a:prstGeom>
          <a:noFill/>
          <a:ln>
            <a:noFill/>
          </a:ln>
        </p:spPr>
      </p:pic>
      <p:pic>
        <p:nvPicPr>
          <p:cNvPr id="346" name="Google Shape;346;p10"/>
          <p:cNvPicPr preferRelativeResize="0"/>
          <p:nvPr/>
        </p:nvPicPr>
        <p:blipFill rotWithShape="1">
          <a:blip r:embed="rId4">
            <a:alphaModFix/>
          </a:blip>
          <a:srcRect b="0" l="0" r="0" t="0"/>
          <a:stretch/>
        </p:blipFill>
        <p:spPr>
          <a:xfrm>
            <a:off x="838800" y="3087320"/>
            <a:ext cx="10300910" cy="281818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11"/>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606060"/>
              </a:buClr>
              <a:buSzPts val="3200"/>
              <a:buFont typeface="Open Sans"/>
              <a:buNone/>
            </a:pPr>
            <a:r>
              <a:rPr lang="en-US"/>
              <a:t>Variables and simple data types</a:t>
            </a:r>
            <a:endParaRPr/>
          </a:p>
        </p:txBody>
      </p:sp>
      <p:sp>
        <p:nvSpPr>
          <p:cNvPr id="352" name="Google Shape;352;p11"/>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53" name="Google Shape;353;p11"/>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None/>
            </a:pPr>
            <a:r>
              <a:rPr lang="en-US"/>
              <a:t>B</a:t>
            </a:r>
            <a:endParaRPr/>
          </a:p>
        </p:txBody>
      </p:sp>
      <p:sp>
        <p:nvSpPr>
          <p:cNvPr id="354" name="Google Shape;354;p11"/>
          <p:cNvSpPr txBox="1"/>
          <p:nvPr>
            <p:ph idx="2"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00"/>
              </a:buClr>
              <a:buSzPts val="2500"/>
              <a:buNone/>
            </a:pPr>
            <a:r>
              <a:rPr lang="en-US">
                <a:solidFill>
                  <a:srgbClr val="000000"/>
                </a:solidFill>
                <a:latin typeface="EB Garamond"/>
                <a:ea typeface="EB Garamond"/>
                <a:cs typeface="EB Garamond"/>
                <a:sym typeface="EB Garamond"/>
              </a:rPr>
              <a:t>Unlike most programming languages, Python declares the data types of variables by tagging values directly during </a:t>
            </a:r>
            <a:r>
              <a:rPr lang="en-US">
                <a:solidFill>
                  <a:srgbClr val="3333FF"/>
                </a:solidFill>
                <a:latin typeface="Open Sans SemiBold"/>
                <a:ea typeface="Open Sans SemiBold"/>
                <a:cs typeface="Open Sans SemiBold"/>
                <a:sym typeface="Open Sans SemiBold"/>
              </a:rPr>
              <a:t>assignments</a:t>
            </a:r>
            <a:r>
              <a:rPr lang="en-US">
                <a:solidFill>
                  <a:srgbClr val="000000"/>
                </a:solidFill>
                <a:latin typeface="EB Garamond"/>
                <a:ea typeface="EB Garamond"/>
                <a:cs typeface="EB Garamond"/>
                <a:sym typeface="EB Garamond"/>
              </a:rPr>
              <a:t>. Python uses “=” as the assignment operator to put data into a specified variable, then automatically tags the data type of the variable according to that of the piece of data. The following are examples of assignment and tagging of variables:</a:t>
            </a:r>
            <a:endParaRPr/>
          </a:p>
          <a:p>
            <a:pPr indent="0" lvl="0" marL="0" rtl="0" algn="l">
              <a:lnSpc>
                <a:spcPct val="120000"/>
              </a:lnSpc>
              <a:spcBef>
                <a:spcPts val="1000"/>
              </a:spcBef>
              <a:spcAft>
                <a:spcPts val="0"/>
              </a:spcAft>
              <a:buClr>
                <a:schemeClr val="dk1"/>
              </a:buClr>
              <a:buSzPts val="2500"/>
              <a:buNone/>
            </a:pPr>
            <a:r>
              <a:t/>
            </a:r>
            <a:endParaRPr/>
          </a:p>
        </p:txBody>
      </p:sp>
      <p:pic>
        <p:nvPicPr>
          <p:cNvPr id="355" name="Google Shape;355;p11"/>
          <p:cNvPicPr preferRelativeResize="0"/>
          <p:nvPr/>
        </p:nvPicPr>
        <p:blipFill rotWithShape="1">
          <a:blip r:embed="rId3">
            <a:alphaModFix/>
          </a:blip>
          <a:srcRect b="0" l="0" r="0" t="0"/>
          <a:stretch/>
        </p:blipFill>
        <p:spPr>
          <a:xfrm>
            <a:off x="901886" y="3390899"/>
            <a:ext cx="7923476" cy="2558881"/>
          </a:xfrm>
          <a:prstGeom prst="rect">
            <a:avLst/>
          </a:prstGeom>
          <a:noFill/>
          <a:ln>
            <a:noFill/>
          </a:ln>
        </p:spPr>
      </p:pic>
      <p:pic>
        <p:nvPicPr>
          <p:cNvPr id="356" name="Google Shape;356;p11"/>
          <p:cNvPicPr preferRelativeResize="0"/>
          <p:nvPr/>
        </p:nvPicPr>
        <p:blipFill rotWithShape="1">
          <a:blip r:embed="rId4">
            <a:alphaModFix/>
          </a:blip>
          <a:srcRect b="0" l="0" r="0" t="0"/>
          <a:stretch/>
        </p:blipFill>
        <p:spPr>
          <a:xfrm>
            <a:off x="9318192" y="3390899"/>
            <a:ext cx="2529038" cy="216262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2"/>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62" name="Google Shape;362;p12"/>
          <p:cNvSpPr txBox="1"/>
          <p:nvPr>
            <p:ph idx="1"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500"/>
              <a:buNone/>
            </a:pPr>
            <a:r>
              <a:rPr lang="en-US">
                <a:latin typeface="Open Sans"/>
                <a:ea typeface="Open Sans"/>
                <a:cs typeface="Open Sans"/>
                <a:sym typeface="Open Sans"/>
              </a:rPr>
              <a:t>Variables are very similar to algebra that we have learnt in Mathematics. Besides, they are like boxes for storing objects in our daily life. A name is labelled on each box for identifying the content. Variables can store various types of data, such as numbers or text. Different data types will be explained in detail later.</a:t>
            </a:r>
            <a:endParaRPr/>
          </a:p>
        </p:txBody>
      </p:sp>
      <p:pic>
        <p:nvPicPr>
          <p:cNvPr id="363" name="Google Shape;363;p12"/>
          <p:cNvPicPr preferRelativeResize="0"/>
          <p:nvPr/>
        </p:nvPicPr>
        <p:blipFill rotWithShape="1">
          <a:blip r:embed="rId3">
            <a:alphaModFix/>
          </a:blip>
          <a:srcRect b="0" l="0" r="0" t="0"/>
          <a:stretch/>
        </p:blipFill>
        <p:spPr>
          <a:xfrm>
            <a:off x="2598637" y="3469283"/>
            <a:ext cx="6995926" cy="262453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13"/>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606060"/>
              </a:buClr>
              <a:buSzPts val="3200"/>
              <a:buFont typeface="Open Sans"/>
              <a:buNone/>
            </a:pPr>
            <a:r>
              <a:rPr lang="en-US"/>
              <a:t>Input statements</a:t>
            </a:r>
            <a:endParaRPr/>
          </a:p>
        </p:txBody>
      </p:sp>
      <p:sp>
        <p:nvSpPr>
          <p:cNvPr id="369" name="Google Shape;369;p13"/>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70" name="Google Shape;370;p13"/>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None/>
            </a:pPr>
            <a:r>
              <a:rPr lang="en-US"/>
              <a:t>C</a:t>
            </a:r>
            <a:endParaRPr/>
          </a:p>
        </p:txBody>
      </p:sp>
      <p:sp>
        <p:nvSpPr>
          <p:cNvPr id="371" name="Google Shape;371;p13"/>
          <p:cNvSpPr txBox="1"/>
          <p:nvPr>
            <p:ph idx="2"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500"/>
              <a:buNone/>
            </a:pPr>
            <a:r>
              <a:rPr lang="en-US">
                <a:latin typeface="EB Garamond"/>
                <a:ea typeface="EB Garamond"/>
                <a:cs typeface="EB Garamond"/>
                <a:sym typeface="EB Garamond"/>
              </a:rPr>
              <a:t>Python asks users to input data by themselves through the </a:t>
            </a:r>
            <a:r>
              <a:rPr lang="en-US" sz="1400">
                <a:latin typeface="Courier"/>
                <a:ea typeface="Courier"/>
                <a:cs typeface="Courier"/>
                <a:sym typeface="Courier"/>
              </a:rPr>
              <a:t>input() </a:t>
            </a:r>
            <a:r>
              <a:rPr lang="en-US">
                <a:latin typeface="EB Garamond"/>
                <a:ea typeface="EB Garamond"/>
                <a:cs typeface="EB Garamond"/>
                <a:sym typeface="EB Garamond"/>
              </a:rPr>
              <a:t>function. The input obtained will be stored as a string in a variable. If we need to change its data type, we may use the </a:t>
            </a:r>
            <a:r>
              <a:rPr lang="en-US" sz="1400">
                <a:latin typeface="Courier"/>
                <a:ea typeface="Courier"/>
                <a:cs typeface="Courier"/>
                <a:sym typeface="Courier"/>
              </a:rPr>
              <a:t>int() </a:t>
            </a:r>
            <a:r>
              <a:rPr lang="en-US">
                <a:latin typeface="EB Garamond"/>
                <a:ea typeface="EB Garamond"/>
                <a:cs typeface="EB Garamond"/>
                <a:sym typeface="EB Garamond"/>
              </a:rPr>
              <a:t>or </a:t>
            </a:r>
            <a:r>
              <a:rPr lang="en-US" sz="1400">
                <a:latin typeface="Courier"/>
                <a:ea typeface="Courier"/>
                <a:cs typeface="Courier"/>
                <a:sym typeface="Courier"/>
              </a:rPr>
              <a:t>float() </a:t>
            </a:r>
            <a:r>
              <a:rPr lang="en-US">
                <a:latin typeface="EB Garamond"/>
                <a:ea typeface="EB Garamond"/>
                <a:cs typeface="EB Garamond"/>
                <a:sym typeface="EB Garamond"/>
              </a:rPr>
              <a:t>function.</a:t>
            </a:r>
            <a:endParaRPr/>
          </a:p>
          <a:p>
            <a:pPr indent="0" lvl="0" marL="0" rtl="0" algn="l">
              <a:lnSpc>
                <a:spcPct val="120000"/>
              </a:lnSpc>
              <a:spcBef>
                <a:spcPts val="1000"/>
              </a:spcBef>
              <a:spcAft>
                <a:spcPts val="0"/>
              </a:spcAft>
              <a:buClr>
                <a:schemeClr val="dk1"/>
              </a:buClr>
              <a:buSzPts val="2500"/>
              <a:buNone/>
            </a:pPr>
            <a:r>
              <a:t/>
            </a:r>
            <a:endParaRPr>
              <a:latin typeface="EB Garamond"/>
              <a:ea typeface="EB Garamond"/>
              <a:cs typeface="EB Garamond"/>
              <a:sym typeface="EB Garamond"/>
            </a:endParaRPr>
          </a:p>
          <a:p>
            <a:pPr indent="0" lvl="0" marL="0" rtl="0" algn="l">
              <a:lnSpc>
                <a:spcPct val="120000"/>
              </a:lnSpc>
              <a:spcBef>
                <a:spcPts val="1000"/>
              </a:spcBef>
              <a:spcAft>
                <a:spcPts val="0"/>
              </a:spcAft>
              <a:buClr>
                <a:schemeClr val="dk1"/>
              </a:buClr>
              <a:buSzPts val="2500"/>
              <a:buNone/>
            </a:pPr>
            <a:r>
              <a:t/>
            </a:r>
            <a:endParaRPr>
              <a:latin typeface="EB Garamond"/>
              <a:ea typeface="EB Garamond"/>
              <a:cs typeface="EB Garamond"/>
              <a:sym typeface="EB Garamond"/>
            </a:endParaRPr>
          </a:p>
          <a:p>
            <a:pPr indent="0" lvl="0" marL="0" rtl="0" algn="l">
              <a:lnSpc>
                <a:spcPct val="120000"/>
              </a:lnSpc>
              <a:spcBef>
                <a:spcPts val="1000"/>
              </a:spcBef>
              <a:spcAft>
                <a:spcPts val="0"/>
              </a:spcAft>
              <a:buClr>
                <a:schemeClr val="dk1"/>
              </a:buClr>
              <a:buSzPts val="2500"/>
              <a:buNone/>
            </a:pPr>
            <a:r>
              <a:t/>
            </a:r>
            <a:endParaRPr>
              <a:latin typeface="EB Garamond"/>
              <a:ea typeface="EB Garamond"/>
              <a:cs typeface="EB Garamond"/>
              <a:sym typeface="EB Garamond"/>
            </a:endParaRPr>
          </a:p>
          <a:p>
            <a:pPr indent="0" lvl="0" marL="0" rtl="0" algn="l">
              <a:lnSpc>
                <a:spcPct val="120000"/>
              </a:lnSpc>
              <a:spcBef>
                <a:spcPts val="1000"/>
              </a:spcBef>
              <a:spcAft>
                <a:spcPts val="0"/>
              </a:spcAft>
              <a:buClr>
                <a:schemeClr val="dk1"/>
              </a:buClr>
              <a:buSzPts val="2500"/>
              <a:buNone/>
            </a:pPr>
            <a:r>
              <a:t/>
            </a:r>
            <a:endParaRPr>
              <a:latin typeface="EB Garamond"/>
              <a:ea typeface="EB Garamond"/>
              <a:cs typeface="EB Garamond"/>
              <a:sym typeface="EB Garamond"/>
            </a:endParaRPr>
          </a:p>
          <a:p>
            <a:pPr indent="0" lvl="0" marL="0" rtl="0" algn="l">
              <a:lnSpc>
                <a:spcPct val="120000"/>
              </a:lnSpc>
              <a:spcBef>
                <a:spcPts val="1000"/>
              </a:spcBef>
              <a:spcAft>
                <a:spcPts val="0"/>
              </a:spcAft>
              <a:buClr>
                <a:schemeClr val="dk1"/>
              </a:buClr>
              <a:buSzPts val="2500"/>
              <a:buNone/>
            </a:pPr>
            <a:r>
              <a:rPr lang="en-US" sz="2000">
                <a:latin typeface="EB Garamond"/>
                <a:ea typeface="EB Garamond"/>
                <a:cs typeface="EB Garamond"/>
                <a:sym typeface="EB Garamond"/>
              </a:rPr>
              <a:t>Printing instructions before receiving the users’ input allows them to know what they need to input. If we add a string into the </a:t>
            </a:r>
            <a:r>
              <a:rPr lang="en-US" sz="1400">
                <a:latin typeface="Courier"/>
                <a:ea typeface="Courier"/>
                <a:cs typeface="Courier"/>
                <a:sym typeface="Courier"/>
              </a:rPr>
              <a:t>input() </a:t>
            </a:r>
            <a:r>
              <a:rPr lang="en-US" sz="2000">
                <a:latin typeface="EB Garamond"/>
                <a:ea typeface="EB Garamond"/>
                <a:cs typeface="EB Garamond"/>
                <a:sym typeface="EB Garamond"/>
              </a:rPr>
              <a:t>function, the program prints a message before the keyboard cursor on the same line. For instance, “</a:t>
            </a:r>
            <a:r>
              <a:rPr lang="en-US" sz="1400">
                <a:latin typeface="Courier"/>
                <a:ea typeface="Courier"/>
                <a:cs typeface="Courier"/>
                <a:sym typeface="Courier"/>
              </a:rPr>
              <a:t>name = input("Please input your name: ")</a:t>
            </a:r>
            <a:r>
              <a:rPr lang="en-US" sz="2000">
                <a:latin typeface="EB Garamond"/>
                <a:ea typeface="EB Garamond"/>
                <a:cs typeface="EB Garamond"/>
                <a:sym typeface="EB Garamond"/>
              </a:rPr>
              <a:t>”.</a:t>
            </a:r>
            <a:endParaRPr sz="2000"/>
          </a:p>
        </p:txBody>
      </p:sp>
      <p:pic>
        <p:nvPicPr>
          <p:cNvPr id="372" name="Google Shape;372;p13"/>
          <p:cNvPicPr preferRelativeResize="0"/>
          <p:nvPr/>
        </p:nvPicPr>
        <p:blipFill rotWithShape="1">
          <a:blip r:embed="rId3">
            <a:alphaModFix/>
          </a:blip>
          <a:srcRect b="0" l="0" r="0" t="0"/>
          <a:stretch/>
        </p:blipFill>
        <p:spPr>
          <a:xfrm>
            <a:off x="3101103" y="2727798"/>
            <a:ext cx="5646971" cy="198169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14"/>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606060"/>
              </a:buClr>
              <a:buSzPts val="3200"/>
              <a:buFont typeface="Open Sans"/>
              <a:buNone/>
            </a:pPr>
            <a:r>
              <a:rPr lang="en-US"/>
              <a:t>Arithmetic expressions</a:t>
            </a:r>
            <a:endParaRPr/>
          </a:p>
        </p:txBody>
      </p:sp>
      <p:sp>
        <p:nvSpPr>
          <p:cNvPr id="378" name="Google Shape;378;p14"/>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79" name="Google Shape;379;p14"/>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None/>
            </a:pPr>
            <a:r>
              <a:rPr lang="en-US"/>
              <a:t>D</a:t>
            </a:r>
            <a:endParaRPr/>
          </a:p>
        </p:txBody>
      </p:sp>
      <p:sp>
        <p:nvSpPr>
          <p:cNvPr id="380" name="Google Shape;380;p14"/>
          <p:cNvSpPr txBox="1"/>
          <p:nvPr>
            <p:ph idx="2"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00"/>
              </a:buClr>
              <a:buSzPts val="2500"/>
              <a:buNone/>
            </a:pPr>
            <a:r>
              <a:rPr lang="en-US">
                <a:solidFill>
                  <a:srgbClr val="000000"/>
                </a:solidFill>
                <a:latin typeface="EB Garamond"/>
                <a:ea typeface="EB Garamond"/>
                <a:cs typeface="EB Garamond"/>
                <a:sym typeface="EB Garamond"/>
              </a:rPr>
              <a:t>Programs often perform arithmetic calculations. We can use </a:t>
            </a:r>
            <a:r>
              <a:rPr lang="en-US">
                <a:solidFill>
                  <a:srgbClr val="3333FF"/>
                </a:solidFill>
                <a:latin typeface="Open Sans SemiBold"/>
                <a:ea typeface="Open Sans SemiBold"/>
                <a:cs typeface="Open Sans SemiBold"/>
                <a:sym typeface="Open Sans SemiBold"/>
              </a:rPr>
              <a:t>arithmetic operators </a:t>
            </a:r>
            <a:r>
              <a:rPr lang="en-US">
                <a:solidFill>
                  <a:srgbClr val="000000"/>
                </a:solidFill>
                <a:latin typeface="EB Garamond"/>
                <a:ea typeface="EB Garamond"/>
                <a:cs typeface="EB Garamond"/>
                <a:sym typeface="EB Garamond"/>
              </a:rPr>
              <a:t>to process data related to numbers (also known as </a:t>
            </a:r>
            <a:r>
              <a:rPr lang="en-US">
                <a:solidFill>
                  <a:srgbClr val="3333FF"/>
                </a:solidFill>
                <a:latin typeface="Open Sans SemiBold"/>
                <a:ea typeface="Open Sans SemiBold"/>
                <a:cs typeface="Open Sans SemiBold"/>
                <a:sym typeface="Open Sans SemiBold"/>
              </a:rPr>
              <a:t>operand</a:t>
            </a:r>
            <a:r>
              <a:rPr lang="en-US">
                <a:solidFill>
                  <a:srgbClr val="000000"/>
                </a:solidFill>
                <a:latin typeface="EB Garamond"/>
                <a:ea typeface="EB Garamond"/>
                <a:cs typeface="EB Garamond"/>
                <a:sym typeface="EB Garamond"/>
              </a:rPr>
              <a:t>) and store the results of the arithmetic expressions in variables.</a:t>
            </a:r>
            <a:endParaRPr/>
          </a:p>
        </p:txBody>
      </p:sp>
      <p:pic>
        <p:nvPicPr>
          <p:cNvPr id="381" name="Google Shape;381;p14"/>
          <p:cNvPicPr preferRelativeResize="0"/>
          <p:nvPr/>
        </p:nvPicPr>
        <p:blipFill rotWithShape="1">
          <a:blip r:embed="rId3">
            <a:alphaModFix/>
          </a:blip>
          <a:srcRect b="0" l="0" r="0" t="0"/>
          <a:stretch/>
        </p:blipFill>
        <p:spPr>
          <a:xfrm>
            <a:off x="399239" y="3429000"/>
            <a:ext cx="6475982" cy="1393361"/>
          </a:xfrm>
          <a:prstGeom prst="rect">
            <a:avLst/>
          </a:prstGeom>
          <a:noFill/>
          <a:ln>
            <a:noFill/>
          </a:ln>
        </p:spPr>
      </p:pic>
      <p:pic>
        <p:nvPicPr>
          <p:cNvPr id="382" name="Google Shape;382;p14"/>
          <p:cNvPicPr preferRelativeResize="0"/>
          <p:nvPr/>
        </p:nvPicPr>
        <p:blipFill rotWithShape="1">
          <a:blip r:embed="rId4">
            <a:alphaModFix/>
          </a:blip>
          <a:srcRect b="0" l="0" r="0" t="0"/>
          <a:stretch/>
        </p:blipFill>
        <p:spPr>
          <a:xfrm>
            <a:off x="6545311" y="2597022"/>
            <a:ext cx="5247450" cy="344650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15"/>
          <p:cNvSpPr txBox="1"/>
          <p:nvPr>
            <p:ph idx="1" type="body"/>
          </p:nvPr>
        </p:nvSpPr>
        <p:spPr>
          <a:xfrm>
            <a:off x="838200" y="1443600"/>
            <a:ext cx="10515600" cy="486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500"/>
              <a:buNone/>
            </a:pPr>
            <a:r>
              <a:rPr lang="en-US"/>
              <a:t>Answer the questions on P.14 of the textbook.</a:t>
            </a:r>
            <a:endParaRPr/>
          </a:p>
          <a:p>
            <a:pPr indent="0" lvl="0" marL="0" rtl="0" algn="l">
              <a:lnSpc>
                <a:spcPct val="120000"/>
              </a:lnSpc>
              <a:spcBef>
                <a:spcPts val="1000"/>
              </a:spcBef>
              <a:spcAft>
                <a:spcPts val="0"/>
              </a:spcAft>
              <a:buClr>
                <a:schemeClr val="dk1"/>
              </a:buClr>
              <a:buSzPts val="2500"/>
              <a:buNone/>
            </a:pPr>
            <a:r>
              <a:t/>
            </a:r>
            <a:endParaRPr/>
          </a:p>
          <a:p>
            <a:pPr indent="0" lvl="0" marL="0" rtl="0" algn="l">
              <a:lnSpc>
                <a:spcPct val="120000"/>
              </a:lnSpc>
              <a:spcBef>
                <a:spcPts val="1000"/>
              </a:spcBef>
              <a:spcAft>
                <a:spcPts val="0"/>
              </a:spcAft>
              <a:buClr>
                <a:schemeClr val="dk1"/>
              </a:buClr>
              <a:buSzPts val="2500"/>
              <a:buNone/>
            </a:pPr>
            <a:r>
              <a:t/>
            </a:r>
            <a:endParaRPr/>
          </a:p>
          <a:p>
            <a:pPr indent="0" lvl="0" marL="0" rtl="0" algn="l">
              <a:lnSpc>
                <a:spcPct val="120000"/>
              </a:lnSpc>
              <a:spcBef>
                <a:spcPts val="1000"/>
              </a:spcBef>
              <a:spcAft>
                <a:spcPts val="0"/>
              </a:spcAft>
              <a:buClr>
                <a:schemeClr val="dk1"/>
              </a:buClr>
              <a:buSzPts val="2500"/>
              <a:buNone/>
            </a:pPr>
            <a:r>
              <a:rPr lang="en-US"/>
              <a:t>1. </a:t>
            </a:r>
            <a:endParaRPr/>
          </a:p>
        </p:txBody>
      </p:sp>
      <p:sp>
        <p:nvSpPr>
          <p:cNvPr id="388" name="Google Shape;388;p15"/>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89" name="Google Shape;389;p15"/>
          <p:cNvSpPr txBox="1"/>
          <p:nvPr>
            <p:ph idx="2" type="body"/>
          </p:nvPr>
        </p:nvSpPr>
        <p:spPr>
          <a:xfrm>
            <a:off x="3704400"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1.2</a:t>
            </a:r>
            <a:endParaRPr/>
          </a:p>
        </p:txBody>
      </p:sp>
      <p:pic>
        <p:nvPicPr>
          <p:cNvPr id="390" name="Google Shape;390;p15"/>
          <p:cNvPicPr preferRelativeResize="0"/>
          <p:nvPr/>
        </p:nvPicPr>
        <p:blipFill rotWithShape="1">
          <a:blip r:embed="rId3">
            <a:alphaModFix/>
          </a:blip>
          <a:srcRect b="0" l="0" r="0" t="0"/>
          <a:stretch/>
        </p:blipFill>
        <p:spPr>
          <a:xfrm>
            <a:off x="1355068" y="2584595"/>
            <a:ext cx="9613187" cy="3395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7">
                                            <p:txEl>
                                              <p:pRg end="0" st="0"/>
                                            </p:txEl>
                                          </p:spTgt>
                                        </p:tgtEl>
                                        <p:attrNameLst>
                                          <p:attrName>style.visibility</p:attrName>
                                        </p:attrNameLst>
                                      </p:cBhvr>
                                      <p:to>
                                        <p:strVal val="visible"/>
                                      </p:to>
                                    </p:set>
                                    <p:anim calcmode="lin" valueType="num">
                                      <p:cBhvr additive="base">
                                        <p:cTn dur="500"/>
                                        <p:tgtEl>
                                          <p:spTgt spid="38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7">
                                            <p:txEl>
                                              <p:pRg end="1" st="1"/>
                                            </p:txEl>
                                          </p:spTgt>
                                        </p:tgtEl>
                                        <p:attrNameLst>
                                          <p:attrName>style.visibility</p:attrName>
                                        </p:attrNameLst>
                                      </p:cBhvr>
                                      <p:to>
                                        <p:strVal val="visible"/>
                                      </p:to>
                                    </p:set>
                                    <p:anim calcmode="lin" valueType="num">
                                      <p:cBhvr additive="base">
                                        <p:cTn dur="500"/>
                                        <p:tgtEl>
                                          <p:spTgt spid="38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7">
                                            <p:txEl>
                                              <p:pRg end="2" st="2"/>
                                            </p:txEl>
                                          </p:spTgt>
                                        </p:tgtEl>
                                        <p:attrNameLst>
                                          <p:attrName>style.visibility</p:attrName>
                                        </p:attrNameLst>
                                      </p:cBhvr>
                                      <p:to>
                                        <p:strVal val="visible"/>
                                      </p:to>
                                    </p:set>
                                    <p:anim calcmode="lin" valueType="num">
                                      <p:cBhvr additive="base">
                                        <p:cTn dur="500"/>
                                        <p:tgtEl>
                                          <p:spTgt spid="38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7">
                                            <p:txEl>
                                              <p:pRg end="3" st="3"/>
                                            </p:txEl>
                                          </p:spTgt>
                                        </p:tgtEl>
                                        <p:attrNameLst>
                                          <p:attrName>style.visibility</p:attrName>
                                        </p:attrNameLst>
                                      </p:cBhvr>
                                      <p:to>
                                        <p:strVal val="visible"/>
                                      </p:to>
                                    </p:set>
                                    <p:anim calcmode="lin" valueType="num">
                                      <p:cBhvr additive="base">
                                        <p:cTn dur="500"/>
                                        <p:tgtEl>
                                          <p:spTgt spid="38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0"/>
                                        </p:tgtEl>
                                        <p:attrNameLst>
                                          <p:attrName>style.visibility</p:attrName>
                                        </p:attrNameLst>
                                      </p:cBhvr>
                                      <p:to>
                                        <p:strVal val="visible"/>
                                      </p:to>
                                    </p:set>
                                    <p:anim calcmode="lin" valueType="num">
                                      <p:cBhvr additive="base">
                                        <p:cTn dur="500"/>
                                        <p:tgtEl>
                                          <p:spTgt spid="39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16"/>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606060"/>
              </a:buClr>
              <a:buSzPts val="3200"/>
              <a:buFont typeface="Open Sans"/>
              <a:buNone/>
            </a:pPr>
            <a:r>
              <a:rPr lang="en-US"/>
              <a:t>Boolean expressions</a:t>
            </a:r>
            <a:endParaRPr/>
          </a:p>
        </p:txBody>
      </p:sp>
      <p:sp>
        <p:nvSpPr>
          <p:cNvPr id="396" name="Google Shape;396;p16"/>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97" name="Google Shape;397;p16"/>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None/>
            </a:pPr>
            <a:r>
              <a:rPr lang="en-US"/>
              <a:t>E</a:t>
            </a:r>
            <a:endParaRPr/>
          </a:p>
        </p:txBody>
      </p:sp>
      <p:sp>
        <p:nvSpPr>
          <p:cNvPr id="398" name="Google Shape;398;p16"/>
          <p:cNvSpPr txBox="1"/>
          <p:nvPr>
            <p:ph idx="2"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FF7300"/>
              </a:buClr>
              <a:buSzPts val="3500"/>
              <a:buNone/>
            </a:pPr>
            <a:r>
              <a:rPr b="1" lang="en-US" sz="2800">
                <a:solidFill>
                  <a:srgbClr val="FF7300"/>
                </a:solidFill>
                <a:latin typeface="Open Sans"/>
                <a:ea typeface="Open Sans"/>
                <a:cs typeface="Open Sans"/>
                <a:sym typeface="Open Sans"/>
              </a:rPr>
              <a:t>Relational operators</a:t>
            </a:r>
            <a:endParaRPr/>
          </a:p>
          <a:p>
            <a:pPr indent="0" lvl="0" marL="0" rtl="0" algn="l">
              <a:lnSpc>
                <a:spcPct val="120000"/>
              </a:lnSpc>
              <a:spcBef>
                <a:spcPts val="1000"/>
              </a:spcBef>
              <a:spcAft>
                <a:spcPts val="0"/>
              </a:spcAft>
              <a:buClr>
                <a:srgbClr val="000000"/>
              </a:buClr>
              <a:buSzPts val="2500"/>
              <a:buNone/>
            </a:pPr>
            <a:r>
              <a:rPr lang="en-US">
                <a:solidFill>
                  <a:srgbClr val="000000"/>
                </a:solidFill>
                <a:latin typeface="EB Garamond"/>
                <a:ea typeface="EB Garamond"/>
                <a:cs typeface="EB Garamond"/>
                <a:sym typeface="EB Garamond"/>
              </a:rPr>
              <a:t>A </a:t>
            </a:r>
            <a:r>
              <a:rPr lang="en-US">
                <a:solidFill>
                  <a:srgbClr val="3333FF"/>
                </a:solidFill>
                <a:latin typeface="Open Sans SemiBold"/>
                <a:ea typeface="Open Sans SemiBold"/>
                <a:cs typeface="Open Sans SemiBold"/>
                <a:sym typeface="Open Sans SemiBold"/>
              </a:rPr>
              <a:t>Boolean expression </a:t>
            </a:r>
            <a:r>
              <a:rPr lang="en-US">
                <a:solidFill>
                  <a:srgbClr val="000000"/>
                </a:solidFill>
                <a:latin typeface="EB Garamond"/>
                <a:ea typeface="EB Garamond"/>
                <a:cs typeface="EB Garamond"/>
                <a:sym typeface="EB Garamond"/>
              </a:rPr>
              <a:t>gives only two possible results: “</a:t>
            </a:r>
            <a:r>
              <a:rPr lang="en-US" sz="1400">
                <a:solidFill>
                  <a:srgbClr val="000000"/>
                </a:solidFill>
                <a:latin typeface="Courier"/>
                <a:ea typeface="Courier"/>
                <a:cs typeface="Courier"/>
                <a:sym typeface="Courier"/>
              </a:rPr>
              <a:t>True</a:t>
            </a:r>
            <a:r>
              <a:rPr lang="en-US">
                <a:solidFill>
                  <a:srgbClr val="000000"/>
                </a:solidFill>
                <a:latin typeface="EB Garamond"/>
                <a:ea typeface="EB Garamond"/>
                <a:cs typeface="EB Garamond"/>
                <a:sym typeface="EB Garamond"/>
              </a:rPr>
              <a:t>” or “</a:t>
            </a:r>
            <a:r>
              <a:rPr lang="en-US" sz="1400">
                <a:solidFill>
                  <a:srgbClr val="000000"/>
                </a:solidFill>
                <a:latin typeface="Courier"/>
                <a:ea typeface="Courier"/>
                <a:cs typeface="Courier"/>
                <a:sym typeface="Courier"/>
              </a:rPr>
              <a:t>False</a:t>
            </a:r>
            <a:r>
              <a:rPr lang="en-US">
                <a:solidFill>
                  <a:srgbClr val="000000"/>
                </a:solidFill>
                <a:latin typeface="EB Garamond"/>
                <a:ea typeface="EB Garamond"/>
                <a:cs typeface="EB Garamond"/>
                <a:sym typeface="EB Garamond"/>
              </a:rPr>
              <a:t>”, so the result belongs to the Boolean data type. </a:t>
            </a:r>
            <a:r>
              <a:rPr lang="en-US">
                <a:solidFill>
                  <a:srgbClr val="3333FF"/>
                </a:solidFill>
                <a:latin typeface="Open Sans SemiBold"/>
                <a:ea typeface="Open Sans SemiBold"/>
                <a:cs typeface="Open Sans SemiBold"/>
                <a:sym typeface="Open Sans SemiBold"/>
              </a:rPr>
              <a:t>Relational operators </a:t>
            </a:r>
            <a:r>
              <a:rPr lang="en-US">
                <a:solidFill>
                  <a:srgbClr val="000000"/>
                </a:solidFill>
                <a:latin typeface="EB Garamond"/>
                <a:ea typeface="EB Garamond"/>
                <a:cs typeface="EB Garamond"/>
                <a:sym typeface="EB Garamond"/>
              </a:rPr>
              <a:t>can be used to create Boolean expressions.</a:t>
            </a:r>
            <a:endParaRPr/>
          </a:p>
        </p:txBody>
      </p:sp>
      <p:pic>
        <p:nvPicPr>
          <p:cNvPr id="399" name="Google Shape;399;p16"/>
          <p:cNvPicPr preferRelativeResize="0"/>
          <p:nvPr/>
        </p:nvPicPr>
        <p:blipFill rotWithShape="1">
          <a:blip r:embed="rId3">
            <a:alphaModFix/>
          </a:blip>
          <a:srcRect b="0" l="0" r="0" t="0"/>
          <a:stretch/>
        </p:blipFill>
        <p:spPr>
          <a:xfrm>
            <a:off x="3152474" y="3430883"/>
            <a:ext cx="5291031" cy="209361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17"/>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606060"/>
              </a:buClr>
              <a:buSzPts val="3200"/>
              <a:buFont typeface="Open Sans"/>
              <a:buNone/>
            </a:pPr>
            <a:r>
              <a:rPr lang="en-US"/>
              <a:t>Boolean expressions</a:t>
            </a:r>
            <a:endParaRPr/>
          </a:p>
        </p:txBody>
      </p:sp>
      <p:sp>
        <p:nvSpPr>
          <p:cNvPr id="405" name="Google Shape;405;p17"/>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06" name="Google Shape;406;p17"/>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None/>
            </a:pPr>
            <a:r>
              <a:rPr lang="en-US"/>
              <a:t>E</a:t>
            </a:r>
            <a:endParaRPr/>
          </a:p>
        </p:txBody>
      </p:sp>
      <p:sp>
        <p:nvSpPr>
          <p:cNvPr id="407" name="Google Shape;407;p17"/>
          <p:cNvSpPr txBox="1"/>
          <p:nvPr>
            <p:ph idx="2"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FF7300"/>
              </a:buClr>
              <a:buSzPts val="3500"/>
              <a:buNone/>
            </a:pPr>
            <a:r>
              <a:rPr b="1" lang="en-US" sz="2800">
                <a:solidFill>
                  <a:srgbClr val="FF7300"/>
                </a:solidFill>
                <a:latin typeface="Open Sans"/>
                <a:ea typeface="Open Sans"/>
                <a:cs typeface="Open Sans"/>
                <a:sym typeface="Open Sans"/>
              </a:rPr>
              <a:t>Boolean operators</a:t>
            </a:r>
            <a:endParaRPr/>
          </a:p>
          <a:p>
            <a:pPr indent="0" lvl="0" marL="0" rtl="0" algn="l">
              <a:lnSpc>
                <a:spcPct val="120000"/>
              </a:lnSpc>
              <a:spcBef>
                <a:spcPts val="1000"/>
              </a:spcBef>
              <a:spcAft>
                <a:spcPts val="0"/>
              </a:spcAft>
              <a:buClr>
                <a:srgbClr val="3333FF"/>
              </a:buClr>
              <a:buSzPts val="2500"/>
              <a:buNone/>
            </a:pPr>
            <a:r>
              <a:rPr lang="en-US">
                <a:solidFill>
                  <a:srgbClr val="3333FF"/>
                </a:solidFill>
                <a:latin typeface="Open Sans SemiBold"/>
                <a:ea typeface="Open Sans SemiBold"/>
                <a:cs typeface="Open Sans SemiBold"/>
                <a:sym typeface="Open Sans SemiBold"/>
              </a:rPr>
              <a:t>Boolean operators </a:t>
            </a:r>
            <a:r>
              <a:rPr lang="en-US">
                <a:solidFill>
                  <a:srgbClr val="000000"/>
                </a:solidFill>
                <a:latin typeface="EB Garamond"/>
                <a:ea typeface="EB Garamond"/>
                <a:cs typeface="EB Garamond"/>
                <a:sym typeface="EB Garamond"/>
              </a:rPr>
              <a:t>(also called </a:t>
            </a:r>
            <a:r>
              <a:rPr lang="en-US">
                <a:solidFill>
                  <a:srgbClr val="3333FF"/>
                </a:solidFill>
                <a:latin typeface="Open Sans SemiBold"/>
                <a:ea typeface="Open Sans SemiBold"/>
                <a:cs typeface="Open Sans SemiBold"/>
                <a:sym typeface="Open Sans SemiBold"/>
              </a:rPr>
              <a:t>logical operators</a:t>
            </a:r>
            <a:r>
              <a:rPr lang="en-US">
                <a:solidFill>
                  <a:srgbClr val="000000"/>
                </a:solidFill>
                <a:latin typeface="EB Garamond"/>
                <a:ea typeface="EB Garamond"/>
                <a:cs typeface="EB Garamond"/>
                <a:sym typeface="EB Garamond"/>
              </a:rPr>
              <a:t>) are used to determine the logical relationship between two conditions. A </a:t>
            </a:r>
            <a:r>
              <a:rPr lang="en-US">
                <a:solidFill>
                  <a:srgbClr val="3333FF"/>
                </a:solidFill>
                <a:latin typeface="Open Sans SemiBold"/>
                <a:ea typeface="Open Sans SemiBold"/>
                <a:cs typeface="Open Sans SemiBold"/>
                <a:sym typeface="Open Sans SemiBold"/>
              </a:rPr>
              <a:t>truth table </a:t>
            </a:r>
            <a:r>
              <a:rPr lang="en-US">
                <a:solidFill>
                  <a:srgbClr val="000000"/>
                </a:solidFill>
                <a:latin typeface="EB Garamond"/>
                <a:ea typeface="EB Garamond"/>
                <a:cs typeface="EB Garamond"/>
                <a:sym typeface="EB Garamond"/>
              </a:rPr>
              <a:t>lists all the combinations of condition evaluation results and the results after logical operations. Assume </a:t>
            </a:r>
            <a:r>
              <a:rPr lang="en-US" sz="1400">
                <a:solidFill>
                  <a:srgbClr val="000000"/>
                </a:solidFill>
                <a:latin typeface="Courier"/>
                <a:ea typeface="Courier"/>
                <a:cs typeface="Courier"/>
                <a:sym typeface="Courier"/>
              </a:rPr>
              <a:t>A </a:t>
            </a:r>
            <a:r>
              <a:rPr lang="en-US">
                <a:solidFill>
                  <a:srgbClr val="000000"/>
                </a:solidFill>
                <a:latin typeface="EB Garamond"/>
                <a:ea typeface="EB Garamond"/>
                <a:cs typeface="EB Garamond"/>
                <a:sym typeface="EB Garamond"/>
              </a:rPr>
              <a:t>and </a:t>
            </a:r>
            <a:r>
              <a:rPr lang="en-US" sz="1400">
                <a:solidFill>
                  <a:srgbClr val="000000"/>
                </a:solidFill>
                <a:latin typeface="Courier"/>
                <a:ea typeface="Courier"/>
                <a:cs typeface="Courier"/>
                <a:sym typeface="Courier"/>
              </a:rPr>
              <a:t>B </a:t>
            </a:r>
            <a:r>
              <a:rPr lang="en-US">
                <a:solidFill>
                  <a:srgbClr val="000000"/>
                </a:solidFill>
                <a:latin typeface="EB Garamond"/>
                <a:ea typeface="EB Garamond"/>
                <a:cs typeface="EB Garamond"/>
                <a:sym typeface="EB Garamond"/>
              </a:rPr>
              <a:t>represent condition 1 and condition 2 respectively. The following tables summarise the truth tables of all Boolean operators.</a:t>
            </a:r>
            <a:endParaRPr/>
          </a:p>
        </p:txBody>
      </p:sp>
      <p:pic>
        <p:nvPicPr>
          <p:cNvPr id="408" name="Google Shape;408;p17"/>
          <p:cNvPicPr preferRelativeResize="0"/>
          <p:nvPr/>
        </p:nvPicPr>
        <p:blipFill rotWithShape="1">
          <a:blip r:embed="rId3">
            <a:alphaModFix/>
          </a:blip>
          <a:srcRect b="0" l="0" r="0" t="0"/>
          <a:stretch/>
        </p:blipFill>
        <p:spPr>
          <a:xfrm>
            <a:off x="2028622" y="3949200"/>
            <a:ext cx="8554089" cy="226233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18"/>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606060"/>
              </a:buClr>
              <a:buSzPts val="3200"/>
              <a:buFont typeface="Open Sans"/>
              <a:buNone/>
            </a:pPr>
            <a:r>
              <a:rPr lang="en-US"/>
              <a:t>Boolean expressions</a:t>
            </a:r>
            <a:endParaRPr/>
          </a:p>
        </p:txBody>
      </p:sp>
      <p:sp>
        <p:nvSpPr>
          <p:cNvPr id="414" name="Google Shape;414;p18"/>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15" name="Google Shape;415;p18"/>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None/>
            </a:pPr>
            <a:r>
              <a:rPr lang="en-US"/>
              <a:t>E</a:t>
            </a:r>
            <a:endParaRPr/>
          </a:p>
        </p:txBody>
      </p:sp>
      <p:sp>
        <p:nvSpPr>
          <p:cNvPr id="416" name="Google Shape;416;p18"/>
          <p:cNvSpPr txBox="1"/>
          <p:nvPr>
            <p:ph idx="2"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FF7300"/>
              </a:buClr>
              <a:buSzPts val="3500"/>
              <a:buNone/>
            </a:pPr>
            <a:r>
              <a:rPr b="1" lang="en-US" sz="2800">
                <a:solidFill>
                  <a:srgbClr val="FF7300"/>
                </a:solidFill>
                <a:latin typeface="Open Sans"/>
                <a:ea typeface="Open Sans"/>
                <a:cs typeface="Open Sans"/>
                <a:sym typeface="Open Sans"/>
              </a:rPr>
              <a:t>Precedence and association of operators</a:t>
            </a:r>
            <a:endParaRPr/>
          </a:p>
          <a:p>
            <a:pPr indent="0" lvl="0" marL="0" rtl="0" algn="l">
              <a:lnSpc>
                <a:spcPct val="120000"/>
              </a:lnSpc>
              <a:spcBef>
                <a:spcPts val="1000"/>
              </a:spcBef>
              <a:spcAft>
                <a:spcPts val="0"/>
              </a:spcAft>
              <a:buClr>
                <a:srgbClr val="000000"/>
              </a:buClr>
              <a:buSzPts val="2500"/>
              <a:buNone/>
            </a:pPr>
            <a:r>
              <a:rPr lang="en-US">
                <a:solidFill>
                  <a:srgbClr val="000000"/>
                </a:solidFill>
                <a:latin typeface="EB Garamond"/>
                <a:ea typeface="EB Garamond"/>
                <a:cs typeface="EB Garamond"/>
                <a:sym typeface="EB Garamond"/>
              </a:rPr>
              <a:t>Like how we perform arithmetic operations, programs start with the expressions within brackets when processing arithmetic expressions. But how about expressions without brackets? Actually there is a rule similar to PEMDAS for operators. The order of operation is as follows:</a:t>
            </a:r>
            <a:endParaRPr/>
          </a:p>
        </p:txBody>
      </p:sp>
      <p:pic>
        <p:nvPicPr>
          <p:cNvPr id="417" name="Google Shape;417;p18"/>
          <p:cNvPicPr preferRelativeResize="0"/>
          <p:nvPr/>
        </p:nvPicPr>
        <p:blipFill rotWithShape="1">
          <a:blip r:embed="rId3">
            <a:alphaModFix/>
          </a:blip>
          <a:srcRect b="0" l="0" r="0" t="0"/>
          <a:stretch/>
        </p:blipFill>
        <p:spPr>
          <a:xfrm>
            <a:off x="3687525" y="3414339"/>
            <a:ext cx="4370625" cy="298916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id="422" name="Google Shape;422;p19"/>
          <p:cNvPicPr preferRelativeResize="0"/>
          <p:nvPr/>
        </p:nvPicPr>
        <p:blipFill rotWithShape="1">
          <a:blip r:embed="rId3">
            <a:alphaModFix/>
          </a:blip>
          <a:srcRect b="0" l="0" r="0" t="0"/>
          <a:stretch/>
        </p:blipFill>
        <p:spPr>
          <a:xfrm>
            <a:off x="1272672" y="2039302"/>
            <a:ext cx="9310039" cy="4094798"/>
          </a:xfrm>
          <a:prstGeom prst="rect">
            <a:avLst/>
          </a:prstGeom>
          <a:noFill/>
          <a:ln>
            <a:noFill/>
          </a:ln>
        </p:spPr>
      </p:pic>
      <p:sp>
        <p:nvSpPr>
          <p:cNvPr id="423" name="Google Shape;423;p19"/>
          <p:cNvSpPr txBox="1"/>
          <p:nvPr>
            <p:ph idx="1" type="body"/>
          </p:nvPr>
        </p:nvSpPr>
        <p:spPr>
          <a:xfrm>
            <a:off x="838200" y="1443600"/>
            <a:ext cx="10515600" cy="486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500"/>
              <a:buNone/>
            </a:pPr>
            <a:r>
              <a:rPr lang="en-US"/>
              <a:t>1. Dry run the following Python codes and write down the output of the programs:</a:t>
            </a:r>
            <a:endParaRPr/>
          </a:p>
        </p:txBody>
      </p:sp>
      <p:sp>
        <p:nvSpPr>
          <p:cNvPr id="424" name="Google Shape;424;p19"/>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25" name="Google Shape;425;p19"/>
          <p:cNvSpPr txBox="1"/>
          <p:nvPr>
            <p:ph idx="2" type="body"/>
          </p:nvPr>
        </p:nvSpPr>
        <p:spPr>
          <a:xfrm>
            <a:off x="3170999"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1.2</a:t>
            </a:r>
            <a:endParaRPr/>
          </a:p>
        </p:txBody>
      </p:sp>
      <p:pic>
        <p:nvPicPr>
          <p:cNvPr id="426" name="Google Shape;426;p19"/>
          <p:cNvPicPr preferRelativeResize="0"/>
          <p:nvPr/>
        </p:nvPicPr>
        <p:blipFill rotWithShape="1">
          <a:blip r:embed="rId4">
            <a:alphaModFix/>
          </a:blip>
          <a:srcRect b="0" l="0" r="0" t="0"/>
          <a:stretch/>
        </p:blipFill>
        <p:spPr>
          <a:xfrm>
            <a:off x="1459193" y="2039302"/>
            <a:ext cx="8875654" cy="421128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26"/>
                                        </p:tgtEl>
                                        <p:attrNameLst>
                                          <p:attrName>style.visibility</p:attrName>
                                        </p:attrNameLst>
                                      </p:cBhvr>
                                      <p:to>
                                        <p:strVal val="visible"/>
                                      </p:to>
                                    </p:set>
                                    <p:anim calcmode="lin" valueType="num">
                                      <p:cBhvr additive="base">
                                        <p:cTn dur="500"/>
                                        <p:tgtEl>
                                          <p:spTgt spid="42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20"/>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606060"/>
              </a:buClr>
              <a:buSzPts val="3200"/>
              <a:buFont typeface="Open Sans"/>
              <a:buNone/>
            </a:pPr>
            <a:r>
              <a:rPr lang="en-US"/>
              <a:t>Control Structures</a:t>
            </a:r>
            <a:endParaRPr/>
          </a:p>
        </p:txBody>
      </p:sp>
      <p:sp>
        <p:nvSpPr>
          <p:cNvPr id="432" name="Google Shape;432;p20"/>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33" name="Google Shape;433;p20"/>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None/>
            </a:pPr>
            <a:r>
              <a:rPr lang="en-US"/>
              <a:t>1.4</a:t>
            </a:r>
            <a:endParaRPr/>
          </a:p>
        </p:txBody>
      </p:sp>
      <p:sp>
        <p:nvSpPr>
          <p:cNvPr id="434" name="Google Shape;434;p20"/>
          <p:cNvSpPr txBox="1"/>
          <p:nvPr>
            <p:ph idx="2"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00"/>
              </a:buClr>
              <a:buSzPts val="2500"/>
              <a:buNone/>
            </a:pPr>
            <a:r>
              <a:rPr lang="en-US">
                <a:solidFill>
                  <a:srgbClr val="000000"/>
                </a:solidFill>
                <a:latin typeface="EB Garamond"/>
                <a:ea typeface="EB Garamond"/>
                <a:cs typeface="EB Garamond"/>
                <a:sym typeface="EB Garamond"/>
              </a:rPr>
              <a:t>In computer algorithms, there are three basic types of </a:t>
            </a:r>
            <a:r>
              <a:rPr lang="en-US">
                <a:solidFill>
                  <a:srgbClr val="3333FF"/>
                </a:solidFill>
                <a:latin typeface="Open Sans SemiBold"/>
                <a:ea typeface="Open Sans SemiBold"/>
                <a:cs typeface="Open Sans SemiBold"/>
                <a:sym typeface="Open Sans SemiBold"/>
              </a:rPr>
              <a:t>control structures</a:t>
            </a:r>
            <a:r>
              <a:rPr lang="en-US">
                <a:solidFill>
                  <a:srgbClr val="000000"/>
                </a:solidFill>
                <a:latin typeface="EB Garamond"/>
                <a:ea typeface="EB Garamond"/>
                <a:cs typeface="EB Garamond"/>
                <a:sym typeface="EB Garamond"/>
              </a:rPr>
              <a:t>, including </a:t>
            </a:r>
            <a:r>
              <a:rPr lang="en-US">
                <a:solidFill>
                  <a:srgbClr val="3333FF"/>
                </a:solidFill>
                <a:latin typeface="Open Sans SemiBold"/>
                <a:ea typeface="Open Sans SemiBold"/>
                <a:cs typeface="Open Sans SemiBold"/>
                <a:sym typeface="Open Sans SemiBold"/>
              </a:rPr>
              <a:t>sequence</a:t>
            </a:r>
            <a:r>
              <a:rPr lang="en-US">
                <a:solidFill>
                  <a:srgbClr val="000000"/>
                </a:solidFill>
                <a:latin typeface="EB Garamond"/>
                <a:ea typeface="EB Garamond"/>
                <a:cs typeface="EB Garamond"/>
                <a:sym typeface="EB Garamond"/>
              </a:rPr>
              <a:t>, </a:t>
            </a:r>
            <a:r>
              <a:rPr lang="en-US">
                <a:solidFill>
                  <a:srgbClr val="3333FF"/>
                </a:solidFill>
                <a:latin typeface="Open Sans SemiBold"/>
                <a:ea typeface="Open Sans SemiBold"/>
                <a:cs typeface="Open Sans SemiBold"/>
                <a:sym typeface="Open Sans SemiBold"/>
              </a:rPr>
              <a:t>selection </a:t>
            </a:r>
            <a:r>
              <a:rPr lang="en-US">
                <a:solidFill>
                  <a:srgbClr val="000000"/>
                </a:solidFill>
                <a:latin typeface="EB Garamond"/>
                <a:ea typeface="EB Garamond"/>
                <a:cs typeface="EB Garamond"/>
                <a:sym typeface="EB Garamond"/>
              </a:rPr>
              <a:t>and </a:t>
            </a:r>
            <a:r>
              <a:rPr lang="en-US">
                <a:solidFill>
                  <a:srgbClr val="3333FF"/>
                </a:solidFill>
                <a:latin typeface="Open Sans SemiBold"/>
                <a:ea typeface="Open Sans SemiBold"/>
                <a:cs typeface="Open Sans SemiBold"/>
                <a:sym typeface="Open Sans SemiBold"/>
              </a:rPr>
              <a:t>iteration</a:t>
            </a:r>
            <a:r>
              <a:rPr lang="en-US">
                <a:solidFill>
                  <a:srgbClr val="000000"/>
                </a:solidFill>
                <a:latin typeface="EB Garamond"/>
                <a:ea typeface="EB Garamond"/>
                <a:cs typeface="EB Garamond"/>
                <a:sym typeface="EB Garamond"/>
              </a:rPr>
              <a:t>. The sequence control structure allows the program to execute statements according to the order of writing. Selection and iteration control structures let the program decide which statements to execute according to specified conditions.</a:t>
            </a:r>
            <a:endParaRPr/>
          </a:p>
        </p:txBody>
      </p:sp>
      <p:pic>
        <p:nvPicPr>
          <p:cNvPr id="435" name="Google Shape;435;p20"/>
          <p:cNvPicPr preferRelativeResize="0"/>
          <p:nvPr/>
        </p:nvPicPr>
        <p:blipFill rotWithShape="1">
          <a:blip r:embed="rId3">
            <a:alphaModFix/>
          </a:blip>
          <a:srcRect b="0" l="0" r="0" t="0"/>
          <a:stretch/>
        </p:blipFill>
        <p:spPr>
          <a:xfrm>
            <a:off x="3244162" y="3324933"/>
            <a:ext cx="5080688" cy="279281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21"/>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606060"/>
              </a:buClr>
              <a:buSzPts val="3200"/>
              <a:buFont typeface="Open Sans"/>
              <a:buNone/>
            </a:pPr>
            <a:r>
              <a:rPr lang="en-US"/>
              <a:t>Selection</a:t>
            </a:r>
            <a:endParaRPr/>
          </a:p>
        </p:txBody>
      </p:sp>
      <p:sp>
        <p:nvSpPr>
          <p:cNvPr id="441" name="Google Shape;441;p21"/>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42" name="Google Shape;442;p21"/>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None/>
            </a:pPr>
            <a:r>
              <a:rPr lang="en-US"/>
              <a:t>A</a:t>
            </a:r>
            <a:endParaRPr/>
          </a:p>
        </p:txBody>
      </p:sp>
      <p:sp>
        <p:nvSpPr>
          <p:cNvPr id="443" name="Google Shape;443;p21"/>
          <p:cNvSpPr txBox="1"/>
          <p:nvPr>
            <p:ph idx="2"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00"/>
              </a:buClr>
              <a:buSzPts val="2500"/>
              <a:buNone/>
            </a:pPr>
            <a:r>
              <a:rPr lang="en-US">
                <a:solidFill>
                  <a:srgbClr val="000000"/>
                </a:solidFill>
                <a:latin typeface="EB Garamond"/>
                <a:ea typeface="EB Garamond"/>
                <a:cs typeface="EB Garamond"/>
                <a:sym typeface="EB Garamond"/>
              </a:rPr>
              <a:t>Selection control structure uses a Boolean expression as the </a:t>
            </a:r>
            <a:r>
              <a:rPr lang="en-US">
                <a:solidFill>
                  <a:srgbClr val="3333FF"/>
                </a:solidFill>
                <a:latin typeface="Open Sans SemiBold"/>
                <a:ea typeface="Open Sans SemiBold"/>
                <a:cs typeface="Open Sans SemiBold"/>
                <a:sym typeface="Open Sans SemiBold"/>
              </a:rPr>
              <a:t>condition </a:t>
            </a:r>
            <a:r>
              <a:rPr lang="en-US">
                <a:solidFill>
                  <a:srgbClr val="000000"/>
                </a:solidFill>
                <a:latin typeface="EB Garamond"/>
                <a:ea typeface="EB Garamond"/>
                <a:cs typeface="EB Garamond"/>
                <a:sym typeface="EB Garamond"/>
              </a:rPr>
              <a:t>for evaluation. The logical result will decide which statements the program should execute.</a:t>
            </a:r>
            <a:endParaRPr/>
          </a:p>
        </p:txBody>
      </p:sp>
      <p:pic>
        <p:nvPicPr>
          <p:cNvPr id="444" name="Google Shape;444;p21"/>
          <p:cNvPicPr preferRelativeResize="0"/>
          <p:nvPr/>
        </p:nvPicPr>
        <p:blipFill rotWithShape="1">
          <a:blip r:embed="rId3">
            <a:alphaModFix/>
          </a:blip>
          <a:srcRect b="0" l="0" r="0" t="0"/>
          <a:stretch/>
        </p:blipFill>
        <p:spPr>
          <a:xfrm>
            <a:off x="329717" y="2512800"/>
            <a:ext cx="5926542" cy="3480154"/>
          </a:xfrm>
          <a:prstGeom prst="rect">
            <a:avLst/>
          </a:prstGeom>
          <a:noFill/>
          <a:ln>
            <a:noFill/>
          </a:ln>
        </p:spPr>
      </p:pic>
      <p:pic>
        <p:nvPicPr>
          <p:cNvPr id="445" name="Google Shape;445;p21"/>
          <p:cNvPicPr preferRelativeResize="0"/>
          <p:nvPr/>
        </p:nvPicPr>
        <p:blipFill rotWithShape="1">
          <a:blip r:embed="rId4">
            <a:alphaModFix/>
          </a:blip>
          <a:srcRect b="0" l="0" r="0" t="0"/>
          <a:stretch/>
        </p:blipFill>
        <p:spPr>
          <a:xfrm>
            <a:off x="6256259" y="2461741"/>
            <a:ext cx="5681966" cy="353121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22"/>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51" name="Google Shape;451;p22"/>
          <p:cNvSpPr txBox="1"/>
          <p:nvPr>
            <p:ph idx="2" type="body"/>
          </p:nvPr>
        </p:nvSpPr>
        <p:spPr>
          <a:xfrm>
            <a:off x="3212307"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1.1</a:t>
            </a:r>
            <a:endParaRPr/>
          </a:p>
        </p:txBody>
      </p:sp>
      <p:pic>
        <p:nvPicPr>
          <p:cNvPr id="452" name="Google Shape;452;p22"/>
          <p:cNvPicPr preferRelativeResize="0"/>
          <p:nvPr>
            <p:ph idx="1" type="body"/>
          </p:nvPr>
        </p:nvPicPr>
        <p:blipFill rotWithShape="1">
          <a:blip r:embed="rId3">
            <a:alphaModFix/>
          </a:blip>
          <a:srcRect b="0" l="0" r="0" t="0"/>
          <a:stretch/>
        </p:blipFill>
        <p:spPr>
          <a:xfrm>
            <a:off x="787816" y="1365153"/>
            <a:ext cx="8748520" cy="473775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pic>
        <p:nvPicPr>
          <p:cNvPr id="457" name="Google Shape;457;p23"/>
          <p:cNvPicPr preferRelativeResize="0"/>
          <p:nvPr>
            <p:ph idx="1" type="body"/>
          </p:nvPr>
        </p:nvPicPr>
        <p:blipFill rotWithShape="1">
          <a:blip r:embed="rId3">
            <a:alphaModFix/>
          </a:blip>
          <a:srcRect b="0" l="0" r="0" t="0"/>
          <a:stretch/>
        </p:blipFill>
        <p:spPr>
          <a:xfrm>
            <a:off x="704850" y="1528518"/>
            <a:ext cx="10515600" cy="2403965"/>
          </a:xfrm>
          <a:prstGeom prst="rect">
            <a:avLst/>
          </a:prstGeom>
          <a:noFill/>
          <a:ln>
            <a:noFill/>
          </a:ln>
        </p:spPr>
      </p:pic>
      <p:sp>
        <p:nvSpPr>
          <p:cNvPr id="458" name="Google Shape;458;p23"/>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59" name="Google Shape;459;p23"/>
          <p:cNvSpPr txBox="1"/>
          <p:nvPr>
            <p:ph idx="2" type="body"/>
          </p:nvPr>
        </p:nvSpPr>
        <p:spPr>
          <a:xfrm>
            <a:off x="3212307"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1.1</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24"/>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65" name="Google Shape;465;p24"/>
          <p:cNvSpPr txBox="1"/>
          <p:nvPr>
            <p:ph idx="2" type="body"/>
          </p:nvPr>
        </p:nvSpPr>
        <p:spPr>
          <a:xfrm>
            <a:off x="3212307"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1.1</a:t>
            </a:r>
            <a:endParaRPr/>
          </a:p>
        </p:txBody>
      </p:sp>
      <p:pic>
        <p:nvPicPr>
          <p:cNvPr id="466" name="Google Shape;466;p24"/>
          <p:cNvPicPr preferRelativeResize="0"/>
          <p:nvPr>
            <p:ph idx="1" type="body"/>
          </p:nvPr>
        </p:nvPicPr>
        <p:blipFill rotWithShape="1">
          <a:blip r:embed="rId3">
            <a:alphaModFix/>
          </a:blip>
          <a:srcRect b="5004" l="0" r="0" t="2437"/>
          <a:stretch/>
        </p:blipFill>
        <p:spPr>
          <a:xfrm>
            <a:off x="868721" y="1338606"/>
            <a:ext cx="5227279" cy="2771480"/>
          </a:xfrm>
          <a:prstGeom prst="rect">
            <a:avLst/>
          </a:prstGeom>
          <a:noFill/>
          <a:ln>
            <a:noFill/>
          </a:ln>
        </p:spPr>
      </p:pic>
      <p:pic>
        <p:nvPicPr>
          <p:cNvPr id="467" name="Google Shape;467;p24"/>
          <p:cNvPicPr preferRelativeResize="0"/>
          <p:nvPr/>
        </p:nvPicPr>
        <p:blipFill rotWithShape="1">
          <a:blip r:embed="rId4">
            <a:alphaModFix/>
          </a:blip>
          <a:srcRect b="3151" l="0" r="0" t="4243"/>
          <a:stretch/>
        </p:blipFill>
        <p:spPr>
          <a:xfrm>
            <a:off x="868721" y="4110086"/>
            <a:ext cx="8295457" cy="218701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25"/>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73" name="Google Shape;473;p25"/>
          <p:cNvSpPr txBox="1"/>
          <p:nvPr>
            <p:ph idx="2" type="body"/>
          </p:nvPr>
        </p:nvSpPr>
        <p:spPr>
          <a:xfrm>
            <a:off x="3212307"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1.1</a:t>
            </a:r>
            <a:endParaRPr/>
          </a:p>
        </p:txBody>
      </p:sp>
      <p:pic>
        <p:nvPicPr>
          <p:cNvPr id="474" name="Google Shape;474;p25"/>
          <p:cNvPicPr preferRelativeResize="0"/>
          <p:nvPr>
            <p:ph idx="1" type="body"/>
          </p:nvPr>
        </p:nvPicPr>
        <p:blipFill rotWithShape="1">
          <a:blip r:embed="rId3">
            <a:alphaModFix/>
          </a:blip>
          <a:srcRect b="0" l="0" r="0" t="0"/>
          <a:stretch/>
        </p:blipFill>
        <p:spPr>
          <a:xfrm>
            <a:off x="1795086" y="1364033"/>
            <a:ext cx="8263313" cy="474097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26"/>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80" name="Google Shape;480;p26"/>
          <p:cNvSpPr txBox="1"/>
          <p:nvPr>
            <p:ph idx="2" type="body"/>
          </p:nvPr>
        </p:nvSpPr>
        <p:spPr>
          <a:xfrm>
            <a:off x="3212307"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1.1</a:t>
            </a:r>
            <a:endParaRPr/>
          </a:p>
        </p:txBody>
      </p:sp>
      <p:pic>
        <p:nvPicPr>
          <p:cNvPr id="481" name="Google Shape;481;p26"/>
          <p:cNvPicPr preferRelativeResize="0"/>
          <p:nvPr>
            <p:ph idx="1" type="body"/>
          </p:nvPr>
        </p:nvPicPr>
        <p:blipFill rotWithShape="1">
          <a:blip r:embed="rId3">
            <a:alphaModFix/>
          </a:blip>
          <a:srcRect b="0" l="0" r="0" t="0"/>
          <a:stretch/>
        </p:blipFill>
        <p:spPr>
          <a:xfrm>
            <a:off x="820203" y="1577581"/>
            <a:ext cx="8451785" cy="3720283"/>
          </a:xfrm>
          <a:prstGeom prst="rect">
            <a:avLst/>
          </a:prstGeom>
          <a:noFill/>
          <a:ln>
            <a:noFill/>
          </a:ln>
        </p:spPr>
      </p:pic>
      <p:pic>
        <p:nvPicPr>
          <p:cNvPr id="482" name="Google Shape;482;p26"/>
          <p:cNvPicPr preferRelativeResize="0"/>
          <p:nvPr/>
        </p:nvPicPr>
        <p:blipFill rotWithShape="1">
          <a:blip r:embed="rId4">
            <a:alphaModFix/>
          </a:blip>
          <a:srcRect b="0" l="0" r="0" t="0"/>
          <a:stretch/>
        </p:blipFill>
        <p:spPr>
          <a:xfrm>
            <a:off x="1872058" y="3552020"/>
            <a:ext cx="4099620" cy="38377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82"/>
                                        </p:tgtEl>
                                        <p:attrNameLst>
                                          <p:attrName>style.visibility</p:attrName>
                                        </p:attrNameLst>
                                      </p:cBhvr>
                                      <p:to>
                                        <p:strVal val="visible"/>
                                      </p:to>
                                    </p:set>
                                    <p:anim calcmode="lin" valueType="num">
                                      <p:cBhvr additive="base">
                                        <p:cTn dur="500"/>
                                        <p:tgtEl>
                                          <p:spTgt spid="48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27"/>
          <p:cNvSpPr txBox="1"/>
          <p:nvPr>
            <p:ph idx="1" type="body"/>
          </p:nvPr>
        </p:nvSpPr>
        <p:spPr>
          <a:xfrm>
            <a:off x="838200" y="2020186"/>
            <a:ext cx="10515600" cy="4283414"/>
          </a:xfrm>
          <a:prstGeom prst="rect">
            <a:avLst/>
          </a:prstGeom>
          <a:noFill/>
          <a:ln>
            <a:noFill/>
          </a:ln>
        </p:spPr>
        <p:txBody>
          <a:bodyPr anchorCtr="0" anchor="t" bIns="45700" lIns="91425" spcFirstLastPara="1" rIns="91425" wrap="square" tIns="45700">
            <a:normAutofit/>
          </a:bodyPr>
          <a:lstStyle/>
          <a:p>
            <a:pPr indent="-457200" lvl="0" marL="457200" rtl="0" algn="l">
              <a:lnSpc>
                <a:spcPct val="120000"/>
              </a:lnSpc>
              <a:spcBef>
                <a:spcPts val="0"/>
              </a:spcBef>
              <a:spcAft>
                <a:spcPts val="0"/>
              </a:spcAft>
              <a:buClr>
                <a:schemeClr val="dk1"/>
              </a:buClr>
              <a:buSzPts val="2500"/>
              <a:buAutoNum type="arabicPeriod"/>
            </a:pPr>
            <a:r>
              <a:rPr lang="en-US"/>
              <a:t>(a)    (i) </a:t>
            </a:r>
            <a:r>
              <a:rPr lang="en-US">
                <a:solidFill>
                  <a:srgbClr val="FF0000"/>
                </a:solidFill>
              </a:rPr>
              <a:t>1 </a:t>
            </a:r>
            <a:endParaRPr/>
          </a:p>
          <a:p>
            <a:pPr indent="0" lvl="0" marL="0" rtl="0" algn="l">
              <a:lnSpc>
                <a:spcPct val="120000"/>
              </a:lnSpc>
              <a:spcBef>
                <a:spcPts val="1000"/>
              </a:spcBef>
              <a:spcAft>
                <a:spcPts val="0"/>
              </a:spcAft>
              <a:buClr>
                <a:schemeClr val="dk1"/>
              </a:buClr>
              <a:buSzPts val="2500"/>
              <a:buNone/>
            </a:pPr>
            <a:r>
              <a:rPr lang="en-US"/>
              <a:t>	(ii) </a:t>
            </a:r>
            <a:r>
              <a:rPr lang="en-US">
                <a:solidFill>
                  <a:srgbClr val="FF0000"/>
                </a:solidFill>
              </a:rPr>
              <a:t>4</a:t>
            </a:r>
            <a:endParaRPr/>
          </a:p>
          <a:p>
            <a:pPr indent="0" lvl="0" marL="0" rtl="0" algn="l">
              <a:lnSpc>
                <a:spcPct val="120000"/>
              </a:lnSpc>
              <a:spcBef>
                <a:spcPts val="1000"/>
              </a:spcBef>
              <a:spcAft>
                <a:spcPts val="0"/>
              </a:spcAft>
              <a:buClr>
                <a:schemeClr val="dk1"/>
              </a:buClr>
              <a:buSzPts val="2500"/>
              <a:buNone/>
            </a:pPr>
            <a:r>
              <a:rPr lang="en-US"/>
              <a:t>         (b)</a:t>
            </a:r>
            <a:endParaRPr/>
          </a:p>
        </p:txBody>
      </p:sp>
      <p:sp>
        <p:nvSpPr>
          <p:cNvPr id="488" name="Google Shape;488;p27"/>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89" name="Google Shape;489;p27"/>
          <p:cNvSpPr txBox="1"/>
          <p:nvPr>
            <p:ph idx="2" type="body"/>
          </p:nvPr>
        </p:nvSpPr>
        <p:spPr>
          <a:xfrm>
            <a:off x="3704400"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1.3</a:t>
            </a:r>
            <a:endParaRPr/>
          </a:p>
        </p:txBody>
      </p:sp>
      <p:pic>
        <p:nvPicPr>
          <p:cNvPr id="490" name="Google Shape;490;p27"/>
          <p:cNvPicPr preferRelativeResize="0"/>
          <p:nvPr/>
        </p:nvPicPr>
        <p:blipFill rotWithShape="1">
          <a:blip r:embed="rId3">
            <a:alphaModFix/>
          </a:blip>
          <a:srcRect b="0" l="0" r="0" t="0"/>
          <a:stretch/>
        </p:blipFill>
        <p:spPr>
          <a:xfrm>
            <a:off x="2263013" y="3083346"/>
            <a:ext cx="2800474" cy="3220254"/>
          </a:xfrm>
          <a:prstGeom prst="rect">
            <a:avLst/>
          </a:prstGeom>
          <a:noFill/>
          <a:ln>
            <a:noFill/>
          </a:ln>
        </p:spPr>
      </p:pic>
      <p:sp>
        <p:nvSpPr>
          <p:cNvPr id="491" name="Google Shape;491;p27"/>
          <p:cNvSpPr/>
          <p:nvPr/>
        </p:nvSpPr>
        <p:spPr>
          <a:xfrm>
            <a:off x="838200" y="1430801"/>
            <a:ext cx="505843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dk1"/>
                </a:solidFill>
                <a:latin typeface="Open Sans"/>
                <a:ea typeface="Open Sans"/>
                <a:cs typeface="Open Sans"/>
                <a:sym typeface="Open Sans"/>
              </a:rPr>
              <a:t>Answer the questions on P.22 of the textbook.</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91"/>
                                        </p:tgtEl>
                                        <p:attrNameLst>
                                          <p:attrName>style.visibility</p:attrName>
                                        </p:attrNameLst>
                                      </p:cBhvr>
                                      <p:to>
                                        <p:strVal val="visible"/>
                                      </p:to>
                                    </p:set>
                                    <p:anim calcmode="lin" valueType="num">
                                      <p:cBhvr additive="base">
                                        <p:cTn dur="500"/>
                                        <p:tgtEl>
                                          <p:spTgt spid="49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87">
                                            <p:txEl>
                                              <p:pRg end="0" st="0"/>
                                            </p:txEl>
                                          </p:spTgt>
                                        </p:tgtEl>
                                        <p:attrNameLst>
                                          <p:attrName>style.visibility</p:attrName>
                                        </p:attrNameLst>
                                      </p:cBhvr>
                                      <p:to>
                                        <p:strVal val="visible"/>
                                      </p:to>
                                    </p:set>
                                    <p:anim calcmode="lin" valueType="num">
                                      <p:cBhvr additive="base">
                                        <p:cTn dur="500"/>
                                        <p:tgtEl>
                                          <p:spTgt spid="48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87">
                                            <p:txEl>
                                              <p:pRg end="1" st="1"/>
                                            </p:txEl>
                                          </p:spTgt>
                                        </p:tgtEl>
                                        <p:attrNameLst>
                                          <p:attrName>style.visibility</p:attrName>
                                        </p:attrNameLst>
                                      </p:cBhvr>
                                      <p:to>
                                        <p:strVal val="visible"/>
                                      </p:to>
                                    </p:set>
                                    <p:anim calcmode="lin" valueType="num">
                                      <p:cBhvr additive="base">
                                        <p:cTn dur="500"/>
                                        <p:tgtEl>
                                          <p:spTgt spid="48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87">
                                            <p:txEl>
                                              <p:pRg end="2" st="2"/>
                                            </p:txEl>
                                          </p:spTgt>
                                        </p:tgtEl>
                                        <p:attrNameLst>
                                          <p:attrName>style.visibility</p:attrName>
                                        </p:attrNameLst>
                                      </p:cBhvr>
                                      <p:to>
                                        <p:strVal val="visible"/>
                                      </p:to>
                                    </p:set>
                                    <p:anim calcmode="lin" valueType="num">
                                      <p:cBhvr additive="base">
                                        <p:cTn dur="500"/>
                                        <p:tgtEl>
                                          <p:spTgt spid="48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90"/>
                                        </p:tgtEl>
                                        <p:attrNameLst>
                                          <p:attrName>style.visibility</p:attrName>
                                        </p:attrNameLst>
                                      </p:cBhvr>
                                      <p:to>
                                        <p:strVal val="visible"/>
                                      </p:to>
                                    </p:set>
                                    <p:anim calcmode="lin" valueType="num">
                                      <p:cBhvr additive="base">
                                        <p:cTn dur="500"/>
                                        <p:tgtEl>
                                          <p:spTgt spid="49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28"/>
          <p:cNvSpPr txBox="1"/>
          <p:nvPr>
            <p:ph idx="1" type="body"/>
          </p:nvPr>
        </p:nvSpPr>
        <p:spPr>
          <a:xfrm>
            <a:off x="838200" y="1443600"/>
            <a:ext cx="10515600" cy="486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500"/>
              <a:buNone/>
            </a:pPr>
            <a:r>
              <a:rPr lang="en-US"/>
              <a:t>2. </a:t>
            </a:r>
            <a:endParaRPr/>
          </a:p>
        </p:txBody>
      </p:sp>
      <p:sp>
        <p:nvSpPr>
          <p:cNvPr id="497" name="Google Shape;497;p28"/>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98" name="Google Shape;498;p28"/>
          <p:cNvSpPr txBox="1"/>
          <p:nvPr>
            <p:ph idx="2" type="body"/>
          </p:nvPr>
        </p:nvSpPr>
        <p:spPr>
          <a:xfrm>
            <a:off x="3704400"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1.3</a:t>
            </a:r>
            <a:endParaRPr/>
          </a:p>
        </p:txBody>
      </p:sp>
      <p:pic>
        <p:nvPicPr>
          <p:cNvPr id="499" name="Google Shape;499;p28"/>
          <p:cNvPicPr preferRelativeResize="0"/>
          <p:nvPr/>
        </p:nvPicPr>
        <p:blipFill rotWithShape="1">
          <a:blip r:embed="rId3">
            <a:alphaModFix/>
          </a:blip>
          <a:srcRect b="0" l="0" r="0" t="0"/>
          <a:stretch/>
        </p:blipFill>
        <p:spPr>
          <a:xfrm>
            <a:off x="1607286" y="1443600"/>
            <a:ext cx="6206165" cy="170896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96">
                                            <p:txEl>
                                              <p:pRg end="0" st="0"/>
                                            </p:txEl>
                                          </p:spTgt>
                                        </p:tgtEl>
                                        <p:attrNameLst>
                                          <p:attrName>style.visibility</p:attrName>
                                        </p:attrNameLst>
                                      </p:cBhvr>
                                      <p:to>
                                        <p:strVal val="visible"/>
                                      </p:to>
                                    </p:set>
                                    <p:anim calcmode="lin" valueType="num">
                                      <p:cBhvr additive="base">
                                        <p:cTn dur="500"/>
                                        <p:tgtEl>
                                          <p:spTgt spid="49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99"/>
                                        </p:tgtEl>
                                        <p:attrNameLst>
                                          <p:attrName>style.visibility</p:attrName>
                                        </p:attrNameLst>
                                      </p:cBhvr>
                                      <p:to>
                                        <p:strVal val="visible"/>
                                      </p:to>
                                    </p:set>
                                    <p:anim calcmode="lin" valueType="num">
                                      <p:cBhvr additive="base">
                                        <p:cTn dur="500"/>
                                        <p:tgtEl>
                                          <p:spTgt spid="49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29"/>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606060"/>
              </a:buClr>
              <a:buSzPts val="3200"/>
              <a:buFont typeface="Open Sans"/>
              <a:buNone/>
            </a:pPr>
            <a:r>
              <a:rPr lang="en-US"/>
              <a:t>Iteration</a:t>
            </a:r>
            <a:endParaRPr/>
          </a:p>
        </p:txBody>
      </p:sp>
      <p:sp>
        <p:nvSpPr>
          <p:cNvPr id="505" name="Google Shape;505;p29"/>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06" name="Google Shape;506;p29"/>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None/>
            </a:pPr>
            <a:r>
              <a:rPr lang="en-US"/>
              <a:t>B</a:t>
            </a:r>
            <a:endParaRPr/>
          </a:p>
        </p:txBody>
      </p:sp>
      <p:sp>
        <p:nvSpPr>
          <p:cNvPr id="507" name="Google Shape;507;p29"/>
          <p:cNvSpPr txBox="1"/>
          <p:nvPr>
            <p:ph idx="2"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00"/>
              </a:buClr>
              <a:buSzPts val="2500"/>
              <a:buNone/>
            </a:pPr>
            <a:r>
              <a:rPr lang="en-US">
                <a:solidFill>
                  <a:srgbClr val="000000"/>
                </a:solidFill>
                <a:latin typeface="EB Garamond"/>
                <a:ea typeface="EB Garamond"/>
                <a:cs typeface="EB Garamond"/>
                <a:sym typeface="EB Garamond"/>
              </a:rPr>
              <a:t>The iteration control structure is also called the </a:t>
            </a:r>
            <a:r>
              <a:rPr lang="en-US">
                <a:solidFill>
                  <a:srgbClr val="3333FF"/>
                </a:solidFill>
                <a:latin typeface="Open Sans SemiBold"/>
                <a:ea typeface="Open Sans SemiBold"/>
                <a:cs typeface="Open Sans SemiBold"/>
                <a:sym typeface="Open Sans SemiBold"/>
              </a:rPr>
              <a:t>loop </a:t>
            </a:r>
            <a:r>
              <a:rPr lang="en-US">
                <a:solidFill>
                  <a:srgbClr val="000000"/>
                </a:solidFill>
                <a:latin typeface="EB Garamond"/>
                <a:ea typeface="EB Garamond"/>
                <a:cs typeface="EB Garamond"/>
                <a:sym typeface="EB Garamond"/>
              </a:rPr>
              <a:t>control structure. It means repeatedly executing certain statement(s) until the loop condition is no longer true. The statement(s) to be repeated is called </a:t>
            </a:r>
            <a:r>
              <a:rPr lang="en-US">
                <a:solidFill>
                  <a:srgbClr val="3333FF"/>
                </a:solidFill>
                <a:latin typeface="Open Sans SemiBold"/>
                <a:ea typeface="Open Sans SemiBold"/>
                <a:cs typeface="Open Sans SemiBold"/>
                <a:sym typeface="Open Sans SemiBold"/>
              </a:rPr>
              <a:t>loop body</a:t>
            </a:r>
            <a:r>
              <a:rPr lang="en-US">
                <a:solidFill>
                  <a:srgbClr val="000000"/>
                </a:solidFill>
                <a:latin typeface="EB Garamond"/>
                <a:ea typeface="EB Garamond"/>
                <a:cs typeface="EB Garamond"/>
                <a:sym typeface="EB Garamond"/>
              </a:rPr>
              <a: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30"/>
          <p:cNvSpPr txBox="1"/>
          <p:nvPr>
            <p:ph idx="1" type="body"/>
          </p:nvPr>
        </p:nvSpPr>
        <p:spPr>
          <a:xfrm>
            <a:off x="838200" y="1443600"/>
            <a:ext cx="10515600" cy="486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500"/>
              <a:buNone/>
            </a:pPr>
            <a:r>
              <a:rPr lang="en-US"/>
              <a:t>Answer the questions on P.25 of the textbook.</a:t>
            </a:r>
            <a:endParaRPr/>
          </a:p>
          <a:p>
            <a:pPr indent="0" lvl="0" marL="0" rtl="0" algn="l">
              <a:lnSpc>
                <a:spcPct val="120000"/>
              </a:lnSpc>
              <a:spcBef>
                <a:spcPts val="1000"/>
              </a:spcBef>
              <a:spcAft>
                <a:spcPts val="0"/>
              </a:spcAft>
              <a:buClr>
                <a:schemeClr val="dk1"/>
              </a:buClr>
              <a:buSzPts val="2500"/>
              <a:buNone/>
            </a:pPr>
            <a:r>
              <a:rPr lang="en-US"/>
              <a:t>1. </a:t>
            </a:r>
            <a:endParaRPr/>
          </a:p>
        </p:txBody>
      </p:sp>
      <p:sp>
        <p:nvSpPr>
          <p:cNvPr id="513" name="Google Shape;513;p30"/>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14" name="Google Shape;514;p30"/>
          <p:cNvSpPr txBox="1"/>
          <p:nvPr>
            <p:ph idx="2" type="body"/>
          </p:nvPr>
        </p:nvSpPr>
        <p:spPr>
          <a:xfrm>
            <a:off x="3704400"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1.4</a:t>
            </a:r>
            <a:endParaRPr/>
          </a:p>
        </p:txBody>
      </p:sp>
      <p:pic>
        <p:nvPicPr>
          <p:cNvPr id="515" name="Google Shape;515;p30"/>
          <p:cNvPicPr preferRelativeResize="0"/>
          <p:nvPr/>
        </p:nvPicPr>
        <p:blipFill rotWithShape="1">
          <a:blip r:embed="rId3">
            <a:alphaModFix/>
          </a:blip>
          <a:srcRect b="0" l="0" r="0" t="0"/>
          <a:stretch/>
        </p:blipFill>
        <p:spPr>
          <a:xfrm>
            <a:off x="1799871" y="2133552"/>
            <a:ext cx="4673058" cy="417004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12">
                                            <p:txEl>
                                              <p:pRg end="0" st="0"/>
                                            </p:txEl>
                                          </p:spTgt>
                                        </p:tgtEl>
                                        <p:attrNameLst>
                                          <p:attrName>style.visibility</p:attrName>
                                        </p:attrNameLst>
                                      </p:cBhvr>
                                      <p:to>
                                        <p:strVal val="visible"/>
                                      </p:to>
                                    </p:set>
                                    <p:anim calcmode="lin" valueType="num">
                                      <p:cBhvr additive="base">
                                        <p:cTn dur="500"/>
                                        <p:tgtEl>
                                          <p:spTgt spid="51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12">
                                            <p:txEl>
                                              <p:pRg end="1" st="1"/>
                                            </p:txEl>
                                          </p:spTgt>
                                        </p:tgtEl>
                                        <p:attrNameLst>
                                          <p:attrName>style.visibility</p:attrName>
                                        </p:attrNameLst>
                                      </p:cBhvr>
                                      <p:to>
                                        <p:strVal val="visible"/>
                                      </p:to>
                                    </p:set>
                                    <p:anim calcmode="lin" valueType="num">
                                      <p:cBhvr additive="base">
                                        <p:cTn dur="500"/>
                                        <p:tgtEl>
                                          <p:spTgt spid="51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15"/>
                                        </p:tgtEl>
                                        <p:attrNameLst>
                                          <p:attrName>style.visibility</p:attrName>
                                        </p:attrNameLst>
                                      </p:cBhvr>
                                      <p:to>
                                        <p:strVal val="visible"/>
                                      </p:to>
                                    </p:set>
                                    <p:anim calcmode="lin" valueType="num">
                                      <p:cBhvr additive="base">
                                        <p:cTn dur="500"/>
                                        <p:tgtEl>
                                          <p:spTgt spid="51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31"/>
          <p:cNvSpPr txBox="1"/>
          <p:nvPr>
            <p:ph idx="1" type="body"/>
          </p:nvPr>
        </p:nvSpPr>
        <p:spPr>
          <a:xfrm>
            <a:off x="838200" y="1424550"/>
            <a:ext cx="10515600" cy="486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500"/>
              <a:buNone/>
            </a:pPr>
            <a:r>
              <a:rPr lang="en-US"/>
              <a:t>2. </a:t>
            </a:r>
            <a:endParaRPr/>
          </a:p>
        </p:txBody>
      </p:sp>
      <p:sp>
        <p:nvSpPr>
          <p:cNvPr id="521" name="Google Shape;521;p31"/>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22" name="Google Shape;522;p31"/>
          <p:cNvSpPr txBox="1"/>
          <p:nvPr>
            <p:ph idx="2" type="body"/>
          </p:nvPr>
        </p:nvSpPr>
        <p:spPr>
          <a:xfrm>
            <a:off x="3704400"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1.4</a:t>
            </a:r>
            <a:endParaRPr/>
          </a:p>
        </p:txBody>
      </p:sp>
      <p:pic>
        <p:nvPicPr>
          <p:cNvPr id="523" name="Google Shape;523;p31"/>
          <p:cNvPicPr preferRelativeResize="0"/>
          <p:nvPr/>
        </p:nvPicPr>
        <p:blipFill rotWithShape="1">
          <a:blip r:embed="rId3">
            <a:alphaModFix/>
          </a:blip>
          <a:srcRect b="0" l="0" r="0" t="0"/>
          <a:stretch/>
        </p:blipFill>
        <p:spPr>
          <a:xfrm>
            <a:off x="1404862" y="1424550"/>
            <a:ext cx="5592733" cy="3642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20">
                                            <p:txEl>
                                              <p:pRg end="0" st="0"/>
                                            </p:txEl>
                                          </p:spTgt>
                                        </p:tgtEl>
                                        <p:attrNameLst>
                                          <p:attrName>style.visibility</p:attrName>
                                        </p:attrNameLst>
                                      </p:cBhvr>
                                      <p:to>
                                        <p:strVal val="visible"/>
                                      </p:to>
                                    </p:set>
                                    <p:anim calcmode="lin" valueType="num">
                                      <p:cBhvr additive="base">
                                        <p:cTn dur="500"/>
                                        <p:tgtEl>
                                          <p:spTgt spid="52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23"/>
                                        </p:tgtEl>
                                        <p:attrNameLst>
                                          <p:attrName>style.visibility</p:attrName>
                                        </p:attrNameLst>
                                      </p:cBhvr>
                                      <p:to>
                                        <p:strVal val="visible"/>
                                      </p:to>
                                    </p:set>
                                    <p:anim calcmode="lin" valueType="num">
                                      <p:cBhvr additive="base">
                                        <p:cTn dur="500"/>
                                        <p:tgtEl>
                                          <p:spTgt spid="52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32"/>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606060"/>
              </a:buClr>
              <a:buSzPts val="3200"/>
              <a:buFont typeface="Open Sans"/>
              <a:buNone/>
            </a:pPr>
            <a:r>
              <a:rPr lang="en-US"/>
              <a:t>Data Structures</a:t>
            </a:r>
            <a:endParaRPr/>
          </a:p>
        </p:txBody>
      </p:sp>
      <p:sp>
        <p:nvSpPr>
          <p:cNvPr id="529" name="Google Shape;529;p32"/>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30" name="Google Shape;530;p32"/>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None/>
            </a:pPr>
            <a:r>
              <a:rPr lang="en-US"/>
              <a:t>1.5</a:t>
            </a:r>
            <a:endParaRPr/>
          </a:p>
        </p:txBody>
      </p:sp>
      <p:sp>
        <p:nvSpPr>
          <p:cNvPr id="531" name="Google Shape;531;p32"/>
          <p:cNvSpPr txBox="1"/>
          <p:nvPr>
            <p:ph idx="2"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3333FF"/>
              </a:buClr>
              <a:buSzPts val="2500"/>
              <a:buNone/>
            </a:pPr>
            <a:r>
              <a:rPr lang="en-US">
                <a:solidFill>
                  <a:srgbClr val="3333FF"/>
                </a:solidFill>
                <a:latin typeface="Open Sans SemiBold"/>
                <a:ea typeface="Open Sans SemiBold"/>
                <a:cs typeface="Open Sans SemiBold"/>
                <a:sym typeface="Open Sans SemiBold"/>
              </a:rPr>
              <a:t>Data structure </a:t>
            </a:r>
            <a:r>
              <a:rPr lang="en-US">
                <a:solidFill>
                  <a:srgbClr val="000000"/>
                </a:solidFill>
                <a:latin typeface="EB Garamond"/>
                <a:ea typeface="EB Garamond"/>
                <a:cs typeface="EB Garamond"/>
                <a:sym typeface="EB Garamond"/>
              </a:rPr>
              <a:t>helps organising data for easier use. An example is </a:t>
            </a:r>
            <a:r>
              <a:rPr lang="en-US">
                <a:solidFill>
                  <a:srgbClr val="3333FF"/>
                </a:solidFill>
                <a:latin typeface="Open Sans SemiBold"/>
                <a:ea typeface="Open Sans SemiBold"/>
                <a:cs typeface="Open Sans SemiBold"/>
                <a:sym typeface="Open Sans SemiBold"/>
              </a:rPr>
              <a:t>onedimensional array </a:t>
            </a:r>
            <a:r>
              <a:rPr lang="en-US">
                <a:solidFill>
                  <a:srgbClr val="000000"/>
                </a:solidFill>
                <a:latin typeface="EB Garamond"/>
                <a:ea typeface="EB Garamond"/>
                <a:cs typeface="EB Garamond"/>
                <a:sym typeface="EB Garamond"/>
              </a:rPr>
              <a:t>(</a:t>
            </a:r>
            <a:r>
              <a:rPr lang="en-US">
                <a:solidFill>
                  <a:srgbClr val="3333FF"/>
                </a:solidFill>
                <a:latin typeface="Open Sans SemiBold"/>
                <a:ea typeface="Open Sans SemiBold"/>
                <a:cs typeface="Open Sans SemiBold"/>
                <a:sym typeface="Open Sans SemiBold"/>
              </a:rPr>
              <a:t>1D array</a:t>
            </a:r>
            <a:r>
              <a:rPr lang="en-US">
                <a:solidFill>
                  <a:srgbClr val="000000"/>
                </a:solidFill>
                <a:latin typeface="EB Garamond"/>
                <a:ea typeface="EB Garamond"/>
                <a:cs typeface="EB Garamond"/>
                <a:sym typeface="EB Garamond"/>
              </a:rPr>
              <a:t>). It is a simple linear data structure that stores a set of data sequentially in continuous variables. This set of data are often of the same type.</a:t>
            </a:r>
            <a:endParaRPr/>
          </a:p>
        </p:txBody>
      </p:sp>
      <p:pic>
        <p:nvPicPr>
          <p:cNvPr id="532" name="Google Shape;532;p32"/>
          <p:cNvPicPr preferRelativeResize="0"/>
          <p:nvPr/>
        </p:nvPicPr>
        <p:blipFill rotWithShape="1">
          <a:blip r:embed="rId3">
            <a:alphaModFix/>
          </a:blip>
          <a:srcRect b="0" l="0" r="0" t="0"/>
          <a:stretch/>
        </p:blipFill>
        <p:spPr>
          <a:xfrm>
            <a:off x="1810800" y="3521337"/>
            <a:ext cx="8714535" cy="191313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33"/>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4D4D4D"/>
              </a:buClr>
              <a:buSzPts val="3200"/>
              <a:buFont typeface="Open Sans"/>
              <a:buNone/>
            </a:pPr>
            <a:r>
              <a:rPr b="1" lang="en-US">
                <a:solidFill>
                  <a:srgbClr val="4D4D4D"/>
                </a:solidFill>
                <a:latin typeface="Open Sans"/>
                <a:ea typeface="Open Sans"/>
                <a:cs typeface="Open Sans"/>
                <a:sym typeface="Open Sans"/>
              </a:rPr>
              <a:t>Arrays and Python lists (one-dimensional</a:t>
            </a:r>
            <a:br>
              <a:rPr b="1" lang="en-US">
                <a:solidFill>
                  <a:srgbClr val="4D4D4D"/>
                </a:solidFill>
                <a:latin typeface="Open Sans"/>
                <a:ea typeface="Open Sans"/>
                <a:cs typeface="Open Sans"/>
                <a:sym typeface="Open Sans"/>
              </a:rPr>
            </a:br>
            <a:r>
              <a:rPr b="1" lang="en-US">
                <a:solidFill>
                  <a:srgbClr val="4D4D4D"/>
                </a:solidFill>
                <a:latin typeface="Open Sans"/>
                <a:ea typeface="Open Sans"/>
                <a:cs typeface="Open Sans"/>
                <a:sym typeface="Open Sans"/>
              </a:rPr>
              <a:t>arrays)</a:t>
            </a:r>
            <a:endParaRPr/>
          </a:p>
        </p:txBody>
      </p:sp>
      <p:sp>
        <p:nvSpPr>
          <p:cNvPr id="538" name="Google Shape;538;p33"/>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39" name="Google Shape;539;p33"/>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None/>
            </a:pPr>
            <a:r>
              <a:rPr lang="en-US"/>
              <a:t>A</a:t>
            </a:r>
            <a:endParaRPr/>
          </a:p>
        </p:txBody>
      </p:sp>
      <p:sp>
        <p:nvSpPr>
          <p:cNvPr id="540" name="Google Shape;540;p33"/>
          <p:cNvSpPr txBox="1"/>
          <p:nvPr>
            <p:ph idx="2"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00"/>
              </a:buClr>
              <a:buSzPts val="2500"/>
              <a:buNone/>
            </a:pPr>
            <a:r>
              <a:rPr lang="en-US">
                <a:solidFill>
                  <a:srgbClr val="000000"/>
                </a:solidFill>
                <a:latin typeface="EB Garamond"/>
                <a:ea typeface="EB Garamond"/>
                <a:cs typeface="EB Garamond"/>
                <a:sym typeface="EB Garamond"/>
              </a:rPr>
              <a:t>The above diagram illustrates how a list is presented in a linear data structure. </a:t>
            </a:r>
            <a:r>
              <a:rPr lang="en-US" sz="1400">
                <a:solidFill>
                  <a:srgbClr val="000000"/>
                </a:solidFill>
                <a:latin typeface="Courier"/>
                <a:ea typeface="Courier"/>
                <a:cs typeface="Courier"/>
                <a:sym typeface="Courier"/>
              </a:rPr>
              <a:t>age[0] </a:t>
            </a:r>
            <a:r>
              <a:rPr lang="en-US">
                <a:solidFill>
                  <a:srgbClr val="000000"/>
                </a:solidFill>
                <a:latin typeface="EB Garamond"/>
                <a:ea typeface="EB Garamond"/>
                <a:cs typeface="EB Garamond"/>
                <a:sym typeface="EB Garamond"/>
              </a:rPr>
              <a:t>stands for the first piece of data in the list, </a:t>
            </a:r>
            <a:r>
              <a:rPr lang="en-US" sz="1400">
                <a:solidFill>
                  <a:srgbClr val="000000"/>
                </a:solidFill>
                <a:latin typeface="Courier"/>
                <a:ea typeface="Courier"/>
                <a:cs typeface="Courier"/>
                <a:sym typeface="Courier"/>
              </a:rPr>
              <a:t>age[1] </a:t>
            </a:r>
            <a:r>
              <a:rPr lang="en-US">
                <a:solidFill>
                  <a:srgbClr val="000000"/>
                </a:solidFill>
                <a:latin typeface="EB Garamond"/>
                <a:ea typeface="EB Garamond"/>
                <a:cs typeface="EB Garamond"/>
                <a:sym typeface="EB Garamond"/>
              </a:rPr>
              <a:t>the second piece, and so on. This means the value of </a:t>
            </a:r>
            <a:r>
              <a:rPr lang="en-US" sz="1400">
                <a:solidFill>
                  <a:srgbClr val="000000"/>
                </a:solidFill>
                <a:latin typeface="Courier"/>
                <a:ea typeface="Courier"/>
                <a:cs typeface="Courier"/>
                <a:sym typeface="Courier"/>
              </a:rPr>
              <a:t>age[0] </a:t>
            </a:r>
            <a:r>
              <a:rPr lang="en-US">
                <a:solidFill>
                  <a:srgbClr val="000000"/>
                </a:solidFill>
                <a:latin typeface="EB Garamond"/>
                <a:ea typeface="EB Garamond"/>
                <a:cs typeface="EB Garamond"/>
                <a:sym typeface="EB Garamond"/>
              </a:rPr>
              <a:t>is </a:t>
            </a:r>
            <a:r>
              <a:rPr lang="en-US" sz="1400">
                <a:solidFill>
                  <a:srgbClr val="000000"/>
                </a:solidFill>
                <a:latin typeface="Courier"/>
                <a:ea typeface="Courier"/>
                <a:cs typeface="Courier"/>
                <a:sym typeface="Courier"/>
              </a:rPr>
              <a:t>8 </a:t>
            </a:r>
            <a:r>
              <a:rPr lang="en-US">
                <a:solidFill>
                  <a:srgbClr val="000000"/>
                </a:solidFill>
                <a:latin typeface="EB Garamond"/>
                <a:ea typeface="EB Garamond"/>
                <a:cs typeface="EB Garamond"/>
                <a:sym typeface="EB Garamond"/>
              </a:rPr>
              <a:t>and that of </a:t>
            </a:r>
            <a:r>
              <a:rPr lang="en-US" sz="1400">
                <a:solidFill>
                  <a:srgbClr val="000000"/>
                </a:solidFill>
                <a:latin typeface="Courier"/>
                <a:ea typeface="Courier"/>
                <a:cs typeface="Courier"/>
                <a:sym typeface="Courier"/>
              </a:rPr>
              <a:t>age[1] </a:t>
            </a:r>
            <a:r>
              <a:rPr lang="en-US">
                <a:solidFill>
                  <a:srgbClr val="000000"/>
                </a:solidFill>
                <a:latin typeface="EB Garamond"/>
                <a:ea typeface="EB Garamond"/>
                <a:cs typeface="EB Garamond"/>
                <a:sym typeface="EB Garamond"/>
              </a:rPr>
              <a:t>is </a:t>
            </a:r>
            <a:r>
              <a:rPr lang="en-US" sz="1400">
                <a:solidFill>
                  <a:srgbClr val="000000"/>
                </a:solidFill>
                <a:latin typeface="Courier"/>
                <a:ea typeface="Courier"/>
                <a:cs typeface="Courier"/>
                <a:sym typeface="Courier"/>
              </a:rPr>
              <a:t>21</a:t>
            </a:r>
            <a:r>
              <a:rPr lang="en-US">
                <a:solidFill>
                  <a:srgbClr val="000000"/>
                </a:solidFill>
                <a:latin typeface="EB Garamond"/>
                <a:ea typeface="EB Garamond"/>
                <a:cs typeface="EB Garamond"/>
                <a:sym typeface="EB Garamond"/>
              </a:rPr>
              <a:t>.</a:t>
            </a:r>
            <a:endParaRPr/>
          </a:p>
          <a:p>
            <a:pPr indent="0" lvl="0" marL="0" rtl="0" algn="l">
              <a:lnSpc>
                <a:spcPct val="120000"/>
              </a:lnSpc>
              <a:spcBef>
                <a:spcPts val="1000"/>
              </a:spcBef>
              <a:spcAft>
                <a:spcPts val="0"/>
              </a:spcAft>
              <a:buClr>
                <a:srgbClr val="000000"/>
              </a:buClr>
              <a:buSzPts val="2500"/>
              <a:buNone/>
            </a:pPr>
            <a:r>
              <a:rPr lang="en-US">
                <a:solidFill>
                  <a:srgbClr val="000000"/>
                </a:solidFill>
                <a:latin typeface="EB Garamond"/>
                <a:ea typeface="EB Garamond"/>
                <a:cs typeface="EB Garamond"/>
                <a:sym typeface="EB Garamond"/>
              </a:rPr>
              <a:t>Apart from connecting a lot of related data, lists facilitate the use of loops to implement different algorithms, such as algorithms of </a:t>
            </a:r>
            <a:r>
              <a:rPr lang="en-US">
                <a:solidFill>
                  <a:srgbClr val="3333FF"/>
                </a:solidFill>
                <a:latin typeface="Open Sans SemiBold"/>
                <a:ea typeface="Open Sans SemiBold"/>
                <a:cs typeface="Open Sans SemiBold"/>
                <a:sym typeface="Open Sans SemiBold"/>
              </a:rPr>
              <a:t>counting </a:t>
            </a:r>
            <a:r>
              <a:rPr lang="en-US">
                <a:solidFill>
                  <a:srgbClr val="000000"/>
                </a:solidFill>
                <a:latin typeface="EB Garamond"/>
                <a:ea typeface="EB Garamond"/>
                <a:cs typeface="EB Garamond"/>
                <a:sym typeface="EB Garamond"/>
              </a:rPr>
              <a:t>and </a:t>
            </a:r>
            <a:r>
              <a:rPr lang="en-US">
                <a:solidFill>
                  <a:srgbClr val="3333FF"/>
                </a:solidFill>
                <a:latin typeface="Open Sans SemiBold"/>
                <a:ea typeface="Open Sans SemiBold"/>
                <a:cs typeface="Open Sans SemiBold"/>
                <a:sym typeface="Open Sans SemiBold"/>
              </a:rPr>
              <a:t>accumulating</a:t>
            </a:r>
            <a:r>
              <a:rPr lang="en-US">
                <a:solidFill>
                  <a:srgbClr val="000000"/>
                </a:solidFill>
                <a:latin typeface="EB Garamond"/>
                <a:ea typeface="EB Garamond"/>
                <a:cs typeface="EB Garamond"/>
                <a:sym typeface="EB Garamond"/>
              </a:rPr>
              <a:t>.</a:t>
            </a:r>
            <a:endParaRPr/>
          </a:p>
        </p:txBody>
      </p:sp>
      <p:pic>
        <p:nvPicPr>
          <p:cNvPr id="541" name="Google Shape;541;p33"/>
          <p:cNvPicPr preferRelativeResize="0"/>
          <p:nvPr/>
        </p:nvPicPr>
        <p:blipFill rotWithShape="1">
          <a:blip r:embed="rId3">
            <a:alphaModFix/>
          </a:blip>
          <a:srcRect b="0" l="0" r="0" t="0"/>
          <a:stretch/>
        </p:blipFill>
        <p:spPr>
          <a:xfrm>
            <a:off x="1810800" y="3949200"/>
            <a:ext cx="8714535" cy="191313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34"/>
          <p:cNvSpPr txBox="1"/>
          <p:nvPr>
            <p:ph idx="1" type="body"/>
          </p:nvPr>
        </p:nvSpPr>
        <p:spPr>
          <a:xfrm>
            <a:off x="838200" y="1443600"/>
            <a:ext cx="10515600" cy="486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500"/>
              <a:buNone/>
            </a:pPr>
            <a:r>
              <a:rPr lang="en-US"/>
              <a:t>Answer the questions on P.28 of the textbook.</a:t>
            </a:r>
            <a:endParaRPr/>
          </a:p>
          <a:p>
            <a:pPr indent="0" lvl="0" marL="0" rtl="0" algn="l">
              <a:lnSpc>
                <a:spcPct val="120000"/>
              </a:lnSpc>
              <a:spcBef>
                <a:spcPts val="1000"/>
              </a:spcBef>
              <a:spcAft>
                <a:spcPts val="0"/>
              </a:spcAft>
              <a:buClr>
                <a:schemeClr val="dk1"/>
              </a:buClr>
              <a:buSzPts val="2500"/>
              <a:buNone/>
            </a:pPr>
            <a:r>
              <a:t/>
            </a:r>
            <a:endParaRPr/>
          </a:p>
          <a:p>
            <a:pPr indent="0" lvl="0" marL="0" rtl="0" algn="l">
              <a:lnSpc>
                <a:spcPct val="120000"/>
              </a:lnSpc>
              <a:spcBef>
                <a:spcPts val="1000"/>
              </a:spcBef>
              <a:spcAft>
                <a:spcPts val="0"/>
              </a:spcAft>
              <a:buClr>
                <a:schemeClr val="dk1"/>
              </a:buClr>
              <a:buSzPts val="2500"/>
              <a:buNone/>
            </a:pPr>
            <a:r>
              <a:rPr lang="en-US"/>
              <a:t>1. </a:t>
            </a:r>
            <a:endParaRPr/>
          </a:p>
        </p:txBody>
      </p:sp>
      <p:sp>
        <p:nvSpPr>
          <p:cNvPr id="547" name="Google Shape;547;p34"/>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48" name="Google Shape;548;p34"/>
          <p:cNvSpPr txBox="1"/>
          <p:nvPr>
            <p:ph idx="2" type="body"/>
          </p:nvPr>
        </p:nvSpPr>
        <p:spPr>
          <a:xfrm>
            <a:off x="3704400"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1.5</a:t>
            </a:r>
            <a:endParaRPr/>
          </a:p>
        </p:txBody>
      </p:sp>
      <p:pic>
        <p:nvPicPr>
          <p:cNvPr id="549" name="Google Shape;549;p34"/>
          <p:cNvPicPr preferRelativeResize="0"/>
          <p:nvPr/>
        </p:nvPicPr>
        <p:blipFill rotWithShape="1">
          <a:blip r:embed="rId3">
            <a:alphaModFix/>
          </a:blip>
          <a:srcRect b="0" l="0" r="0" t="0"/>
          <a:stretch/>
        </p:blipFill>
        <p:spPr>
          <a:xfrm>
            <a:off x="1307578" y="2564006"/>
            <a:ext cx="9576844" cy="2918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6">
                                            <p:txEl>
                                              <p:pRg end="0" st="0"/>
                                            </p:txEl>
                                          </p:spTgt>
                                        </p:tgtEl>
                                        <p:attrNameLst>
                                          <p:attrName>style.visibility</p:attrName>
                                        </p:attrNameLst>
                                      </p:cBhvr>
                                      <p:to>
                                        <p:strVal val="visible"/>
                                      </p:to>
                                    </p:set>
                                    <p:anim calcmode="lin" valueType="num">
                                      <p:cBhvr additive="base">
                                        <p:cTn dur="500"/>
                                        <p:tgtEl>
                                          <p:spTgt spid="54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6">
                                            <p:txEl>
                                              <p:pRg end="1" st="1"/>
                                            </p:txEl>
                                          </p:spTgt>
                                        </p:tgtEl>
                                        <p:attrNameLst>
                                          <p:attrName>style.visibility</p:attrName>
                                        </p:attrNameLst>
                                      </p:cBhvr>
                                      <p:to>
                                        <p:strVal val="visible"/>
                                      </p:to>
                                    </p:set>
                                    <p:anim calcmode="lin" valueType="num">
                                      <p:cBhvr additive="base">
                                        <p:cTn dur="500"/>
                                        <p:tgtEl>
                                          <p:spTgt spid="54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6">
                                            <p:txEl>
                                              <p:pRg end="2" st="2"/>
                                            </p:txEl>
                                          </p:spTgt>
                                        </p:tgtEl>
                                        <p:attrNameLst>
                                          <p:attrName>style.visibility</p:attrName>
                                        </p:attrNameLst>
                                      </p:cBhvr>
                                      <p:to>
                                        <p:strVal val="visible"/>
                                      </p:to>
                                    </p:set>
                                    <p:anim calcmode="lin" valueType="num">
                                      <p:cBhvr additive="base">
                                        <p:cTn dur="500"/>
                                        <p:tgtEl>
                                          <p:spTgt spid="54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9"/>
                                        </p:tgtEl>
                                        <p:attrNameLst>
                                          <p:attrName>style.visibility</p:attrName>
                                        </p:attrNameLst>
                                      </p:cBhvr>
                                      <p:to>
                                        <p:strVal val="visible"/>
                                      </p:to>
                                    </p:set>
                                    <p:anim calcmode="lin" valueType="num">
                                      <p:cBhvr additive="base">
                                        <p:cTn dur="500"/>
                                        <p:tgtEl>
                                          <p:spTgt spid="54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35"/>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55" name="Google Shape;555;p35"/>
          <p:cNvSpPr txBox="1"/>
          <p:nvPr>
            <p:ph idx="2" type="body"/>
          </p:nvPr>
        </p:nvSpPr>
        <p:spPr>
          <a:xfrm>
            <a:off x="3704400"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1.5</a:t>
            </a:r>
            <a:endParaRPr/>
          </a:p>
        </p:txBody>
      </p:sp>
      <p:sp>
        <p:nvSpPr>
          <p:cNvPr id="556" name="Google Shape;556;p35"/>
          <p:cNvSpPr txBox="1"/>
          <p:nvPr>
            <p:ph idx="1" type="body"/>
          </p:nvPr>
        </p:nvSpPr>
        <p:spPr>
          <a:xfrm>
            <a:off x="838200" y="1443600"/>
            <a:ext cx="10515600" cy="486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500"/>
              <a:buNone/>
            </a:pPr>
            <a:r>
              <a:t/>
            </a:r>
            <a:endParaRPr/>
          </a:p>
          <a:p>
            <a:pPr indent="0" lvl="0" marL="0" rtl="0" algn="l">
              <a:lnSpc>
                <a:spcPct val="120000"/>
              </a:lnSpc>
              <a:spcBef>
                <a:spcPts val="1000"/>
              </a:spcBef>
              <a:spcAft>
                <a:spcPts val="0"/>
              </a:spcAft>
              <a:buClr>
                <a:schemeClr val="dk1"/>
              </a:buClr>
              <a:buSzPts val="2500"/>
              <a:buNone/>
            </a:pPr>
            <a:r>
              <a:t/>
            </a:r>
            <a:endParaRPr/>
          </a:p>
          <a:p>
            <a:pPr indent="0" lvl="0" marL="0" rtl="0" algn="l">
              <a:lnSpc>
                <a:spcPct val="120000"/>
              </a:lnSpc>
              <a:spcBef>
                <a:spcPts val="1000"/>
              </a:spcBef>
              <a:spcAft>
                <a:spcPts val="0"/>
              </a:spcAft>
              <a:buClr>
                <a:schemeClr val="dk1"/>
              </a:buClr>
              <a:buSzPts val="2500"/>
              <a:buNone/>
            </a:pPr>
            <a:r>
              <a:t/>
            </a:r>
            <a:endParaRPr/>
          </a:p>
          <a:p>
            <a:pPr indent="0" lvl="0" marL="0" rtl="0" algn="l">
              <a:lnSpc>
                <a:spcPct val="120000"/>
              </a:lnSpc>
              <a:spcBef>
                <a:spcPts val="1000"/>
              </a:spcBef>
              <a:spcAft>
                <a:spcPts val="0"/>
              </a:spcAft>
              <a:buClr>
                <a:schemeClr val="dk1"/>
              </a:buClr>
              <a:buSzPts val="2500"/>
              <a:buNone/>
            </a:pPr>
            <a:r>
              <a:t/>
            </a:r>
            <a:endParaRPr/>
          </a:p>
          <a:p>
            <a:pPr indent="0" lvl="0" marL="0" rtl="0" algn="l">
              <a:lnSpc>
                <a:spcPct val="120000"/>
              </a:lnSpc>
              <a:spcBef>
                <a:spcPts val="1000"/>
              </a:spcBef>
              <a:spcAft>
                <a:spcPts val="0"/>
              </a:spcAft>
              <a:buClr>
                <a:schemeClr val="dk1"/>
              </a:buClr>
              <a:buSzPts val="2500"/>
              <a:buNone/>
            </a:pPr>
            <a:r>
              <a:t/>
            </a:r>
            <a:endParaRPr/>
          </a:p>
          <a:p>
            <a:pPr indent="0" lvl="0" marL="0" rtl="0" algn="l">
              <a:lnSpc>
                <a:spcPct val="120000"/>
              </a:lnSpc>
              <a:spcBef>
                <a:spcPts val="1000"/>
              </a:spcBef>
              <a:spcAft>
                <a:spcPts val="0"/>
              </a:spcAft>
              <a:buClr>
                <a:schemeClr val="dk1"/>
              </a:buClr>
              <a:buSzPts val="2500"/>
              <a:buNone/>
            </a:pPr>
            <a:r>
              <a:rPr lang="en-US"/>
              <a:t>(c) </a:t>
            </a:r>
            <a:r>
              <a:rPr lang="en-US">
                <a:solidFill>
                  <a:srgbClr val="FF0000"/>
                </a:solidFill>
              </a:rPr>
              <a:t>Add 1 to the number in binary representation in array B</a:t>
            </a:r>
            <a:endParaRPr/>
          </a:p>
          <a:p>
            <a:pPr indent="0" lvl="0" marL="0" rtl="0" algn="l">
              <a:lnSpc>
                <a:spcPct val="120000"/>
              </a:lnSpc>
              <a:spcBef>
                <a:spcPts val="1000"/>
              </a:spcBef>
              <a:spcAft>
                <a:spcPts val="0"/>
              </a:spcAft>
              <a:buClr>
                <a:schemeClr val="dk1"/>
              </a:buClr>
              <a:buSzPts val="2500"/>
              <a:buNone/>
            </a:pPr>
            <a:r>
              <a:t/>
            </a:r>
            <a:endParaRPr>
              <a:solidFill>
                <a:srgbClr val="FF0000"/>
              </a:solidFill>
            </a:endParaRPr>
          </a:p>
          <a:p>
            <a:pPr indent="0" lvl="0" marL="0" rtl="0" algn="l">
              <a:lnSpc>
                <a:spcPct val="120000"/>
              </a:lnSpc>
              <a:spcBef>
                <a:spcPts val="1000"/>
              </a:spcBef>
              <a:spcAft>
                <a:spcPts val="0"/>
              </a:spcAft>
              <a:buClr>
                <a:schemeClr val="dk1"/>
              </a:buClr>
              <a:buSzPts val="2500"/>
              <a:buNone/>
            </a:pPr>
            <a:r>
              <a:rPr lang="en-US"/>
              <a:t>(d) </a:t>
            </a:r>
            <a:r>
              <a:rPr lang="en-US">
                <a:solidFill>
                  <a:srgbClr val="FF0000"/>
                </a:solidFill>
              </a:rPr>
              <a:t>Accessing an item outside the range of the array index</a:t>
            </a:r>
            <a:endParaRPr/>
          </a:p>
        </p:txBody>
      </p:sp>
      <p:pic>
        <p:nvPicPr>
          <p:cNvPr id="557" name="Google Shape;557;p35"/>
          <p:cNvPicPr preferRelativeResize="0"/>
          <p:nvPr/>
        </p:nvPicPr>
        <p:blipFill rotWithShape="1">
          <a:blip r:embed="rId3">
            <a:alphaModFix/>
          </a:blip>
          <a:srcRect b="0" l="0" r="0" t="0"/>
          <a:stretch/>
        </p:blipFill>
        <p:spPr>
          <a:xfrm>
            <a:off x="838200" y="1537516"/>
            <a:ext cx="7684238" cy="219549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57"/>
                                        </p:tgtEl>
                                        <p:attrNameLst>
                                          <p:attrName>style.visibility</p:attrName>
                                        </p:attrNameLst>
                                      </p:cBhvr>
                                      <p:to>
                                        <p:strVal val="visible"/>
                                      </p:to>
                                    </p:set>
                                    <p:anim calcmode="lin" valueType="num">
                                      <p:cBhvr additive="base">
                                        <p:cTn dur="500"/>
                                        <p:tgtEl>
                                          <p:spTgt spid="55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36"/>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606060"/>
              </a:buClr>
              <a:buSzPts val="3200"/>
              <a:buFont typeface="Open Sans"/>
              <a:buNone/>
            </a:pPr>
            <a:r>
              <a:rPr lang="en-US"/>
              <a:t>Strings</a:t>
            </a:r>
            <a:endParaRPr/>
          </a:p>
        </p:txBody>
      </p:sp>
      <p:sp>
        <p:nvSpPr>
          <p:cNvPr id="563" name="Google Shape;563;p36"/>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64" name="Google Shape;564;p36"/>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None/>
            </a:pPr>
            <a:r>
              <a:rPr lang="en-US"/>
              <a:t>B</a:t>
            </a:r>
            <a:endParaRPr/>
          </a:p>
        </p:txBody>
      </p:sp>
      <p:sp>
        <p:nvSpPr>
          <p:cNvPr id="565" name="Google Shape;565;p36"/>
          <p:cNvSpPr txBox="1"/>
          <p:nvPr>
            <p:ph idx="2"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00"/>
              </a:buClr>
              <a:buSzPts val="2500"/>
              <a:buNone/>
            </a:pPr>
            <a:r>
              <a:rPr lang="en-US">
                <a:solidFill>
                  <a:srgbClr val="000000"/>
                </a:solidFill>
                <a:latin typeface="EB Garamond"/>
                <a:ea typeface="EB Garamond"/>
                <a:cs typeface="EB Garamond"/>
                <a:sym typeface="EB Garamond"/>
              </a:rPr>
              <a:t>A </a:t>
            </a:r>
            <a:r>
              <a:rPr lang="en-US">
                <a:solidFill>
                  <a:srgbClr val="3333FF"/>
                </a:solidFill>
                <a:latin typeface="Open Sans SemiBold"/>
                <a:ea typeface="Open Sans SemiBold"/>
                <a:cs typeface="Open Sans SemiBold"/>
                <a:sym typeface="Open Sans SemiBold"/>
              </a:rPr>
              <a:t>string </a:t>
            </a:r>
            <a:r>
              <a:rPr lang="en-US">
                <a:solidFill>
                  <a:srgbClr val="000000"/>
                </a:solidFill>
                <a:latin typeface="EB Garamond"/>
                <a:ea typeface="EB Garamond"/>
                <a:cs typeface="EB Garamond"/>
                <a:sym typeface="EB Garamond"/>
              </a:rPr>
              <a:t>is formed by a series of </a:t>
            </a:r>
            <a:r>
              <a:rPr lang="en-US">
                <a:solidFill>
                  <a:srgbClr val="3333FF"/>
                </a:solidFill>
                <a:latin typeface="Open Sans SemiBold"/>
                <a:ea typeface="Open Sans SemiBold"/>
                <a:cs typeface="Open Sans SemiBold"/>
                <a:sym typeface="Open Sans SemiBold"/>
              </a:rPr>
              <a:t>characters</a:t>
            </a:r>
            <a:r>
              <a:rPr lang="en-US">
                <a:solidFill>
                  <a:srgbClr val="000000"/>
                </a:solidFill>
                <a:latin typeface="EB Garamond"/>
                <a:ea typeface="EB Garamond"/>
                <a:cs typeface="EB Garamond"/>
                <a:sym typeface="EB Garamond"/>
              </a:rPr>
              <a:t>. In the following example, the characters in the string </a:t>
            </a:r>
            <a:r>
              <a:rPr lang="en-US" sz="1400">
                <a:solidFill>
                  <a:srgbClr val="000000"/>
                </a:solidFill>
                <a:latin typeface="Courier"/>
                <a:ea typeface="Courier"/>
                <a:cs typeface="Courier"/>
                <a:sym typeface="Courier"/>
              </a:rPr>
              <a:t>"Work Hard!" </a:t>
            </a:r>
            <a:r>
              <a:rPr lang="en-US">
                <a:solidFill>
                  <a:srgbClr val="000000"/>
                </a:solidFill>
                <a:latin typeface="EB Garamond"/>
                <a:ea typeface="EB Garamond"/>
                <a:cs typeface="EB Garamond"/>
                <a:sym typeface="EB Garamond"/>
              </a:rPr>
              <a:t>are placed in a list named </a:t>
            </a:r>
            <a:r>
              <a:rPr lang="en-US" sz="1400">
                <a:solidFill>
                  <a:srgbClr val="000000"/>
                </a:solidFill>
                <a:latin typeface="Courier"/>
                <a:ea typeface="Courier"/>
                <a:cs typeface="Courier"/>
                <a:sym typeface="Courier"/>
              </a:rPr>
              <a:t>the_string</a:t>
            </a:r>
            <a:r>
              <a:rPr lang="en-US">
                <a:solidFill>
                  <a:srgbClr val="000000"/>
                </a:solidFill>
                <a:latin typeface="EB Garamond"/>
                <a:ea typeface="EB Garamond"/>
                <a:cs typeface="EB Garamond"/>
                <a:sym typeface="EB Garamond"/>
              </a:rPr>
              <a:t>, i.e. the value of </a:t>
            </a:r>
            <a:r>
              <a:rPr lang="en-US" sz="1400">
                <a:solidFill>
                  <a:srgbClr val="000000"/>
                </a:solidFill>
                <a:latin typeface="Courier"/>
                <a:ea typeface="Courier"/>
                <a:cs typeface="Courier"/>
                <a:sym typeface="Courier"/>
              </a:rPr>
              <a:t>the_string[0] </a:t>
            </a:r>
            <a:r>
              <a:rPr lang="en-US">
                <a:solidFill>
                  <a:srgbClr val="000000"/>
                </a:solidFill>
                <a:latin typeface="EB Garamond"/>
                <a:ea typeface="EB Garamond"/>
                <a:cs typeface="EB Garamond"/>
                <a:sym typeface="EB Garamond"/>
              </a:rPr>
              <a:t>is </a:t>
            </a:r>
            <a:r>
              <a:rPr lang="en-US" sz="1400">
                <a:solidFill>
                  <a:srgbClr val="000000"/>
                </a:solidFill>
                <a:latin typeface="Courier"/>
                <a:ea typeface="Courier"/>
                <a:cs typeface="Courier"/>
                <a:sym typeface="Courier"/>
              </a:rPr>
              <a:t>'W'</a:t>
            </a:r>
            <a:r>
              <a:rPr lang="en-US">
                <a:solidFill>
                  <a:srgbClr val="000000"/>
                </a:solidFill>
                <a:latin typeface="EB Garamond"/>
                <a:ea typeface="EB Garamond"/>
                <a:cs typeface="EB Garamond"/>
                <a:sym typeface="EB Garamond"/>
              </a:rPr>
              <a:t>.</a:t>
            </a:r>
            <a:endParaRPr/>
          </a:p>
        </p:txBody>
      </p:sp>
      <p:pic>
        <p:nvPicPr>
          <p:cNvPr id="566" name="Google Shape;566;p36"/>
          <p:cNvPicPr preferRelativeResize="0"/>
          <p:nvPr/>
        </p:nvPicPr>
        <p:blipFill rotWithShape="1">
          <a:blip r:embed="rId3">
            <a:alphaModFix/>
          </a:blip>
          <a:srcRect b="0" l="0" r="0" t="0"/>
          <a:stretch/>
        </p:blipFill>
        <p:spPr>
          <a:xfrm>
            <a:off x="2262674" y="2634883"/>
            <a:ext cx="7667851" cy="185493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37"/>
          <p:cNvSpPr txBox="1"/>
          <p:nvPr>
            <p:ph idx="1" type="body"/>
          </p:nvPr>
        </p:nvSpPr>
        <p:spPr>
          <a:xfrm>
            <a:off x="838200" y="1443600"/>
            <a:ext cx="10515600" cy="486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500"/>
              <a:buNone/>
            </a:pPr>
            <a:r>
              <a:rPr lang="en-US"/>
              <a:t>Answer the questions on P.31 of the textbook.</a:t>
            </a:r>
            <a:endParaRPr/>
          </a:p>
          <a:p>
            <a:pPr indent="0" lvl="0" marL="0" rtl="0" algn="l">
              <a:lnSpc>
                <a:spcPct val="120000"/>
              </a:lnSpc>
              <a:spcBef>
                <a:spcPts val="1000"/>
              </a:spcBef>
              <a:spcAft>
                <a:spcPts val="0"/>
              </a:spcAft>
              <a:buClr>
                <a:schemeClr val="dk1"/>
              </a:buClr>
              <a:buSzPts val="2500"/>
              <a:buNone/>
            </a:pPr>
            <a:r>
              <a:rPr lang="en-US"/>
              <a:t>1.(a)(i) </a:t>
            </a:r>
            <a:r>
              <a:rPr lang="en-US">
                <a:solidFill>
                  <a:srgbClr val="FF0000"/>
                </a:solidFill>
                <a:latin typeface="Courier"/>
                <a:ea typeface="Courier"/>
                <a:cs typeface="Courier"/>
                <a:sym typeface="Courier"/>
              </a:rPr>
              <a:t>Valid</a:t>
            </a:r>
            <a:endParaRPr/>
          </a:p>
          <a:p>
            <a:pPr indent="0" lvl="0" marL="0" rtl="0" algn="l">
              <a:lnSpc>
                <a:spcPct val="120000"/>
              </a:lnSpc>
              <a:spcBef>
                <a:spcPts val="1000"/>
              </a:spcBef>
              <a:spcAft>
                <a:spcPts val="0"/>
              </a:spcAft>
              <a:buClr>
                <a:schemeClr val="dk1"/>
              </a:buClr>
              <a:buSzPts val="2500"/>
              <a:buNone/>
            </a:pPr>
            <a:r>
              <a:rPr lang="en-US"/>
              <a:t>         (ii) </a:t>
            </a:r>
            <a:r>
              <a:rPr lang="en-US">
                <a:solidFill>
                  <a:srgbClr val="FF0000"/>
                </a:solidFill>
                <a:latin typeface="Courier"/>
                <a:ea typeface="Courier"/>
                <a:cs typeface="Courier"/>
                <a:sym typeface="Courier"/>
              </a:rPr>
              <a:t>Missing quotation mark</a:t>
            </a:r>
            <a:endParaRPr/>
          </a:p>
          <a:p>
            <a:pPr indent="0" lvl="0" marL="0" rtl="0" algn="l">
              <a:lnSpc>
                <a:spcPct val="120000"/>
              </a:lnSpc>
              <a:spcBef>
                <a:spcPts val="1000"/>
              </a:spcBef>
              <a:spcAft>
                <a:spcPts val="0"/>
              </a:spcAft>
              <a:buClr>
                <a:srgbClr val="FF0000"/>
              </a:buClr>
              <a:buSzPts val="2500"/>
              <a:buNone/>
            </a:pPr>
            <a:r>
              <a:rPr lang="en-US">
                <a:solidFill>
                  <a:srgbClr val="FF0000"/>
                </a:solidFill>
                <a:latin typeface="Courier"/>
                <a:ea typeface="Courier"/>
                <a:cs typeface="Courier"/>
                <a:sym typeface="Courier"/>
              </a:rPr>
              <a:t>    </a:t>
            </a:r>
            <a:r>
              <a:rPr lang="en-US"/>
              <a:t>(b) </a:t>
            </a:r>
            <a:endParaRPr/>
          </a:p>
        </p:txBody>
      </p:sp>
      <p:sp>
        <p:nvSpPr>
          <p:cNvPr id="572" name="Google Shape;572;p37"/>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73" name="Google Shape;573;p37"/>
          <p:cNvSpPr txBox="1"/>
          <p:nvPr>
            <p:ph idx="2" type="body"/>
          </p:nvPr>
        </p:nvSpPr>
        <p:spPr>
          <a:xfrm>
            <a:off x="3704400"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1.6</a:t>
            </a:r>
            <a:endParaRPr/>
          </a:p>
        </p:txBody>
      </p:sp>
      <p:pic>
        <p:nvPicPr>
          <p:cNvPr id="574" name="Google Shape;574;p37"/>
          <p:cNvPicPr preferRelativeResize="0"/>
          <p:nvPr/>
        </p:nvPicPr>
        <p:blipFill rotWithShape="1">
          <a:blip r:embed="rId3">
            <a:alphaModFix/>
          </a:blip>
          <a:srcRect b="0" l="0" r="0" t="0"/>
          <a:stretch/>
        </p:blipFill>
        <p:spPr>
          <a:xfrm>
            <a:off x="2488019" y="3166555"/>
            <a:ext cx="4698197" cy="31370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1">
                                            <p:txEl>
                                              <p:pRg end="0" st="0"/>
                                            </p:txEl>
                                          </p:spTgt>
                                        </p:tgtEl>
                                        <p:attrNameLst>
                                          <p:attrName>style.visibility</p:attrName>
                                        </p:attrNameLst>
                                      </p:cBhvr>
                                      <p:to>
                                        <p:strVal val="visible"/>
                                      </p:to>
                                    </p:set>
                                    <p:anim calcmode="lin" valueType="num">
                                      <p:cBhvr additive="base">
                                        <p:cTn dur="500"/>
                                        <p:tgtEl>
                                          <p:spTgt spid="57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1">
                                            <p:txEl>
                                              <p:pRg end="1" st="1"/>
                                            </p:txEl>
                                          </p:spTgt>
                                        </p:tgtEl>
                                        <p:attrNameLst>
                                          <p:attrName>style.visibility</p:attrName>
                                        </p:attrNameLst>
                                      </p:cBhvr>
                                      <p:to>
                                        <p:strVal val="visible"/>
                                      </p:to>
                                    </p:set>
                                    <p:anim calcmode="lin" valueType="num">
                                      <p:cBhvr additive="base">
                                        <p:cTn dur="500"/>
                                        <p:tgtEl>
                                          <p:spTgt spid="57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1">
                                            <p:txEl>
                                              <p:pRg end="2" st="2"/>
                                            </p:txEl>
                                          </p:spTgt>
                                        </p:tgtEl>
                                        <p:attrNameLst>
                                          <p:attrName>style.visibility</p:attrName>
                                        </p:attrNameLst>
                                      </p:cBhvr>
                                      <p:to>
                                        <p:strVal val="visible"/>
                                      </p:to>
                                    </p:set>
                                    <p:anim calcmode="lin" valueType="num">
                                      <p:cBhvr additive="base">
                                        <p:cTn dur="500"/>
                                        <p:tgtEl>
                                          <p:spTgt spid="57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1">
                                            <p:txEl>
                                              <p:pRg end="3" st="3"/>
                                            </p:txEl>
                                          </p:spTgt>
                                        </p:tgtEl>
                                        <p:attrNameLst>
                                          <p:attrName>style.visibility</p:attrName>
                                        </p:attrNameLst>
                                      </p:cBhvr>
                                      <p:to>
                                        <p:strVal val="visible"/>
                                      </p:to>
                                    </p:set>
                                    <p:anim calcmode="lin" valueType="num">
                                      <p:cBhvr additive="base">
                                        <p:cTn dur="500"/>
                                        <p:tgtEl>
                                          <p:spTgt spid="57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4"/>
                                        </p:tgtEl>
                                        <p:attrNameLst>
                                          <p:attrName>style.visibility</p:attrName>
                                        </p:attrNameLst>
                                      </p:cBhvr>
                                      <p:to>
                                        <p:strVal val="visible"/>
                                      </p:to>
                                    </p:set>
                                    <p:anim calcmode="lin" valueType="num">
                                      <p:cBhvr additive="base">
                                        <p:cTn dur="500"/>
                                        <p:tgtEl>
                                          <p:spTgt spid="57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38"/>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80" name="Google Shape;580;p38"/>
          <p:cNvSpPr txBox="1"/>
          <p:nvPr>
            <p:ph idx="2" type="body"/>
          </p:nvPr>
        </p:nvSpPr>
        <p:spPr>
          <a:xfrm>
            <a:off x="3212307"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1.2</a:t>
            </a:r>
            <a:endParaRPr/>
          </a:p>
        </p:txBody>
      </p:sp>
      <p:pic>
        <p:nvPicPr>
          <p:cNvPr id="581" name="Google Shape;581;p38"/>
          <p:cNvPicPr preferRelativeResize="0"/>
          <p:nvPr>
            <p:ph idx="1" type="body"/>
          </p:nvPr>
        </p:nvPicPr>
        <p:blipFill rotWithShape="1">
          <a:blip r:embed="rId3">
            <a:alphaModFix/>
          </a:blip>
          <a:srcRect b="0" l="0" r="0" t="0"/>
          <a:stretch/>
        </p:blipFill>
        <p:spPr>
          <a:xfrm>
            <a:off x="863313" y="1520773"/>
            <a:ext cx="10074298" cy="371044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39"/>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87" name="Google Shape;587;p39"/>
          <p:cNvSpPr txBox="1"/>
          <p:nvPr>
            <p:ph idx="2" type="body"/>
          </p:nvPr>
        </p:nvSpPr>
        <p:spPr>
          <a:xfrm>
            <a:off x="3212307"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1.2</a:t>
            </a:r>
            <a:endParaRPr/>
          </a:p>
        </p:txBody>
      </p:sp>
      <p:pic>
        <p:nvPicPr>
          <p:cNvPr id="588" name="Google Shape;588;p39"/>
          <p:cNvPicPr preferRelativeResize="0"/>
          <p:nvPr/>
        </p:nvPicPr>
        <p:blipFill rotWithShape="1">
          <a:blip r:embed="rId3">
            <a:alphaModFix/>
          </a:blip>
          <a:srcRect b="0" l="0" r="0" t="0"/>
          <a:stretch/>
        </p:blipFill>
        <p:spPr>
          <a:xfrm>
            <a:off x="914306" y="1443601"/>
            <a:ext cx="7070197" cy="1478137"/>
          </a:xfrm>
          <a:prstGeom prst="rect">
            <a:avLst/>
          </a:prstGeom>
          <a:noFill/>
          <a:ln>
            <a:noFill/>
          </a:ln>
        </p:spPr>
      </p:pic>
      <p:pic>
        <p:nvPicPr>
          <p:cNvPr id="589" name="Google Shape;589;p39"/>
          <p:cNvPicPr preferRelativeResize="0"/>
          <p:nvPr/>
        </p:nvPicPr>
        <p:blipFill rotWithShape="1">
          <a:blip r:embed="rId4">
            <a:alphaModFix/>
          </a:blip>
          <a:srcRect b="0" l="0" r="0" t="0"/>
          <a:stretch/>
        </p:blipFill>
        <p:spPr>
          <a:xfrm>
            <a:off x="3792792" y="2844375"/>
            <a:ext cx="4606417" cy="338031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40"/>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95" name="Google Shape;595;p40"/>
          <p:cNvSpPr txBox="1"/>
          <p:nvPr>
            <p:ph idx="2" type="body"/>
          </p:nvPr>
        </p:nvSpPr>
        <p:spPr>
          <a:xfrm>
            <a:off x="3212307"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1.2</a:t>
            </a:r>
            <a:endParaRPr/>
          </a:p>
        </p:txBody>
      </p:sp>
      <p:pic>
        <p:nvPicPr>
          <p:cNvPr id="596" name="Google Shape;596;p40"/>
          <p:cNvPicPr preferRelativeResize="0"/>
          <p:nvPr>
            <p:ph idx="1" type="body"/>
          </p:nvPr>
        </p:nvPicPr>
        <p:blipFill rotWithShape="1">
          <a:blip r:embed="rId3">
            <a:alphaModFix/>
          </a:blip>
          <a:srcRect b="0" l="0" r="0" t="0"/>
          <a:stretch/>
        </p:blipFill>
        <p:spPr>
          <a:xfrm>
            <a:off x="796221" y="1494214"/>
            <a:ext cx="1720736" cy="968711"/>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41"/>
          <p:cNvSpPr txBox="1"/>
          <p:nvPr>
            <p:ph idx="1" type="body"/>
          </p:nvPr>
        </p:nvSpPr>
        <p:spPr>
          <a:xfrm>
            <a:off x="838200" y="1443600"/>
            <a:ext cx="10515600" cy="486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500"/>
              <a:buNone/>
            </a:pPr>
            <a:r>
              <a:rPr lang="en-US"/>
              <a:t>Answer the questions on P.33 of the textbook.</a:t>
            </a:r>
            <a:endParaRPr/>
          </a:p>
          <a:p>
            <a:pPr indent="0" lvl="0" marL="0" rtl="0" algn="l">
              <a:lnSpc>
                <a:spcPct val="120000"/>
              </a:lnSpc>
              <a:spcBef>
                <a:spcPts val="1000"/>
              </a:spcBef>
              <a:spcAft>
                <a:spcPts val="0"/>
              </a:spcAft>
              <a:buClr>
                <a:schemeClr val="dk1"/>
              </a:buClr>
              <a:buSzPts val="2500"/>
              <a:buNone/>
            </a:pPr>
            <a:r>
              <a:t/>
            </a:r>
            <a:endParaRPr/>
          </a:p>
          <a:p>
            <a:pPr indent="0" lvl="0" marL="0" rtl="0" algn="l">
              <a:lnSpc>
                <a:spcPct val="120000"/>
              </a:lnSpc>
              <a:spcBef>
                <a:spcPts val="1000"/>
              </a:spcBef>
              <a:spcAft>
                <a:spcPts val="0"/>
              </a:spcAft>
              <a:buClr>
                <a:schemeClr val="dk1"/>
              </a:buClr>
              <a:buSzPts val="2500"/>
              <a:buNone/>
            </a:pPr>
            <a:r>
              <a:rPr lang="en-US"/>
              <a:t>1. </a:t>
            </a:r>
            <a:endParaRPr/>
          </a:p>
        </p:txBody>
      </p:sp>
      <p:sp>
        <p:nvSpPr>
          <p:cNvPr id="602" name="Google Shape;602;p41"/>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03" name="Google Shape;603;p41"/>
          <p:cNvSpPr txBox="1"/>
          <p:nvPr>
            <p:ph idx="2" type="body"/>
          </p:nvPr>
        </p:nvSpPr>
        <p:spPr>
          <a:xfrm>
            <a:off x="3704400"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1.7</a:t>
            </a:r>
            <a:endParaRPr/>
          </a:p>
        </p:txBody>
      </p:sp>
      <p:pic>
        <p:nvPicPr>
          <p:cNvPr id="604" name="Google Shape;604;p41"/>
          <p:cNvPicPr preferRelativeResize="0"/>
          <p:nvPr/>
        </p:nvPicPr>
        <p:blipFill rotWithShape="1">
          <a:blip r:embed="rId3">
            <a:alphaModFix/>
          </a:blip>
          <a:srcRect b="0" l="0" r="0" t="0"/>
          <a:stretch/>
        </p:blipFill>
        <p:spPr>
          <a:xfrm>
            <a:off x="1338238" y="2464325"/>
            <a:ext cx="9219608" cy="3452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01">
                                            <p:txEl>
                                              <p:pRg end="0" st="0"/>
                                            </p:txEl>
                                          </p:spTgt>
                                        </p:tgtEl>
                                        <p:attrNameLst>
                                          <p:attrName>style.visibility</p:attrName>
                                        </p:attrNameLst>
                                      </p:cBhvr>
                                      <p:to>
                                        <p:strVal val="visible"/>
                                      </p:to>
                                    </p:set>
                                    <p:anim calcmode="lin" valueType="num">
                                      <p:cBhvr additive="base">
                                        <p:cTn dur="500"/>
                                        <p:tgtEl>
                                          <p:spTgt spid="60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01">
                                            <p:txEl>
                                              <p:pRg end="1" st="1"/>
                                            </p:txEl>
                                          </p:spTgt>
                                        </p:tgtEl>
                                        <p:attrNameLst>
                                          <p:attrName>style.visibility</p:attrName>
                                        </p:attrNameLst>
                                      </p:cBhvr>
                                      <p:to>
                                        <p:strVal val="visible"/>
                                      </p:to>
                                    </p:set>
                                    <p:anim calcmode="lin" valueType="num">
                                      <p:cBhvr additive="base">
                                        <p:cTn dur="500"/>
                                        <p:tgtEl>
                                          <p:spTgt spid="60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01">
                                            <p:txEl>
                                              <p:pRg end="2" st="2"/>
                                            </p:txEl>
                                          </p:spTgt>
                                        </p:tgtEl>
                                        <p:attrNameLst>
                                          <p:attrName>style.visibility</p:attrName>
                                        </p:attrNameLst>
                                      </p:cBhvr>
                                      <p:to>
                                        <p:strVal val="visible"/>
                                      </p:to>
                                    </p:set>
                                    <p:anim calcmode="lin" valueType="num">
                                      <p:cBhvr additive="base">
                                        <p:cTn dur="500"/>
                                        <p:tgtEl>
                                          <p:spTgt spid="60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04"/>
                                        </p:tgtEl>
                                        <p:attrNameLst>
                                          <p:attrName>style.visibility</p:attrName>
                                        </p:attrNameLst>
                                      </p:cBhvr>
                                      <p:to>
                                        <p:strVal val="visible"/>
                                      </p:to>
                                    </p:set>
                                    <p:anim calcmode="lin" valueType="num">
                                      <p:cBhvr additive="base">
                                        <p:cTn dur="500"/>
                                        <p:tgtEl>
                                          <p:spTgt spid="60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pic>
        <p:nvPicPr>
          <p:cNvPr id="609" name="Google Shape;609;p42"/>
          <p:cNvPicPr preferRelativeResize="0"/>
          <p:nvPr>
            <p:ph idx="1" type="body"/>
          </p:nvPr>
        </p:nvPicPr>
        <p:blipFill rotWithShape="1">
          <a:blip r:embed="rId3">
            <a:alphaModFix/>
          </a:blip>
          <a:srcRect b="0" l="0" r="0" t="0"/>
          <a:stretch/>
        </p:blipFill>
        <p:spPr>
          <a:xfrm>
            <a:off x="977361" y="1403732"/>
            <a:ext cx="10205353" cy="4597017"/>
          </a:xfrm>
          <a:prstGeom prst="rect">
            <a:avLst/>
          </a:prstGeom>
          <a:noFill/>
          <a:ln>
            <a:noFill/>
          </a:ln>
        </p:spPr>
      </p:pic>
      <p:sp>
        <p:nvSpPr>
          <p:cNvPr id="610" name="Google Shape;610;p42"/>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11" name="Google Shape;611;p42"/>
          <p:cNvSpPr txBox="1"/>
          <p:nvPr>
            <p:ph idx="2" type="body"/>
          </p:nvPr>
        </p:nvSpPr>
        <p:spPr>
          <a:xfrm>
            <a:off x="3170999"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1.3</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43"/>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17" name="Google Shape;617;p43"/>
          <p:cNvSpPr txBox="1"/>
          <p:nvPr>
            <p:ph idx="2" type="body"/>
          </p:nvPr>
        </p:nvSpPr>
        <p:spPr>
          <a:xfrm>
            <a:off x="3170999"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1.3</a:t>
            </a:r>
            <a:endParaRPr/>
          </a:p>
        </p:txBody>
      </p:sp>
      <p:pic>
        <p:nvPicPr>
          <p:cNvPr id="618" name="Google Shape;618;p43"/>
          <p:cNvPicPr preferRelativeResize="0"/>
          <p:nvPr>
            <p:ph idx="1" type="body"/>
          </p:nvPr>
        </p:nvPicPr>
        <p:blipFill rotWithShape="1">
          <a:blip r:embed="rId3">
            <a:alphaModFix/>
          </a:blip>
          <a:srcRect b="0" l="0" r="0" t="0"/>
          <a:stretch/>
        </p:blipFill>
        <p:spPr>
          <a:xfrm>
            <a:off x="1909762" y="1449388"/>
            <a:ext cx="8372475" cy="48482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44"/>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606060"/>
              </a:buClr>
              <a:buSzPts val="3200"/>
              <a:buFont typeface="Open Sans"/>
              <a:buNone/>
            </a:pPr>
            <a:r>
              <a:rPr lang="en-US"/>
              <a:t>Two-dimensional arrays</a:t>
            </a:r>
            <a:endParaRPr/>
          </a:p>
        </p:txBody>
      </p:sp>
      <p:sp>
        <p:nvSpPr>
          <p:cNvPr id="624" name="Google Shape;624;p44"/>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25" name="Google Shape;625;p44"/>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None/>
            </a:pPr>
            <a:r>
              <a:rPr lang="en-US"/>
              <a:t>C</a:t>
            </a:r>
            <a:endParaRPr/>
          </a:p>
        </p:txBody>
      </p:sp>
      <p:sp>
        <p:nvSpPr>
          <p:cNvPr id="626" name="Google Shape;626;p44"/>
          <p:cNvSpPr txBox="1"/>
          <p:nvPr>
            <p:ph idx="2" type="body"/>
          </p:nvPr>
        </p:nvSpPr>
        <p:spPr>
          <a:xfrm>
            <a:off x="838800" y="1609200"/>
            <a:ext cx="10515600" cy="468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00"/>
              </a:buClr>
              <a:buSzPts val="2500"/>
              <a:buNone/>
            </a:pPr>
            <a:r>
              <a:rPr lang="en-US">
                <a:solidFill>
                  <a:srgbClr val="000000"/>
                </a:solidFill>
                <a:latin typeface="EB Garamond"/>
                <a:ea typeface="EB Garamond"/>
                <a:cs typeface="EB Garamond"/>
                <a:sym typeface="EB Garamond"/>
              </a:rPr>
              <a:t>Arrays are not always in the form of lists. They can also present data in the form of tables or matrixes, which are called </a:t>
            </a:r>
            <a:r>
              <a:rPr lang="en-US">
                <a:solidFill>
                  <a:srgbClr val="3333FF"/>
                </a:solidFill>
                <a:latin typeface="Open Sans SemiBold"/>
                <a:ea typeface="Open Sans SemiBold"/>
                <a:cs typeface="Open Sans SemiBold"/>
                <a:sym typeface="Open Sans SemiBold"/>
              </a:rPr>
              <a:t>two-dimensional arrays (2D arrays)</a:t>
            </a:r>
            <a:r>
              <a:rPr lang="en-US">
                <a:solidFill>
                  <a:srgbClr val="000000"/>
                </a:solidFill>
                <a:latin typeface="EB Garamond"/>
                <a:ea typeface="EB Garamond"/>
                <a:cs typeface="EB Garamond"/>
                <a:sym typeface="EB Garamond"/>
              </a:rPr>
              <a:t>. For instance, when writing a “tic-tac-toe” or “minesweeper” game, we can use two-dimensional arrays to create forms for storing data of different locations.</a:t>
            </a:r>
            <a:endParaRPr/>
          </a:p>
        </p:txBody>
      </p:sp>
      <p:pic>
        <p:nvPicPr>
          <p:cNvPr id="627" name="Google Shape;627;p44"/>
          <p:cNvPicPr preferRelativeResize="0"/>
          <p:nvPr/>
        </p:nvPicPr>
        <p:blipFill rotWithShape="1">
          <a:blip r:embed="rId3">
            <a:alphaModFix/>
          </a:blip>
          <a:srcRect b="0" l="0" r="0" t="0"/>
          <a:stretch/>
        </p:blipFill>
        <p:spPr>
          <a:xfrm>
            <a:off x="3234150" y="3320623"/>
            <a:ext cx="5723700" cy="3051363"/>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45"/>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606060"/>
              </a:buClr>
              <a:buSzPts val="3200"/>
              <a:buFont typeface="Open Sans"/>
              <a:buNone/>
            </a:pPr>
            <a:r>
              <a:rPr lang="en-US"/>
              <a:t>Two-dimensional arrays</a:t>
            </a:r>
            <a:endParaRPr/>
          </a:p>
        </p:txBody>
      </p:sp>
      <p:sp>
        <p:nvSpPr>
          <p:cNvPr id="633" name="Google Shape;633;p45"/>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34" name="Google Shape;634;p45"/>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None/>
            </a:pPr>
            <a:r>
              <a:rPr lang="en-US"/>
              <a:t>C</a:t>
            </a:r>
            <a:endParaRPr/>
          </a:p>
        </p:txBody>
      </p:sp>
      <p:pic>
        <p:nvPicPr>
          <p:cNvPr id="635" name="Google Shape;635;p45"/>
          <p:cNvPicPr preferRelativeResize="0"/>
          <p:nvPr>
            <p:ph idx="2" type="body"/>
          </p:nvPr>
        </p:nvPicPr>
        <p:blipFill rotWithShape="1">
          <a:blip r:embed="rId3">
            <a:alphaModFix/>
          </a:blip>
          <a:srcRect b="0" l="0" r="0" t="0"/>
          <a:stretch/>
        </p:blipFill>
        <p:spPr>
          <a:xfrm>
            <a:off x="2209805" y="1609725"/>
            <a:ext cx="7772389" cy="46799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46"/>
          <p:cNvSpPr txBox="1"/>
          <p:nvPr>
            <p:ph type="title"/>
          </p:nvPr>
        </p:nvSpPr>
        <p:spPr>
          <a:xfrm>
            <a:off x="1918800" y="363600"/>
            <a:ext cx="9435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606060"/>
              </a:buClr>
              <a:buSzPts val="3200"/>
              <a:buFont typeface="Open Sans"/>
              <a:buNone/>
            </a:pPr>
            <a:r>
              <a:rPr lang="en-US"/>
              <a:t>Two-dimensional arrays</a:t>
            </a:r>
            <a:endParaRPr/>
          </a:p>
        </p:txBody>
      </p:sp>
      <p:sp>
        <p:nvSpPr>
          <p:cNvPr id="641" name="Google Shape;641;p46"/>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42" name="Google Shape;642;p46"/>
          <p:cNvSpPr txBox="1"/>
          <p:nvPr>
            <p:ph idx="1" type="body"/>
          </p:nvPr>
        </p:nvSpPr>
        <p:spPr>
          <a:xfrm>
            <a:off x="838800" y="684000"/>
            <a:ext cx="972000" cy="58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None/>
            </a:pPr>
            <a:r>
              <a:rPr lang="en-US"/>
              <a:t>C</a:t>
            </a:r>
            <a:endParaRPr/>
          </a:p>
        </p:txBody>
      </p:sp>
      <p:pic>
        <p:nvPicPr>
          <p:cNvPr id="643" name="Google Shape;643;p46"/>
          <p:cNvPicPr preferRelativeResize="0"/>
          <p:nvPr>
            <p:ph idx="2" type="body"/>
          </p:nvPr>
        </p:nvPicPr>
        <p:blipFill rotWithShape="1">
          <a:blip r:embed="rId3">
            <a:alphaModFix/>
          </a:blip>
          <a:srcRect b="0" l="0" r="0" t="0"/>
          <a:stretch/>
        </p:blipFill>
        <p:spPr>
          <a:xfrm>
            <a:off x="838800" y="1623600"/>
            <a:ext cx="6885682" cy="4436347"/>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pic>
        <p:nvPicPr>
          <p:cNvPr id="648" name="Google Shape;648;p47"/>
          <p:cNvPicPr preferRelativeResize="0"/>
          <p:nvPr>
            <p:ph idx="1" type="body"/>
          </p:nvPr>
        </p:nvPicPr>
        <p:blipFill rotWithShape="1">
          <a:blip r:embed="rId3">
            <a:alphaModFix/>
          </a:blip>
          <a:srcRect b="0" l="0" r="0" t="0"/>
          <a:stretch/>
        </p:blipFill>
        <p:spPr>
          <a:xfrm>
            <a:off x="863314" y="1443600"/>
            <a:ext cx="8007310" cy="2785315"/>
          </a:xfrm>
          <a:prstGeom prst="rect">
            <a:avLst/>
          </a:prstGeom>
          <a:noFill/>
          <a:ln>
            <a:noFill/>
          </a:ln>
        </p:spPr>
      </p:pic>
      <p:sp>
        <p:nvSpPr>
          <p:cNvPr id="649" name="Google Shape;649;p47"/>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50" name="Google Shape;650;p47"/>
          <p:cNvSpPr txBox="1"/>
          <p:nvPr>
            <p:ph idx="2" type="body"/>
          </p:nvPr>
        </p:nvSpPr>
        <p:spPr>
          <a:xfrm>
            <a:off x="3170999"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1.4</a:t>
            </a:r>
            <a:endParaRPr/>
          </a:p>
        </p:txBody>
      </p:sp>
      <p:pic>
        <p:nvPicPr>
          <p:cNvPr id="651" name="Google Shape;651;p47"/>
          <p:cNvPicPr preferRelativeResize="0"/>
          <p:nvPr/>
        </p:nvPicPr>
        <p:blipFill rotWithShape="1">
          <a:blip r:embed="rId4">
            <a:alphaModFix/>
          </a:blip>
          <a:srcRect b="0" l="0" r="0" t="0"/>
          <a:stretch/>
        </p:blipFill>
        <p:spPr>
          <a:xfrm>
            <a:off x="1071805" y="4096936"/>
            <a:ext cx="7694824" cy="2171889"/>
          </a:xfrm>
          <a:prstGeom prst="rect">
            <a:avLst/>
          </a:prstGeom>
          <a:noFill/>
          <a:ln>
            <a:noFill/>
          </a:ln>
        </p:spPr>
      </p:pic>
      <p:pic>
        <p:nvPicPr>
          <p:cNvPr id="652" name="Google Shape;652;p47"/>
          <p:cNvPicPr preferRelativeResize="0"/>
          <p:nvPr/>
        </p:nvPicPr>
        <p:blipFill rotWithShape="1">
          <a:blip r:embed="rId5">
            <a:alphaModFix/>
          </a:blip>
          <a:srcRect b="0" l="0" r="0" t="0"/>
          <a:stretch/>
        </p:blipFill>
        <p:spPr>
          <a:xfrm>
            <a:off x="6143135" y="2294668"/>
            <a:ext cx="2161879" cy="1736403"/>
          </a:xfrm>
          <a:prstGeom prst="rect">
            <a:avLst/>
          </a:prstGeom>
          <a:noFill/>
          <a:ln>
            <a:noFill/>
          </a:ln>
        </p:spPr>
      </p:pic>
      <p:pic>
        <p:nvPicPr>
          <p:cNvPr id="653" name="Google Shape;653;p47"/>
          <p:cNvPicPr preferRelativeResize="0"/>
          <p:nvPr/>
        </p:nvPicPr>
        <p:blipFill rotWithShape="1">
          <a:blip r:embed="rId6">
            <a:alphaModFix/>
          </a:blip>
          <a:srcRect b="0" l="0" r="0" t="0"/>
          <a:stretch/>
        </p:blipFill>
        <p:spPr>
          <a:xfrm>
            <a:off x="5939475" y="4344189"/>
            <a:ext cx="2569198" cy="167738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52"/>
                                        </p:tgtEl>
                                        <p:attrNameLst>
                                          <p:attrName>style.visibility</p:attrName>
                                        </p:attrNameLst>
                                      </p:cBhvr>
                                      <p:to>
                                        <p:strVal val="visible"/>
                                      </p:to>
                                    </p:set>
                                    <p:anim calcmode="lin" valueType="num">
                                      <p:cBhvr additive="base">
                                        <p:cTn dur="500"/>
                                        <p:tgtEl>
                                          <p:spTgt spid="65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53"/>
                                        </p:tgtEl>
                                        <p:attrNameLst>
                                          <p:attrName>style.visibility</p:attrName>
                                        </p:attrNameLst>
                                      </p:cBhvr>
                                      <p:to>
                                        <p:strVal val="visible"/>
                                      </p:to>
                                    </p:set>
                                    <p:anim calcmode="lin" valueType="num">
                                      <p:cBhvr additive="base">
                                        <p:cTn dur="500"/>
                                        <p:tgtEl>
                                          <p:spTgt spid="65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48"/>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59" name="Google Shape;659;p48"/>
          <p:cNvSpPr txBox="1"/>
          <p:nvPr>
            <p:ph idx="2" type="body"/>
          </p:nvPr>
        </p:nvSpPr>
        <p:spPr>
          <a:xfrm>
            <a:off x="3170999"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1.4</a:t>
            </a:r>
            <a:endParaRPr/>
          </a:p>
        </p:txBody>
      </p:sp>
      <p:pic>
        <p:nvPicPr>
          <p:cNvPr id="660" name="Google Shape;660;p48"/>
          <p:cNvPicPr preferRelativeResize="0"/>
          <p:nvPr/>
        </p:nvPicPr>
        <p:blipFill rotWithShape="1">
          <a:blip r:embed="rId3">
            <a:alphaModFix/>
          </a:blip>
          <a:srcRect b="0" l="0" r="0" t="50952"/>
          <a:stretch/>
        </p:blipFill>
        <p:spPr>
          <a:xfrm>
            <a:off x="2260394" y="1752421"/>
            <a:ext cx="7671212" cy="4202354"/>
          </a:xfrm>
          <a:prstGeom prst="rect">
            <a:avLst/>
          </a:prstGeom>
          <a:noFill/>
          <a:ln>
            <a:noFill/>
          </a:ln>
        </p:spPr>
      </p:pic>
      <p:pic>
        <p:nvPicPr>
          <p:cNvPr id="661" name="Google Shape;661;p48"/>
          <p:cNvPicPr preferRelativeResize="0"/>
          <p:nvPr/>
        </p:nvPicPr>
        <p:blipFill rotWithShape="1">
          <a:blip r:embed="rId4">
            <a:alphaModFix/>
          </a:blip>
          <a:srcRect b="0" l="0" r="2291" t="0"/>
          <a:stretch/>
        </p:blipFill>
        <p:spPr>
          <a:xfrm>
            <a:off x="7052453" y="2028854"/>
            <a:ext cx="2500055" cy="1642462"/>
          </a:xfrm>
          <a:prstGeom prst="rect">
            <a:avLst/>
          </a:prstGeom>
          <a:noFill/>
          <a:ln>
            <a:noFill/>
          </a:ln>
        </p:spPr>
      </p:pic>
      <p:pic>
        <p:nvPicPr>
          <p:cNvPr id="662" name="Google Shape;662;p48"/>
          <p:cNvPicPr preferRelativeResize="0"/>
          <p:nvPr/>
        </p:nvPicPr>
        <p:blipFill rotWithShape="1">
          <a:blip r:embed="rId5">
            <a:alphaModFix/>
          </a:blip>
          <a:srcRect b="0" l="0" r="0" t="0"/>
          <a:stretch/>
        </p:blipFill>
        <p:spPr>
          <a:xfrm>
            <a:off x="6944870" y="4225235"/>
            <a:ext cx="2807851" cy="13695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61"/>
                                        </p:tgtEl>
                                        <p:attrNameLst>
                                          <p:attrName>style.visibility</p:attrName>
                                        </p:attrNameLst>
                                      </p:cBhvr>
                                      <p:to>
                                        <p:strVal val="visible"/>
                                      </p:to>
                                    </p:set>
                                    <p:anim calcmode="lin" valueType="num">
                                      <p:cBhvr additive="base">
                                        <p:cTn dur="500"/>
                                        <p:tgtEl>
                                          <p:spTgt spid="66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62"/>
                                        </p:tgtEl>
                                        <p:attrNameLst>
                                          <p:attrName>style.visibility</p:attrName>
                                        </p:attrNameLst>
                                      </p:cBhvr>
                                      <p:to>
                                        <p:strVal val="visible"/>
                                      </p:to>
                                    </p:set>
                                    <p:anim calcmode="lin" valueType="num">
                                      <p:cBhvr additive="base">
                                        <p:cTn dur="500"/>
                                        <p:tgtEl>
                                          <p:spTgt spid="66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49"/>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68" name="Google Shape;668;p49"/>
          <p:cNvSpPr txBox="1"/>
          <p:nvPr>
            <p:ph idx="2" type="body"/>
          </p:nvPr>
        </p:nvSpPr>
        <p:spPr>
          <a:xfrm>
            <a:off x="3212307"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1.3</a:t>
            </a:r>
            <a:endParaRPr/>
          </a:p>
        </p:txBody>
      </p:sp>
      <p:pic>
        <p:nvPicPr>
          <p:cNvPr id="669" name="Google Shape;669;p49"/>
          <p:cNvPicPr preferRelativeResize="0"/>
          <p:nvPr>
            <p:ph idx="1" type="body"/>
          </p:nvPr>
        </p:nvPicPr>
        <p:blipFill rotWithShape="1">
          <a:blip r:embed="rId3">
            <a:alphaModFix/>
          </a:blip>
          <a:srcRect b="0" l="0" r="0" t="0"/>
          <a:stretch/>
        </p:blipFill>
        <p:spPr>
          <a:xfrm>
            <a:off x="2005618" y="1240791"/>
            <a:ext cx="7712539" cy="5044472"/>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pic>
        <p:nvPicPr>
          <p:cNvPr id="674" name="Google Shape;674;p50"/>
          <p:cNvPicPr preferRelativeResize="0"/>
          <p:nvPr>
            <p:ph idx="1" type="body"/>
          </p:nvPr>
        </p:nvPicPr>
        <p:blipFill rotWithShape="1">
          <a:blip r:embed="rId3">
            <a:alphaModFix/>
          </a:blip>
          <a:srcRect b="0" l="0" r="0" t="0"/>
          <a:stretch/>
        </p:blipFill>
        <p:spPr>
          <a:xfrm>
            <a:off x="2138699" y="1191517"/>
            <a:ext cx="7672051" cy="5085872"/>
          </a:xfrm>
          <a:prstGeom prst="rect">
            <a:avLst/>
          </a:prstGeom>
          <a:noFill/>
          <a:ln>
            <a:noFill/>
          </a:ln>
        </p:spPr>
      </p:pic>
      <p:sp>
        <p:nvSpPr>
          <p:cNvPr id="675" name="Google Shape;675;p50"/>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76" name="Google Shape;676;p50"/>
          <p:cNvSpPr txBox="1"/>
          <p:nvPr>
            <p:ph idx="2" type="body"/>
          </p:nvPr>
        </p:nvSpPr>
        <p:spPr>
          <a:xfrm>
            <a:off x="3212307"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1.3</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pic>
        <p:nvPicPr>
          <p:cNvPr id="681" name="Google Shape;681;p51"/>
          <p:cNvPicPr preferRelativeResize="0"/>
          <p:nvPr>
            <p:ph idx="1" type="body"/>
          </p:nvPr>
        </p:nvPicPr>
        <p:blipFill rotWithShape="1">
          <a:blip r:embed="rId3">
            <a:alphaModFix/>
          </a:blip>
          <a:srcRect b="0" l="0" r="0" t="0"/>
          <a:stretch/>
        </p:blipFill>
        <p:spPr>
          <a:xfrm>
            <a:off x="769949" y="1450950"/>
            <a:ext cx="9953013" cy="2625750"/>
          </a:xfrm>
          <a:prstGeom prst="rect">
            <a:avLst/>
          </a:prstGeom>
          <a:noFill/>
          <a:ln>
            <a:noFill/>
          </a:ln>
        </p:spPr>
      </p:pic>
      <p:sp>
        <p:nvSpPr>
          <p:cNvPr id="682" name="Google Shape;682;p51"/>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83" name="Google Shape;683;p51"/>
          <p:cNvSpPr txBox="1"/>
          <p:nvPr>
            <p:ph idx="2" type="body"/>
          </p:nvPr>
        </p:nvSpPr>
        <p:spPr>
          <a:xfrm>
            <a:off x="3212307"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1.3</a:t>
            </a:r>
            <a:endParaRPr/>
          </a:p>
        </p:txBody>
      </p:sp>
      <p:pic>
        <p:nvPicPr>
          <p:cNvPr id="684" name="Google Shape;684;p51"/>
          <p:cNvPicPr preferRelativeResize="0"/>
          <p:nvPr/>
        </p:nvPicPr>
        <p:blipFill rotWithShape="1">
          <a:blip r:embed="rId4">
            <a:alphaModFix/>
          </a:blip>
          <a:srcRect b="0" l="0" r="0" t="0"/>
          <a:stretch/>
        </p:blipFill>
        <p:spPr>
          <a:xfrm>
            <a:off x="885771" y="4202536"/>
            <a:ext cx="10468029" cy="180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84"/>
                                        </p:tgtEl>
                                        <p:attrNameLst>
                                          <p:attrName>style.visibility</p:attrName>
                                        </p:attrNameLst>
                                      </p:cBhvr>
                                      <p:to>
                                        <p:strVal val="visible"/>
                                      </p:to>
                                    </p:set>
                                    <p:anim calcmode="lin" valueType="num">
                                      <p:cBhvr additive="base">
                                        <p:cTn dur="500"/>
                                        <p:tgtEl>
                                          <p:spTgt spid="68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pic>
        <p:nvPicPr>
          <p:cNvPr id="689" name="Google Shape;689;p52"/>
          <p:cNvPicPr preferRelativeResize="0"/>
          <p:nvPr>
            <p:ph idx="1" type="body"/>
          </p:nvPr>
        </p:nvPicPr>
        <p:blipFill rotWithShape="1">
          <a:blip r:embed="rId3">
            <a:alphaModFix/>
          </a:blip>
          <a:srcRect b="0" l="0" r="0" t="0"/>
          <a:stretch/>
        </p:blipFill>
        <p:spPr>
          <a:xfrm>
            <a:off x="929091" y="1498862"/>
            <a:ext cx="5782162" cy="4734374"/>
          </a:xfrm>
          <a:prstGeom prst="rect">
            <a:avLst/>
          </a:prstGeom>
          <a:noFill/>
          <a:ln>
            <a:noFill/>
          </a:ln>
        </p:spPr>
      </p:pic>
      <p:sp>
        <p:nvSpPr>
          <p:cNvPr id="690" name="Google Shape;690;p52"/>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91" name="Google Shape;691;p52"/>
          <p:cNvSpPr txBox="1"/>
          <p:nvPr>
            <p:ph idx="2" type="body"/>
          </p:nvPr>
        </p:nvSpPr>
        <p:spPr>
          <a:xfrm>
            <a:off x="3212307"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1.3</a:t>
            </a:r>
            <a:endParaRPr/>
          </a:p>
        </p:txBody>
      </p:sp>
      <p:pic>
        <p:nvPicPr>
          <p:cNvPr id="692" name="Google Shape;692;p52"/>
          <p:cNvPicPr preferRelativeResize="0"/>
          <p:nvPr/>
        </p:nvPicPr>
        <p:blipFill rotWithShape="1">
          <a:blip r:embed="rId4">
            <a:alphaModFix/>
          </a:blip>
          <a:srcRect b="0" l="0" r="27256" t="0"/>
          <a:stretch/>
        </p:blipFill>
        <p:spPr>
          <a:xfrm>
            <a:off x="6777927" y="1498862"/>
            <a:ext cx="4190328" cy="1512532"/>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53"/>
          <p:cNvSpPr txBox="1"/>
          <p:nvPr>
            <p:ph idx="1" type="body"/>
          </p:nvPr>
        </p:nvSpPr>
        <p:spPr>
          <a:xfrm>
            <a:off x="838200" y="1443600"/>
            <a:ext cx="10515600" cy="486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500"/>
              <a:buNone/>
            </a:pPr>
            <a:r>
              <a:rPr lang="en-US"/>
              <a:t>Answer the questions on P.42-45 of the textbook.</a:t>
            </a:r>
            <a:endParaRPr/>
          </a:p>
          <a:p>
            <a:pPr indent="0" lvl="0" marL="0" rtl="0" algn="l">
              <a:lnSpc>
                <a:spcPct val="120000"/>
              </a:lnSpc>
              <a:spcBef>
                <a:spcPts val="1000"/>
              </a:spcBef>
              <a:spcAft>
                <a:spcPts val="0"/>
              </a:spcAft>
              <a:buClr>
                <a:schemeClr val="dk1"/>
              </a:buClr>
              <a:buSzPts val="2500"/>
              <a:buNone/>
            </a:pPr>
            <a:r>
              <a:t/>
            </a:r>
            <a:endParaRPr/>
          </a:p>
          <a:p>
            <a:pPr indent="0" lvl="0" marL="0" rtl="0" algn="l">
              <a:lnSpc>
                <a:spcPct val="120000"/>
              </a:lnSpc>
              <a:spcBef>
                <a:spcPts val="1000"/>
              </a:spcBef>
              <a:spcAft>
                <a:spcPts val="0"/>
              </a:spcAft>
              <a:buClr>
                <a:schemeClr val="dk1"/>
              </a:buClr>
              <a:buSzPts val="2500"/>
              <a:buNone/>
            </a:pPr>
            <a:r>
              <a:rPr lang="en-US"/>
              <a:t>1.</a:t>
            </a:r>
            <a:endParaRPr/>
          </a:p>
        </p:txBody>
      </p:sp>
      <p:sp>
        <p:nvSpPr>
          <p:cNvPr id="698" name="Google Shape;698;p53"/>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99" name="Google Shape;699;p53"/>
          <p:cNvSpPr txBox="1"/>
          <p:nvPr>
            <p:ph idx="2" type="body"/>
          </p:nvPr>
        </p:nvSpPr>
        <p:spPr>
          <a:xfrm>
            <a:off x="3704400"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1.8</a:t>
            </a:r>
            <a:endParaRPr/>
          </a:p>
        </p:txBody>
      </p:sp>
      <p:pic>
        <p:nvPicPr>
          <p:cNvPr id="700" name="Google Shape;700;p53"/>
          <p:cNvPicPr preferRelativeResize="0"/>
          <p:nvPr/>
        </p:nvPicPr>
        <p:blipFill rotWithShape="1">
          <a:blip r:embed="rId3">
            <a:alphaModFix/>
          </a:blip>
          <a:srcRect b="0" l="0" r="0" t="0"/>
          <a:stretch/>
        </p:blipFill>
        <p:spPr>
          <a:xfrm>
            <a:off x="2229976" y="2348659"/>
            <a:ext cx="4676848" cy="37969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7">
                                            <p:txEl>
                                              <p:pRg end="0" st="0"/>
                                            </p:txEl>
                                          </p:spTgt>
                                        </p:tgtEl>
                                        <p:attrNameLst>
                                          <p:attrName>style.visibility</p:attrName>
                                        </p:attrNameLst>
                                      </p:cBhvr>
                                      <p:to>
                                        <p:strVal val="visible"/>
                                      </p:to>
                                    </p:set>
                                    <p:anim calcmode="lin" valueType="num">
                                      <p:cBhvr additive="base">
                                        <p:cTn dur="500"/>
                                        <p:tgtEl>
                                          <p:spTgt spid="69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7">
                                            <p:txEl>
                                              <p:pRg end="1" st="1"/>
                                            </p:txEl>
                                          </p:spTgt>
                                        </p:tgtEl>
                                        <p:attrNameLst>
                                          <p:attrName>style.visibility</p:attrName>
                                        </p:attrNameLst>
                                      </p:cBhvr>
                                      <p:to>
                                        <p:strVal val="visible"/>
                                      </p:to>
                                    </p:set>
                                    <p:anim calcmode="lin" valueType="num">
                                      <p:cBhvr additive="base">
                                        <p:cTn dur="500"/>
                                        <p:tgtEl>
                                          <p:spTgt spid="69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7">
                                            <p:txEl>
                                              <p:pRg end="2" st="2"/>
                                            </p:txEl>
                                          </p:spTgt>
                                        </p:tgtEl>
                                        <p:attrNameLst>
                                          <p:attrName>style.visibility</p:attrName>
                                        </p:attrNameLst>
                                      </p:cBhvr>
                                      <p:to>
                                        <p:strVal val="visible"/>
                                      </p:to>
                                    </p:set>
                                    <p:anim calcmode="lin" valueType="num">
                                      <p:cBhvr additive="base">
                                        <p:cTn dur="500"/>
                                        <p:tgtEl>
                                          <p:spTgt spid="69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00"/>
                                        </p:tgtEl>
                                        <p:attrNameLst>
                                          <p:attrName>style.visibility</p:attrName>
                                        </p:attrNameLst>
                                      </p:cBhvr>
                                      <p:to>
                                        <p:strVal val="visible"/>
                                      </p:to>
                                    </p:set>
                                    <p:anim calcmode="lin" valueType="num">
                                      <p:cBhvr additive="base">
                                        <p:cTn dur="500"/>
                                        <p:tgtEl>
                                          <p:spTgt spid="70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54"/>
          <p:cNvSpPr txBox="1"/>
          <p:nvPr>
            <p:ph idx="1" type="body"/>
          </p:nvPr>
        </p:nvSpPr>
        <p:spPr>
          <a:xfrm>
            <a:off x="838200" y="1443600"/>
            <a:ext cx="10515600" cy="486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500"/>
              <a:buNone/>
            </a:pPr>
            <a:r>
              <a:rPr lang="en-US"/>
              <a:t>2. (a)(i) </a:t>
            </a:r>
            <a:r>
              <a:rPr lang="en-US">
                <a:solidFill>
                  <a:srgbClr val="FF0000"/>
                </a:solidFill>
              </a:rPr>
              <a:t>45</a:t>
            </a:r>
            <a:endParaRPr/>
          </a:p>
          <a:p>
            <a:pPr indent="0" lvl="0" marL="0" rtl="0" algn="l">
              <a:lnSpc>
                <a:spcPct val="120000"/>
              </a:lnSpc>
              <a:spcBef>
                <a:spcPts val="1000"/>
              </a:spcBef>
              <a:spcAft>
                <a:spcPts val="0"/>
              </a:spcAft>
              <a:buClr>
                <a:schemeClr val="dk1"/>
              </a:buClr>
              <a:buSzPts val="2500"/>
              <a:buNone/>
            </a:pPr>
            <a:r>
              <a:rPr lang="en-US"/>
              <a:t>          (ii) </a:t>
            </a:r>
            <a:r>
              <a:rPr lang="en-US">
                <a:solidFill>
                  <a:srgbClr val="FF0000"/>
                </a:solidFill>
              </a:rPr>
              <a:t>6</a:t>
            </a:r>
            <a:endParaRPr/>
          </a:p>
          <a:p>
            <a:pPr indent="0" lvl="0" marL="0" rtl="0" algn="l">
              <a:lnSpc>
                <a:spcPct val="120000"/>
              </a:lnSpc>
              <a:spcBef>
                <a:spcPts val="1000"/>
              </a:spcBef>
              <a:spcAft>
                <a:spcPts val="0"/>
              </a:spcAft>
              <a:buClr>
                <a:schemeClr val="dk1"/>
              </a:buClr>
              <a:buSzPts val="2500"/>
              <a:buNone/>
            </a:pPr>
            <a:r>
              <a:rPr lang="en-US"/>
              <a:t>     (b) </a:t>
            </a:r>
            <a:endParaRPr/>
          </a:p>
          <a:p>
            <a:pPr indent="0" lvl="0" marL="0" rtl="0" algn="l">
              <a:lnSpc>
                <a:spcPct val="120000"/>
              </a:lnSpc>
              <a:spcBef>
                <a:spcPts val="1000"/>
              </a:spcBef>
              <a:spcAft>
                <a:spcPts val="0"/>
              </a:spcAft>
              <a:buClr>
                <a:schemeClr val="dk1"/>
              </a:buClr>
              <a:buSzPts val="2500"/>
              <a:buNone/>
            </a:pPr>
            <a:r>
              <a:t/>
            </a:r>
            <a:endParaRPr/>
          </a:p>
          <a:p>
            <a:pPr indent="0" lvl="0" marL="0" rtl="0" algn="l">
              <a:lnSpc>
                <a:spcPct val="120000"/>
              </a:lnSpc>
              <a:spcBef>
                <a:spcPts val="1000"/>
              </a:spcBef>
              <a:spcAft>
                <a:spcPts val="0"/>
              </a:spcAft>
              <a:buClr>
                <a:schemeClr val="dk1"/>
              </a:buClr>
              <a:buSzPts val="2500"/>
              <a:buNone/>
            </a:pPr>
            <a:r>
              <a:t/>
            </a:r>
            <a:endParaRPr/>
          </a:p>
          <a:p>
            <a:pPr indent="0" lvl="0" marL="0" rtl="0" algn="l">
              <a:lnSpc>
                <a:spcPct val="120000"/>
              </a:lnSpc>
              <a:spcBef>
                <a:spcPts val="1000"/>
              </a:spcBef>
              <a:spcAft>
                <a:spcPts val="0"/>
              </a:spcAft>
              <a:buClr>
                <a:schemeClr val="dk1"/>
              </a:buClr>
              <a:buSzPts val="2500"/>
              <a:buNone/>
            </a:pPr>
            <a:r>
              <a:t/>
            </a:r>
            <a:endParaRPr/>
          </a:p>
          <a:p>
            <a:pPr indent="0" lvl="0" marL="0" rtl="0" algn="l">
              <a:lnSpc>
                <a:spcPct val="120000"/>
              </a:lnSpc>
              <a:spcBef>
                <a:spcPts val="1000"/>
              </a:spcBef>
              <a:spcAft>
                <a:spcPts val="0"/>
              </a:spcAft>
              <a:buClr>
                <a:schemeClr val="dk1"/>
              </a:buClr>
              <a:buSzPts val="2500"/>
              <a:buNone/>
            </a:pPr>
            <a:r>
              <a:rPr lang="en-US"/>
              <a:t>      (c)   </a:t>
            </a:r>
            <a:endParaRPr/>
          </a:p>
        </p:txBody>
      </p:sp>
      <p:sp>
        <p:nvSpPr>
          <p:cNvPr id="706" name="Google Shape;706;p54"/>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07" name="Google Shape;707;p54"/>
          <p:cNvSpPr txBox="1"/>
          <p:nvPr>
            <p:ph idx="2" type="body"/>
          </p:nvPr>
        </p:nvSpPr>
        <p:spPr>
          <a:xfrm>
            <a:off x="3704400"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1.8</a:t>
            </a:r>
            <a:endParaRPr/>
          </a:p>
        </p:txBody>
      </p:sp>
      <p:pic>
        <p:nvPicPr>
          <p:cNvPr id="708" name="Google Shape;708;p54"/>
          <p:cNvPicPr preferRelativeResize="0"/>
          <p:nvPr/>
        </p:nvPicPr>
        <p:blipFill rotWithShape="1">
          <a:blip r:embed="rId3">
            <a:alphaModFix/>
          </a:blip>
          <a:srcRect b="0" l="0" r="0" t="0"/>
          <a:stretch/>
        </p:blipFill>
        <p:spPr>
          <a:xfrm>
            <a:off x="1773502" y="2665450"/>
            <a:ext cx="6652671" cy="1423468"/>
          </a:xfrm>
          <a:prstGeom prst="rect">
            <a:avLst/>
          </a:prstGeom>
          <a:noFill/>
          <a:ln>
            <a:noFill/>
          </a:ln>
        </p:spPr>
      </p:pic>
      <p:pic>
        <p:nvPicPr>
          <p:cNvPr id="709" name="Google Shape;709;p54"/>
          <p:cNvPicPr preferRelativeResize="0"/>
          <p:nvPr/>
        </p:nvPicPr>
        <p:blipFill rotWithShape="1">
          <a:blip r:embed="rId4">
            <a:alphaModFix/>
          </a:blip>
          <a:srcRect b="0" l="0" r="0" t="0"/>
          <a:stretch/>
        </p:blipFill>
        <p:spPr>
          <a:xfrm>
            <a:off x="1773502" y="4252430"/>
            <a:ext cx="5969476" cy="205117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05">
                                            <p:txEl>
                                              <p:pRg end="0" st="0"/>
                                            </p:txEl>
                                          </p:spTgt>
                                        </p:tgtEl>
                                        <p:attrNameLst>
                                          <p:attrName>style.visibility</p:attrName>
                                        </p:attrNameLst>
                                      </p:cBhvr>
                                      <p:to>
                                        <p:strVal val="visible"/>
                                      </p:to>
                                    </p:set>
                                    <p:anim calcmode="lin" valueType="num">
                                      <p:cBhvr additive="base">
                                        <p:cTn dur="500"/>
                                        <p:tgtEl>
                                          <p:spTgt spid="70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05">
                                            <p:txEl>
                                              <p:pRg end="1" st="1"/>
                                            </p:txEl>
                                          </p:spTgt>
                                        </p:tgtEl>
                                        <p:attrNameLst>
                                          <p:attrName>style.visibility</p:attrName>
                                        </p:attrNameLst>
                                      </p:cBhvr>
                                      <p:to>
                                        <p:strVal val="visible"/>
                                      </p:to>
                                    </p:set>
                                    <p:anim calcmode="lin" valueType="num">
                                      <p:cBhvr additive="base">
                                        <p:cTn dur="500"/>
                                        <p:tgtEl>
                                          <p:spTgt spid="70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05">
                                            <p:txEl>
                                              <p:pRg end="2" st="2"/>
                                            </p:txEl>
                                          </p:spTgt>
                                        </p:tgtEl>
                                        <p:attrNameLst>
                                          <p:attrName>style.visibility</p:attrName>
                                        </p:attrNameLst>
                                      </p:cBhvr>
                                      <p:to>
                                        <p:strVal val="visible"/>
                                      </p:to>
                                    </p:set>
                                    <p:anim calcmode="lin" valueType="num">
                                      <p:cBhvr additive="base">
                                        <p:cTn dur="500"/>
                                        <p:tgtEl>
                                          <p:spTgt spid="70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05">
                                            <p:txEl>
                                              <p:pRg end="3" st="3"/>
                                            </p:txEl>
                                          </p:spTgt>
                                        </p:tgtEl>
                                        <p:attrNameLst>
                                          <p:attrName>style.visibility</p:attrName>
                                        </p:attrNameLst>
                                      </p:cBhvr>
                                      <p:to>
                                        <p:strVal val="visible"/>
                                      </p:to>
                                    </p:set>
                                    <p:anim calcmode="lin" valueType="num">
                                      <p:cBhvr additive="base">
                                        <p:cTn dur="500"/>
                                        <p:tgtEl>
                                          <p:spTgt spid="70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05">
                                            <p:txEl>
                                              <p:pRg end="4" st="4"/>
                                            </p:txEl>
                                          </p:spTgt>
                                        </p:tgtEl>
                                        <p:attrNameLst>
                                          <p:attrName>style.visibility</p:attrName>
                                        </p:attrNameLst>
                                      </p:cBhvr>
                                      <p:to>
                                        <p:strVal val="visible"/>
                                      </p:to>
                                    </p:set>
                                    <p:anim calcmode="lin" valueType="num">
                                      <p:cBhvr additive="base">
                                        <p:cTn dur="500"/>
                                        <p:tgtEl>
                                          <p:spTgt spid="70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05">
                                            <p:txEl>
                                              <p:pRg end="5" st="5"/>
                                            </p:txEl>
                                          </p:spTgt>
                                        </p:tgtEl>
                                        <p:attrNameLst>
                                          <p:attrName>style.visibility</p:attrName>
                                        </p:attrNameLst>
                                      </p:cBhvr>
                                      <p:to>
                                        <p:strVal val="visible"/>
                                      </p:to>
                                    </p:set>
                                    <p:anim calcmode="lin" valueType="num">
                                      <p:cBhvr additive="base">
                                        <p:cTn dur="500"/>
                                        <p:tgtEl>
                                          <p:spTgt spid="70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05">
                                            <p:txEl>
                                              <p:pRg end="6" st="6"/>
                                            </p:txEl>
                                          </p:spTgt>
                                        </p:tgtEl>
                                        <p:attrNameLst>
                                          <p:attrName>style.visibility</p:attrName>
                                        </p:attrNameLst>
                                      </p:cBhvr>
                                      <p:to>
                                        <p:strVal val="visible"/>
                                      </p:to>
                                    </p:set>
                                    <p:anim calcmode="lin" valueType="num">
                                      <p:cBhvr additive="base">
                                        <p:cTn dur="500"/>
                                        <p:tgtEl>
                                          <p:spTgt spid="70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08"/>
                                        </p:tgtEl>
                                        <p:attrNameLst>
                                          <p:attrName>style.visibility</p:attrName>
                                        </p:attrNameLst>
                                      </p:cBhvr>
                                      <p:to>
                                        <p:strVal val="visible"/>
                                      </p:to>
                                    </p:set>
                                    <p:anim calcmode="lin" valueType="num">
                                      <p:cBhvr additive="base">
                                        <p:cTn dur="500"/>
                                        <p:tgtEl>
                                          <p:spTgt spid="70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09"/>
                                        </p:tgtEl>
                                        <p:attrNameLst>
                                          <p:attrName>style.visibility</p:attrName>
                                        </p:attrNameLst>
                                      </p:cBhvr>
                                      <p:to>
                                        <p:strVal val="visible"/>
                                      </p:to>
                                    </p:set>
                                    <p:anim calcmode="lin" valueType="num">
                                      <p:cBhvr additive="base">
                                        <p:cTn dur="500"/>
                                        <p:tgtEl>
                                          <p:spTgt spid="70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55"/>
          <p:cNvSpPr txBox="1"/>
          <p:nvPr>
            <p:ph idx="1" type="body"/>
          </p:nvPr>
        </p:nvSpPr>
        <p:spPr>
          <a:xfrm>
            <a:off x="838200" y="1443600"/>
            <a:ext cx="10515600" cy="4860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500"/>
              <a:buNone/>
            </a:pPr>
            <a:r>
              <a:rPr lang="en-US"/>
              <a:t>3.</a:t>
            </a:r>
            <a:endParaRPr/>
          </a:p>
          <a:p>
            <a:pPr indent="0" lvl="0" marL="0" rtl="0" algn="l">
              <a:lnSpc>
                <a:spcPct val="120000"/>
              </a:lnSpc>
              <a:spcBef>
                <a:spcPts val="1000"/>
              </a:spcBef>
              <a:spcAft>
                <a:spcPts val="0"/>
              </a:spcAft>
              <a:buClr>
                <a:schemeClr val="dk1"/>
              </a:buClr>
              <a:buSzPts val="2500"/>
              <a:buNone/>
            </a:pPr>
            <a:r>
              <a:rPr lang="en-US"/>
              <a:t>    </a:t>
            </a:r>
            <a:endParaRPr/>
          </a:p>
          <a:p>
            <a:pPr indent="0" lvl="0" marL="0" rtl="0" algn="l">
              <a:lnSpc>
                <a:spcPct val="120000"/>
              </a:lnSpc>
              <a:spcBef>
                <a:spcPts val="1000"/>
              </a:spcBef>
              <a:spcAft>
                <a:spcPts val="0"/>
              </a:spcAft>
              <a:buClr>
                <a:schemeClr val="dk1"/>
              </a:buClr>
              <a:buSzPts val="2500"/>
              <a:buNone/>
            </a:pPr>
            <a:r>
              <a:t/>
            </a:r>
            <a:endParaRPr/>
          </a:p>
        </p:txBody>
      </p:sp>
      <p:sp>
        <p:nvSpPr>
          <p:cNvPr id="715" name="Google Shape;715;p55"/>
          <p:cNvSpPr txBox="1"/>
          <p:nvPr>
            <p:ph idx="12" type="sldNum"/>
          </p:nvPr>
        </p:nvSpPr>
        <p:spPr>
          <a:xfrm>
            <a:off x="10582711" y="6492875"/>
            <a:ext cx="77108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16" name="Google Shape;716;p55"/>
          <p:cNvSpPr txBox="1"/>
          <p:nvPr>
            <p:ph idx="2" type="body"/>
          </p:nvPr>
        </p:nvSpPr>
        <p:spPr>
          <a:xfrm>
            <a:off x="3704400" y="755092"/>
            <a:ext cx="864000" cy="28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606060"/>
              </a:buClr>
              <a:buSzPts val="2500"/>
              <a:buNone/>
            </a:pPr>
            <a:r>
              <a:rPr lang="en-US"/>
              <a:t>1.8</a:t>
            </a:r>
            <a:endParaRPr/>
          </a:p>
        </p:txBody>
      </p:sp>
      <p:pic>
        <p:nvPicPr>
          <p:cNvPr id="717" name="Google Shape;717;p55"/>
          <p:cNvPicPr preferRelativeResize="0"/>
          <p:nvPr/>
        </p:nvPicPr>
        <p:blipFill rotWithShape="1">
          <a:blip r:embed="rId3">
            <a:alphaModFix/>
          </a:blip>
          <a:srcRect b="0" l="0" r="0" t="0"/>
          <a:stretch/>
        </p:blipFill>
        <p:spPr>
          <a:xfrm>
            <a:off x="1397886" y="1599733"/>
            <a:ext cx="9615995" cy="230551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14">
                                            <p:txEl>
                                              <p:pRg end="0" st="0"/>
                                            </p:txEl>
                                          </p:spTgt>
                                        </p:tgtEl>
                                        <p:attrNameLst>
                                          <p:attrName>style.visibility</p:attrName>
                                        </p:attrNameLst>
                                      </p:cBhvr>
                                      <p:to>
                                        <p:strVal val="visible"/>
                                      </p:to>
                                    </p:set>
                                    <p:anim calcmode="lin" valueType="num">
                                      <p:cBhvr additive="base">
                                        <p:cTn dur="500"/>
                                        <p:tgtEl>
                                          <p:spTgt spid="71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14">
                                            <p:txEl>
                                              <p:pRg end="1" st="1"/>
                                            </p:txEl>
                                          </p:spTgt>
                                        </p:tgtEl>
                                        <p:attrNameLst>
                                          <p:attrName>style.visibility</p:attrName>
                                        </p:attrNameLst>
                                      </p:cBhvr>
                                      <p:to>
                                        <p:strVal val="visible"/>
                                      </p:to>
                                    </p:set>
                                    <p:anim calcmode="lin" valueType="num">
                                      <p:cBhvr additive="base">
                                        <p:cTn dur="500"/>
                                        <p:tgtEl>
                                          <p:spTgt spid="71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14">
                                            <p:txEl>
                                              <p:pRg end="2" st="2"/>
                                            </p:txEl>
                                          </p:spTgt>
                                        </p:tgtEl>
                                        <p:attrNameLst>
                                          <p:attrName>style.visibility</p:attrName>
                                        </p:attrNameLst>
                                      </p:cBhvr>
                                      <p:to>
                                        <p:strVal val="visible"/>
                                      </p:to>
                                    </p:set>
                                    <p:anim calcmode="lin" valueType="num">
                                      <p:cBhvr additive="base">
                                        <p:cTn dur="500"/>
                                        <p:tgtEl>
                                          <p:spTgt spid="71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17"/>
                                        </p:tgtEl>
                                        <p:attrNameLst>
                                          <p:attrName>style.visibility</p:attrName>
                                        </p:attrNameLst>
                                      </p:cBhvr>
                                      <p:to>
                                        <p:strVal val="visible"/>
                                      </p:to>
                                    </p:set>
                                    <p:anim calcmode="lin" valueType="num">
                                      <p:cBhvr additive="base">
                                        <p:cTn dur="500"/>
                                        <p:tgtEl>
                                          <p:spTgt spid="71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DSEPPT_EN_Kelie_20230427">
  <a:themeElements>
    <a:clrScheme name="Circuit">
      <a:dk1>
        <a:srgbClr val="000000"/>
      </a:dk1>
      <a:lt1>
        <a:srgbClr val="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2023-04-27T03:24:22Z</dcterms:created>
  <dc:creator>Kelie Leung</dc:creator>
</cp:coreProperties>
</file>