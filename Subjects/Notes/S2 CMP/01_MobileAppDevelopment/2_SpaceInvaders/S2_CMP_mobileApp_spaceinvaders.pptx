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6858000" cy="9144000"/>
  <p:embeddedFontLst>
    <p:embeddedFont>
      <p:font typeface="Advent Pro" panose="02020500000000000000" charset="0"/>
      <p:regular r:id="rId13"/>
      <p:bold r:id="rId14"/>
    </p:embeddedFont>
    <p:embeddedFont>
      <p:font typeface="Advent Pro Medium" panose="02020500000000000000" charset="0"/>
      <p:regular r:id="rId15"/>
      <p:bold r:id="rId16"/>
    </p:embeddedFont>
    <p:embeddedFont>
      <p:font typeface="Press Start 2P" panose="02020500000000000000" charset="0"/>
      <p:regular r:id="rId17"/>
    </p:embeddedFont>
    <p:embeddedFont>
      <p:font typeface="Roboto Condensed Light" panose="02000000000000000000" pitchFamily="2" charset="0"/>
      <p:regular r:id="rId18"/>
      <p: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900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3" name="Google Shape;1381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4" name="Google Shape;1381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5" name="Google Shape;13825;g15a7eada313_0_138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6" name="Google Shape;13826;g15a7eada313_0_138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2" name="Google Shape;13832;g15a7eada313_0_138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3" name="Google Shape;13833;g15a7eada313_0_138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9" name="Google Shape;13839;g15a7eada313_0_276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0" name="Google Shape;13840;g15a7eada313_0_276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2" name="Google Shape;13852;g15a7eada313_0_41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53" name="Google Shape;13853;g15a7eada313_0_41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1" name="Google Shape;13861;g15a7eada313_0_55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2" name="Google Shape;13862;g15a7eada313_0_55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9" name="Google Shape;13869;g15a7eada313_0_55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0" name="Google Shape;13870;g15a7eada313_0_55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8" name="Google Shape;13878;g15a7eada313_0_55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9" name="Google Shape;13879;g15a7eada313_0_55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6" name="Google Shape;13886;g15a7eada313_0_55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87" name="Google Shape;13887;g15a7eada313_0_55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4" name="Google Shape;13894;g15a7eada313_0_55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95" name="Google Shape;13895;g15a7eada313_0_55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2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55" name="Google Shape;55;p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" name="Google Shape;98;p2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99" name="Google Shape;99;p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" name="Google Shape;142;p2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143" name="Google Shape;143;p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6" name="Google Shape;186;p2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187" name="Google Shape;187;p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0" name="Google Shape;230;p2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231" name="Google Shape;231;p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4" name="Google Shape;274;p2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275" name="Google Shape;275;p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8" name="Google Shape;318;p2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319" name="Google Shape;319;p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2" name="Google Shape;362;p2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363" name="Google Shape;363;p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6" name="Google Shape;406;p2"/>
          <p:cNvGrpSpPr/>
          <p:nvPr/>
        </p:nvGrpSpPr>
        <p:grpSpPr>
          <a:xfrm>
            <a:off x="3393210" y="3870986"/>
            <a:ext cx="1191387" cy="732516"/>
            <a:chOff x="2430450" y="2143325"/>
            <a:chExt cx="337800" cy="207700"/>
          </a:xfrm>
        </p:grpSpPr>
        <p:sp>
          <p:nvSpPr>
            <p:cNvPr id="407" name="Google Shape;407;p2"/>
            <p:cNvSpPr/>
            <p:nvPr/>
          </p:nvSpPr>
          <p:spPr>
            <a:xfrm>
              <a:off x="2482575" y="21433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2456700" y="216920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2482575" y="216920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2508425" y="216920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2690250" y="216920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2482575" y="219505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2664400" y="219505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2690250" y="2195050"/>
              <a:ext cx="26275" cy="26275"/>
            </a:xfrm>
            <a:custGeom>
              <a:avLst/>
              <a:gdLst/>
              <a:ahLst/>
              <a:cxnLst/>
              <a:rect l="l" t="t" r="r" b="b"/>
              <a:pathLst>
                <a:path w="1051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51" y="1051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2716500" y="2195050"/>
              <a:ext cx="25900" cy="26275"/>
            </a:xfrm>
            <a:custGeom>
              <a:avLst/>
              <a:gdLst/>
              <a:ahLst/>
              <a:cxnLst/>
              <a:rect l="l" t="t" r="r" b="b"/>
              <a:pathLst>
                <a:path w="1036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2482575" y="2221300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2586400" y="2221300"/>
              <a:ext cx="26300" cy="25900"/>
            </a:xfrm>
            <a:custGeom>
              <a:avLst/>
              <a:gdLst/>
              <a:ahLst/>
              <a:cxnLst/>
              <a:rect l="l" t="t" r="r" b="b"/>
              <a:pathLst>
                <a:path w="1052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2690250" y="2221300"/>
              <a:ext cx="26275" cy="25900"/>
            </a:xfrm>
            <a:custGeom>
              <a:avLst/>
              <a:gdLst/>
              <a:ahLst/>
              <a:cxnLst/>
              <a:rect l="l" t="t" r="r" b="b"/>
              <a:pathLst>
                <a:path w="1051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2456700" y="2247175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2482575" y="2247175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2560550" y="2247175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"/>
            <p:cNvSpPr/>
            <p:nvPr/>
          </p:nvSpPr>
          <p:spPr>
            <a:xfrm>
              <a:off x="2586400" y="2247175"/>
              <a:ext cx="26300" cy="25875"/>
            </a:xfrm>
            <a:custGeom>
              <a:avLst/>
              <a:gdLst/>
              <a:ahLst/>
              <a:cxnLst/>
              <a:rect l="l" t="t" r="r" b="b"/>
              <a:pathLst>
                <a:path w="1052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"/>
            <p:cNvSpPr/>
            <p:nvPr/>
          </p:nvSpPr>
          <p:spPr>
            <a:xfrm>
              <a:off x="2612675" y="2247175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2690250" y="2247175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2482575" y="22730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2586400" y="2273025"/>
              <a:ext cx="26300" cy="25900"/>
            </a:xfrm>
            <a:custGeom>
              <a:avLst/>
              <a:gdLst/>
              <a:ahLst/>
              <a:cxnLst/>
              <a:rect l="l" t="t" r="r" b="b"/>
              <a:pathLst>
                <a:path w="1052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2664400" y="22730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2742375" y="22730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2508425" y="2298900"/>
              <a:ext cx="26275" cy="26275"/>
            </a:xfrm>
            <a:custGeom>
              <a:avLst/>
              <a:gdLst/>
              <a:ahLst/>
              <a:cxnLst/>
              <a:rect l="l" t="t" r="r" b="b"/>
              <a:pathLst>
                <a:path w="1051" h="1051" extrusionOk="0">
                  <a:moveTo>
                    <a:pt x="1" y="0"/>
                  </a:moveTo>
                  <a:lnTo>
                    <a:pt x="1" y="1050"/>
                  </a:lnTo>
                  <a:lnTo>
                    <a:pt x="1051" y="1050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2586400" y="2298900"/>
              <a:ext cx="26300" cy="26275"/>
            </a:xfrm>
            <a:custGeom>
              <a:avLst/>
              <a:gdLst/>
              <a:ahLst/>
              <a:cxnLst/>
              <a:rect l="l" t="t" r="r" b="b"/>
              <a:pathLst>
                <a:path w="1052" h="1051" extrusionOk="0">
                  <a:moveTo>
                    <a:pt x="1" y="0"/>
                  </a:moveTo>
                  <a:lnTo>
                    <a:pt x="1" y="1050"/>
                  </a:lnTo>
                  <a:lnTo>
                    <a:pt x="1051" y="1050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2664400" y="229890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0"/>
                  </a:moveTo>
                  <a:lnTo>
                    <a:pt x="0" y="1050"/>
                  </a:lnTo>
                  <a:lnTo>
                    <a:pt x="1035" y="1050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2716500" y="2298900"/>
              <a:ext cx="25900" cy="26275"/>
            </a:xfrm>
            <a:custGeom>
              <a:avLst/>
              <a:gdLst/>
              <a:ahLst/>
              <a:cxnLst/>
              <a:rect l="l" t="t" r="r" b="b"/>
              <a:pathLst>
                <a:path w="1036" h="1051" extrusionOk="0">
                  <a:moveTo>
                    <a:pt x="1" y="0"/>
                  </a:moveTo>
                  <a:lnTo>
                    <a:pt x="1" y="1050"/>
                  </a:lnTo>
                  <a:lnTo>
                    <a:pt x="1035" y="1050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2430450" y="232515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2456700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2482575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2508425" y="232515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2534675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2560550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2586400" y="2325150"/>
              <a:ext cx="26300" cy="25875"/>
            </a:xfrm>
            <a:custGeom>
              <a:avLst/>
              <a:gdLst/>
              <a:ahLst/>
              <a:cxnLst/>
              <a:rect l="l" t="t" r="r" b="b"/>
              <a:pathLst>
                <a:path w="1052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2612675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2638525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2664400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2690250" y="232515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2716500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2742375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2"/>
          <p:cNvGrpSpPr/>
          <p:nvPr/>
        </p:nvGrpSpPr>
        <p:grpSpPr>
          <a:xfrm>
            <a:off x="275207" y="916381"/>
            <a:ext cx="1049633" cy="523940"/>
            <a:chOff x="138482" y="584556"/>
            <a:chExt cx="1049633" cy="523940"/>
          </a:xfrm>
        </p:grpSpPr>
        <p:sp>
          <p:nvSpPr>
            <p:cNvPr id="447" name="Google Shape;447;p2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2" name="Google Shape;462;p2"/>
          <p:cNvGrpSpPr/>
          <p:nvPr/>
        </p:nvGrpSpPr>
        <p:grpSpPr>
          <a:xfrm flipH="1">
            <a:off x="7651282" y="179206"/>
            <a:ext cx="1049633" cy="523940"/>
            <a:chOff x="138482" y="584556"/>
            <a:chExt cx="1049633" cy="523940"/>
          </a:xfrm>
        </p:grpSpPr>
        <p:sp>
          <p:nvSpPr>
            <p:cNvPr id="463" name="Google Shape;463;p2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8" name="Google Shape;478;p2"/>
          <p:cNvGrpSpPr/>
          <p:nvPr/>
        </p:nvGrpSpPr>
        <p:grpSpPr>
          <a:xfrm>
            <a:off x="6031078" y="4237329"/>
            <a:ext cx="275098" cy="366258"/>
            <a:chOff x="2664400" y="2169200"/>
            <a:chExt cx="78000" cy="103850"/>
          </a:xfrm>
        </p:grpSpPr>
        <p:sp>
          <p:nvSpPr>
            <p:cNvPr id="479" name="Google Shape;479;p2"/>
            <p:cNvSpPr/>
            <p:nvPr/>
          </p:nvSpPr>
          <p:spPr>
            <a:xfrm>
              <a:off x="2690250" y="216920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2664400" y="219505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"/>
            <p:cNvSpPr/>
            <p:nvPr/>
          </p:nvSpPr>
          <p:spPr>
            <a:xfrm>
              <a:off x="2690250" y="2195050"/>
              <a:ext cx="26275" cy="26275"/>
            </a:xfrm>
            <a:custGeom>
              <a:avLst/>
              <a:gdLst/>
              <a:ahLst/>
              <a:cxnLst/>
              <a:rect l="l" t="t" r="r" b="b"/>
              <a:pathLst>
                <a:path w="1051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51" y="1051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"/>
            <p:cNvSpPr/>
            <p:nvPr/>
          </p:nvSpPr>
          <p:spPr>
            <a:xfrm>
              <a:off x="2716500" y="2195050"/>
              <a:ext cx="25900" cy="26275"/>
            </a:xfrm>
            <a:custGeom>
              <a:avLst/>
              <a:gdLst/>
              <a:ahLst/>
              <a:cxnLst/>
              <a:rect l="l" t="t" r="r" b="b"/>
              <a:pathLst>
                <a:path w="1036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"/>
            <p:cNvSpPr/>
            <p:nvPr/>
          </p:nvSpPr>
          <p:spPr>
            <a:xfrm>
              <a:off x="2690250" y="2221300"/>
              <a:ext cx="26275" cy="25900"/>
            </a:xfrm>
            <a:custGeom>
              <a:avLst/>
              <a:gdLst/>
              <a:ahLst/>
              <a:cxnLst/>
              <a:rect l="l" t="t" r="r" b="b"/>
              <a:pathLst>
                <a:path w="1051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"/>
            <p:cNvSpPr/>
            <p:nvPr/>
          </p:nvSpPr>
          <p:spPr>
            <a:xfrm>
              <a:off x="2690250" y="2247175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5" name="Google Shape;485;p2"/>
          <p:cNvSpPr txBox="1">
            <a:spLocks noGrp="1"/>
          </p:cNvSpPr>
          <p:nvPr>
            <p:ph type="ctrTitle"/>
          </p:nvPr>
        </p:nvSpPr>
        <p:spPr>
          <a:xfrm>
            <a:off x="1868250" y="1099850"/>
            <a:ext cx="5407500" cy="175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86" name="Google Shape;486;p2"/>
          <p:cNvSpPr txBox="1">
            <a:spLocks noGrp="1"/>
          </p:cNvSpPr>
          <p:nvPr>
            <p:ph type="subTitle" idx="1"/>
          </p:nvPr>
        </p:nvSpPr>
        <p:spPr>
          <a:xfrm>
            <a:off x="1868100" y="2632300"/>
            <a:ext cx="5407500" cy="538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3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489" name="Google Shape;489;p3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490" name="Google Shape;490;p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3" name="Google Shape;533;p3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534" name="Google Shape;534;p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7" name="Google Shape;577;p3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578" name="Google Shape;578;p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1" name="Google Shape;621;p3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622" name="Google Shape;622;p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5" name="Google Shape;665;p3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666" name="Google Shape;666;p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9" name="Google Shape;709;p3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710" name="Google Shape;710;p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3" name="Google Shape;753;p3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754" name="Google Shape;754;p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7" name="Google Shape;797;p3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798" name="Google Shape;798;p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1" name="Google Shape;841;p3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842" name="Google Shape;842;p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85" name="Google Shape;885;p3"/>
          <p:cNvGrpSpPr/>
          <p:nvPr/>
        </p:nvGrpSpPr>
        <p:grpSpPr>
          <a:xfrm rot="5400000">
            <a:off x="6694689" y="3881629"/>
            <a:ext cx="361169" cy="1082581"/>
            <a:chOff x="5388975" y="525725"/>
            <a:chExt cx="186950" cy="560400"/>
          </a:xfrm>
        </p:grpSpPr>
        <p:sp>
          <p:nvSpPr>
            <p:cNvPr id="886" name="Google Shape;886;p3"/>
            <p:cNvSpPr/>
            <p:nvPr/>
          </p:nvSpPr>
          <p:spPr>
            <a:xfrm>
              <a:off x="5548850" y="525725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"/>
            <p:cNvSpPr/>
            <p:nvPr/>
          </p:nvSpPr>
          <p:spPr>
            <a:xfrm>
              <a:off x="5522200" y="52572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67" y="1067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"/>
            <p:cNvSpPr/>
            <p:nvPr/>
          </p:nvSpPr>
          <p:spPr>
            <a:xfrm>
              <a:off x="5548850" y="552375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"/>
            <p:cNvSpPr/>
            <p:nvPr/>
          </p:nvSpPr>
          <p:spPr>
            <a:xfrm>
              <a:off x="5495575" y="552375"/>
              <a:ext cx="26650" cy="26675"/>
            </a:xfrm>
            <a:custGeom>
              <a:avLst/>
              <a:gdLst/>
              <a:ahLst/>
              <a:cxnLst/>
              <a:rect l="l" t="t" r="r" b="b"/>
              <a:pathLst>
                <a:path w="1066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815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"/>
            <p:cNvSpPr/>
            <p:nvPr/>
          </p:nvSpPr>
          <p:spPr>
            <a:xfrm>
              <a:off x="5548850" y="579025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"/>
            <p:cNvSpPr/>
            <p:nvPr/>
          </p:nvSpPr>
          <p:spPr>
            <a:xfrm>
              <a:off x="5495575" y="579025"/>
              <a:ext cx="26650" cy="26675"/>
            </a:xfrm>
            <a:custGeom>
              <a:avLst/>
              <a:gdLst/>
              <a:ahLst/>
              <a:cxnLst/>
              <a:rect l="l" t="t" r="r" b="b"/>
              <a:pathLst>
                <a:path w="1066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"/>
            <p:cNvSpPr/>
            <p:nvPr/>
          </p:nvSpPr>
          <p:spPr>
            <a:xfrm>
              <a:off x="5548850" y="605675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"/>
            <p:cNvSpPr/>
            <p:nvPr/>
          </p:nvSpPr>
          <p:spPr>
            <a:xfrm>
              <a:off x="5468925" y="6056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"/>
            <p:cNvSpPr/>
            <p:nvPr/>
          </p:nvSpPr>
          <p:spPr>
            <a:xfrm>
              <a:off x="5548850" y="632325"/>
              <a:ext cx="27075" cy="27050"/>
            </a:xfrm>
            <a:custGeom>
              <a:avLst/>
              <a:gdLst/>
              <a:ahLst/>
              <a:cxnLst/>
              <a:rect l="l" t="t" r="r" b="b"/>
              <a:pathLst>
                <a:path w="1083" h="1082" extrusionOk="0">
                  <a:moveTo>
                    <a:pt x="1" y="0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"/>
            <p:cNvSpPr/>
            <p:nvPr/>
          </p:nvSpPr>
          <p:spPr>
            <a:xfrm>
              <a:off x="5442275" y="632325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"/>
            <p:cNvSpPr/>
            <p:nvPr/>
          </p:nvSpPr>
          <p:spPr>
            <a:xfrm>
              <a:off x="5548850" y="65935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"/>
            <p:cNvSpPr/>
            <p:nvPr/>
          </p:nvSpPr>
          <p:spPr>
            <a:xfrm>
              <a:off x="5442275" y="6593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"/>
            <p:cNvSpPr/>
            <p:nvPr/>
          </p:nvSpPr>
          <p:spPr>
            <a:xfrm>
              <a:off x="5548850" y="68600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"/>
            <p:cNvSpPr/>
            <p:nvPr/>
          </p:nvSpPr>
          <p:spPr>
            <a:xfrm>
              <a:off x="5415625" y="68600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"/>
            <p:cNvSpPr/>
            <p:nvPr/>
          </p:nvSpPr>
          <p:spPr>
            <a:xfrm>
              <a:off x="5548850" y="71265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"/>
            <p:cNvSpPr/>
            <p:nvPr/>
          </p:nvSpPr>
          <p:spPr>
            <a:xfrm>
              <a:off x="5548850" y="73930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"/>
            <p:cNvSpPr/>
            <p:nvPr/>
          </p:nvSpPr>
          <p:spPr>
            <a:xfrm>
              <a:off x="5548850" y="76595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"/>
            <p:cNvSpPr/>
            <p:nvPr/>
          </p:nvSpPr>
          <p:spPr>
            <a:xfrm>
              <a:off x="5548850" y="79260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"/>
            <p:cNvSpPr/>
            <p:nvPr/>
          </p:nvSpPr>
          <p:spPr>
            <a:xfrm>
              <a:off x="5548850" y="819250"/>
              <a:ext cx="27075" cy="26650"/>
            </a:xfrm>
            <a:custGeom>
              <a:avLst/>
              <a:gdLst/>
              <a:ahLst/>
              <a:cxnLst/>
              <a:rect l="l" t="t" r="r" b="b"/>
              <a:pathLst>
                <a:path w="1083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"/>
            <p:cNvSpPr/>
            <p:nvPr/>
          </p:nvSpPr>
          <p:spPr>
            <a:xfrm>
              <a:off x="5548850" y="845875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"/>
            <p:cNvSpPr/>
            <p:nvPr/>
          </p:nvSpPr>
          <p:spPr>
            <a:xfrm>
              <a:off x="5548850" y="872525"/>
              <a:ext cx="27075" cy="27075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"/>
            <p:cNvSpPr/>
            <p:nvPr/>
          </p:nvSpPr>
          <p:spPr>
            <a:xfrm>
              <a:off x="5548850" y="899575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"/>
            <p:cNvSpPr/>
            <p:nvPr/>
          </p:nvSpPr>
          <p:spPr>
            <a:xfrm>
              <a:off x="5415625" y="8995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"/>
            <p:cNvSpPr/>
            <p:nvPr/>
          </p:nvSpPr>
          <p:spPr>
            <a:xfrm>
              <a:off x="5548850" y="926225"/>
              <a:ext cx="27075" cy="26650"/>
            </a:xfrm>
            <a:custGeom>
              <a:avLst/>
              <a:gdLst/>
              <a:ahLst/>
              <a:cxnLst/>
              <a:rect l="l" t="t" r="r" b="b"/>
              <a:pathLst>
                <a:path w="1083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"/>
            <p:cNvSpPr/>
            <p:nvPr/>
          </p:nvSpPr>
          <p:spPr>
            <a:xfrm>
              <a:off x="5442275" y="926225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"/>
            <p:cNvSpPr/>
            <p:nvPr/>
          </p:nvSpPr>
          <p:spPr>
            <a:xfrm>
              <a:off x="5548850" y="95285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"/>
            <p:cNvSpPr/>
            <p:nvPr/>
          </p:nvSpPr>
          <p:spPr>
            <a:xfrm>
              <a:off x="5442275" y="9528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"/>
            <p:cNvSpPr/>
            <p:nvPr/>
          </p:nvSpPr>
          <p:spPr>
            <a:xfrm>
              <a:off x="5548850" y="97950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"/>
            <p:cNvSpPr/>
            <p:nvPr/>
          </p:nvSpPr>
          <p:spPr>
            <a:xfrm>
              <a:off x="5468925" y="97950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"/>
            <p:cNvSpPr/>
            <p:nvPr/>
          </p:nvSpPr>
          <p:spPr>
            <a:xfrm>
              <a:off x="5548850" y="100615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"/>
            <p:cNvSpPr/>
            <p:nvPr/>
          </p:nvSpPr>
          <p:spPr>
            <a:xfrm>
              <a:off x="5495575" y="1006150"/>
              <a:ext cx="26650" cy="26675"/>
            </a:xfrm>
            <a:custGeom>
              <a:avLst/>
              <a:gdLst/>
              <a:ahLst/>
              <a:cxnLst/>
              <a:rect l="l" t="t" r="r" b="b"/>
              <a:pathLst>
                <a:path w="1066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"/>
            <p:cNvSpPr/>
            <p:nvPr/>
          </p:nvSpPr>
          <p:spPr>
            <a:xfrm>
              <a:off x="5548850" y="103280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"/>
            <p:cNvSpPr/>
            <p:nvPr/>
          </p:nvSpPr>
          <p:spPr>
            <a:xfrm>
              <a:off x="5495575" y="1032800"/>
              <a:ext cx="26650" cy="26675"/>
            </a:xfrm>
            <a:custGeom>
              <a:avLst/>
              <a:gdLst/>
              <a:ahLst/>
              <a:cxnLst/>
              <a:rect l="l" t="t" r="r" b="b"/>
              <a:pathLst>
                <a:path w="1066" h="1067" extrusionOk="0">
                  <a:moveTo>
                    <a:pt x="0" y="1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"/>
            <p:cNvSpPr/>
            <p:nvPr/>
          </p:nvSpPr>
          <p:spPr>
            <a:xfrm>
              <a:off x="5548850" y="105945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"/>
            <p:cNvSpPr/>
            <p:nvPr/>
          </p:nvSpPr>
          <p:spPr>
            <a:xfrm>
              <a:off x="5522200" y="10594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"/>
            <p:cNvSpPr/>
            <p:nvPr/>
          </p:nvSpPr>
          <p:spPr>
            <a:xfrm>
              <a:off x="5388975" y="7126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1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"/>
            <p:cNvSpPr/>
            <p:nvPr/>
          </p:nvSpPr>
          <p:spPr>
            <a:xfrm>
              <a:off x="5388975" y="73930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"/>
            <p:cNvSpPr/>
            <p:nvPr/>
          </p:nvSpPr>
          <p:spPr>
            <a:xfrm>
              <a:off x="5388975" y="7659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"/>
            <p:cNvSpPr/>
            <p:nvPr/>
          </p:nvSpPr>
          <p:spPr>
            <a:xfrm>
              <a:off x="5388975" y="79260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"/>
            <p:cNvSpPr/>
            <p:nvPr/>
          </p:nvSpPr>
          <p:spPr>
            <a:xfrm>
              <a:off x="5388975" y="819250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"/>
            <p:cNvSpPr/>
            <p:nvPr/>
          </p:nvSpPr>
          <p:spPr>
            <a:xfrm>
              <a:off x="5388975" y="8458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67" y="1067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"/>
            <p:cNvSpPr/>
            <p:nvPr/>
          </p:nvSpPr>
          <p:spPr>
            <a:xfrm>
              <a:off x="5388975" y="87252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67" y="1082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815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8" name="Google Shape;928;p3"/>
          <p:cNvGrpSpPr/>
          <p:nvPr/>
        </p:nvGrpSpPr>
        <p:grpSpPr>
          <a:xfrm>
            <a:off x="640021" y="3854938"/>
            <a:ext cx="748595" cy="748496"/>
            <a:chOff x="5373300" y="2439975"/>
            <a:chExt cx="188525" cy="188500"/>
          </a:xfrm>
        </p:grpSpPr>
        <p:sp>
          <p:nvSpPr>
            <p:cNvPr id="929" name="Google Shape;929;p3"/>
            <p:cNvSpPr/>
            <p:nvPr/>
          </p:nvSpPr>
          <p:spPr>
            <a:xfrm>
              <a:off x="5486150" y="2439975"/>
              <a:ext cx="38050" cy="37625"/>
            </a:xfrm>
            <a:custGeom>
              <a:avLst/>
              <a:gdLst/>
              <a:ahLst/>
              <a:cxnLst/>
              <a:rect l="l" t="t" r="r" b="b"/>
              <a:pathLst>
                <a:path w="1522" h="1505" extrusionOk="0">
                  <a:moveTo>
                    <a:pt x="1" y="0"/>
                  </a:moveTo>
                  <a:lnTo>
                    <a:pt x="1" y="1505"/>
                  </a:lnTo>
                  <a:lnTo>
                    <a:pt x="1521" y="1505"/>
                  </a:lnTo>
                  <a:lnTo>
                    <a:pt x="1521" y="0"/>
                  </a:lnTo>
                  <a:close/>
                </a:path>
              </a:pathLst>
            </a:custGeom>
            <a:solidFill>
              <a:srgbClr val="E4D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"/>
            <p:cNvSpPr/>
            <p:nvPr/>
          </p:nvSpPr>
          <p:spPr>
            <a:xfrm>
              <a:off x="5448550" y="2439975"/>
              <a:ext cx="37625" cy="37625"/>
            </a:xfrm>
            <a:custGeom>
              <a:avLst/>
              <a:gdLst/>
              <a:ahLst/>
              <a:cxnLst/>
              <a:rect l="l" t="t" r="r" b="b"/>
              <a:pathLst>
                <a:path w="1505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05" y="1505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rgbClr val="EBE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"/>
            <p:cNvSpPr/>
            <p:nvPr/>
          </p:nvSpPr>
          <p:spPr>
            <a:xfrm>
              <a:off x="5410925" y="2439975"/>
              <a:ext cx="37650" cy="37625"/>
            </a:xfrm>
            <a:custGeom>
              <a:avLst/>
              <a:gdLst/>
              <a:ahLst/>
              <a:cxnLst/>
              <a:rect l="l" t="t" r="r" b="b"/>
              <a:pathLst>
                <a:path w="1506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05" y="1505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rgbClr val="E4D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"/>
            <p:cNvSpPr/>
            <p:nvPr/>
          </p:nvSpPr>
          <p:spPr>
            <a:xfrm>
              <a:off x="5524175" y="2477575"/>
              <a:ext cx="37650" cy="38050"/>
            </a:xfrm>
            <a:custGeom>
              <a:avLst/>
              <a:gdLst/>
              <a:ahLst/>
              <a:cxnLst/>
              <a:rect l="l" t="t" r="r" b="b"/>
              <a:pathLst>
                <a:path w="1506" h="1522" extrusionOk="0">
                  <a:moveTo>
                    <a:pt x="0" y="1"/>
                  </a:moveTo>
                  <a:lnTo>
                    <a:pt x="0" y="1521"/>
                  </a:lnTo>
                  <a:lnTo>
                    <a:pt x="1505" y="1521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E4D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"/>
            <p:cNvSpPr/>
            <p:nvPr/>
          </p:nvSpPr>
          <p:spPr>
            <a:xfrm>
              <a:off x="5486150" y="2477575"/>
              <a:ext cx="38050" cy="38050"/>
            </a:xfrm>
            <a:custGeom>
              <a:avLst/>
              <a:gdLst/>
              <a:ahLst/>
              <a:cxnLst/>
              <a:rect l="l" t="t" r="r" b="b"/>
              <a:pathLst>
                <a:path w="1522" h="1522" extrusionOk="0">
                  <a:moveTo>
                    <a:pt x="1" y="1"/>
                  </a:moveTo>
                  <a:lnTo>
                    <a:pt x="1" y="1521"/>
                  </a:lnTo>
                  <a:lnTo>
                    <a:pt x="1521" y="1521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rgbClr val="EBE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"/>
            <p:cNvSpPr/>
            <p:nvPr/>
          </p:nvSpPr>
          <p:spPr>
            <a:xfrm>
              <a:off x="5448550" y="2477575"/>
              <a:ext cx="37625" cy="38050"/>
            </a:xfrm>
            <a:custGeom>
              <a:avLst/>
              <a:gdLst/>
              <a:ahLst/>
              <a:cxnLst/>
              <a:rect l="l" t="t" r="r" b="b"/>
              <a:pathLst>
                <a:path w="1505" h="1522" extrusionOk="0">
                  <a:moveTo>
                    <a:pt x="0" y="1"/>
                  </a:moveTo>
                  <a:lnTo>
                    <a:pt x="0" y="1521"/>
                  </a:lnTo>
                  <a:lnTo>
                    <a:pt x="1505" y="1521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E4D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"/>
            <p:cNvSpPr/>
            <p:nvPr/>
          </p:nvSpPr>
          <p:spPr>
            <a:xfrm>
              <a:off x="5410925" y="2477575"/>
              <a:ext cx="37650" cy="38050"/>
            </a:xfrm>
            <a:custGeom>
              <a:avLst/>
              <a:gdLst/>
              <a:ahLst/>
              <a:cxnLst/>
              <a:rect l="l" t="t" r="r" b="b"/>
              <a:pathLst>
                <a:path w="1506" h="1522" extrusionOk="0">
                  <a:moveTo>
                    <a:pt x="0" y="1"/>
                  </a:moveTo>
                  <a:lnTo>
                    <a:pt x="0" y="1521"/>
                  </a:lnTo>
                  <a:lnTo>
                    <a:pt x="1505" y="1521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E4D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"/>
            <p:cNvSpPr/>
            <p:nvPr/>
          </p:nvSpPr>
          <p:spPr>
            <a:xfrm>
              <a:off x="5373300" y="2477575"/>
              <a:ext cx="37650" cy="38050"/>
            </a:xfrm>
            <a:custGeom>
              <a:avLst/>
              <a:gdLst/>
              <a:ahLst/>
              <a:cxnLst/>
              <a:rect l="l" t="t" r="r" b="b"/>
              <a:pathLst>
                <a:path w="1506" h="1522" extrusionOk="0">
                  <a:moveTo>
                    <a:pt x="1" y="1"/>
                  </a:moveTo>
                  <a:lnTo>
                    <a:pt x="1" y="1521"/>
                  </a:lnTo>
                  <a:lnTo>
                    <a:pt x="1505" y="1521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E4D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"/>
            <p:cNvSpPr/>
            <p:nvPr/>
          </p:nvSpPr>
          <p:spPr>
            <a:xfrm>
              <a:off x="5524175" y="2515600"/>
              <a:ext cx="37650" cy="37625"/>
            </a:xfrm>
            <a:custGeom>
              <a:avLst/>
              <a:gdLst/>
              <a:ahLst/>
              <a:cxnLst/>
              <a:rect l="l" t="t" r="r" b="b"/>
              <a:pathLst>
                <a:path w="1506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05" y="1505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rgbClr val="DDC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"/>
            <p:cNvSpPr/>
            <p:nvPr/>
          </p:nvSpPr>
          <p:spPr>
            <a:xfrm>
              <a:off x="5486150" y="2515600"/>
              <a:ext cx="38050" cy="37625"/>
            </a:xfrm>
            <a:custGeom>
              <a:avLst/>
              <a:gdLst/>
              <a:ahLst/>
              <a:cxnLst/>
              <a:rect l="l" t="t" r="r" b="b"/>
              <a:pathLst>
                <a:path w="1522" h="1505" extrusionOk="0">
                  <a:moveTo>
                    <a:pt x="1" y="0"/>
                  </a:moveTo>
                  <a:lnTo>
                    <a:pt x="1" y="1505"/>
                  </a:lnTo>
                  <a:lnTo>
                    <a:pt x="1521" y="1505"/>
                  </a:lnTo>
                  <a:lnTo>
                    <a:pt x="152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"/>
            <p:cNvSpPr/>
            <p:nvPr/>
          </p:nvSpPr>
          <p:spPr>
            <a:xfrm>
              <a:off x="5448550" y="2515600"/>
              <a:ext cx="37625" cy="37625"/>
            </a:xfrm>
            <a:custGeom>
              <a:avLst/>
              <a:gdLst/>
              <a:ahLst/>
              <a:cxnLst/>
              <a:rect l="l" t="t" r="r" b="b"/>
              <a:pathLst>
                <a:path w="1505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05" y="1505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rgbClr val="DDC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"/>
            <p:cNvSpPr/>
            <p:nvPr/>
          </p:nvSpPr>
          <p:spPr>
            <a:xfrm>
              <a:off x="5410925" y="2515600"/>
              <a:ext cx="37650" cy="37625"/>
            </a:xfrm>
            <a:custGeom>
              <a:avLst/>
              <a:gdLst/>
              <a:ahLst/>
              <a:cxnLst/>
              <a:rect l="l" t="t" r="r" b="b"/>
              <a:pathLst>
                <a:path w="1506" h="1505" extrusionOk="0">
                  <a:moveTo>
                    <a:pt x="0" y="0"/>
                  </a:moveTo>
                  <a:lnTo>
                    <a:pt x="0" y="1505"/>
                  </a:lnTo>
                  <a:lnTo>
                    <a:pt x="1505" y="1505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"/>
            <p:cNvSpPr/>
            <p:nvPr/>
          </p:nvSpPr>
          <p:spPr>
            <a:xfrm>
              <a:off x="5373300" y="2515600"/>
              <a:ext cx="37650" cy="37625"/>
            </a:xfrm>
            <a:custGeom>
              <a:avLst/>
              <a:gdLst/>
              <a:ahLst/>
              <a:cxnLst/>
              <a:rect l="l" t="t" r="r" b="b"/>
              <a:pathLst>
                <a:path w="1506" h="1505" extrusionOk="0">
                  <a:moveTo>
                    <a:pt x="1" y="0"/>
                  </a:moveTo>
                  <a:lnTo>
                    <a:pt x="1" y="1505"/>
                  </a:lnTo>
                  <a:lnTo>
                    <a:pt x="1505" y="1505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rgbClr val="D5C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"/>
            <p:cNvSpPr/>
            <p:nvPr/>
          </p:nvSpPr>
          <p:spPr>
            <a:xfrm>
              <a:off x="5524175" y="2553200"/>
              <a:ext cx="37650" cy="37650"/>
            </a:xfrm>
            <a:custGeom>
              <a:avLst/>
              <a:gdLst/>
              <a:ahLst/>
              <a:cxnLst/>
              <a:rect l="l" t="t" r="r" b="b"/>
              <a:pathLst>
                <a:path w="1506" h="1506" extrusionOk="0">
                  <a:moveTo>
                    <a:pt x="0" y="1"/>
                  </a:moveTo>
                  <a:lnTo>
                    <a:pt x="0" y="1506"/>
                  </a:lnTo>
                  <a:lnTo>
                    <a:pt x="1505" y="1506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DDC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"/>
            <p:cNvSpPr/>
            <p:nvPr/>
          </p:nvSpPr>
          <p:spPr>
            <a:xfrm>
              <a:off x="5486150" y="2553200"/>
              <a:ext cx="38050" cy="37650"/>
            </a:xfrm>
            <a:custGeom>
              <a:avLst/>
              <a:gdLst/>
              <a:ahLst/>
              <a:cxnLst/>
              <a:rect l="l" t="t" r="r" b="b"/>
              <a:pathLst>
                <a:path w="1522" h="1506" extrusionOk="0">
                  <a:moveTo>
                    <a:pt x="1" y="1"/>
                  </a:moveTo>
                  <a:lnTo>
                    <a:pt x="1" y="1506"/>
                  </a:lnTo>
                  <a:lnTo>
                    <a:pt x="1521" y="1506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rgbClr val="DDC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"/>
            <p:cNvSpPr/>
            <p:nvPr/>
          </p:nvSpPr>
          <p:spPr>
            <a:xfrm>
              <a:off x="5448550" y="2553200"/>
              <a:ext cx="37625" cy="37650"/>
            </a:xfrm>
            <a:custGeom>
              <a:avLst/>
              <a:gdLst/>
              <a:ahLst/>
              <a:cxnLst/>
              <a:rect l="l" t="t" r="r" b="b"/>
              <a:pathLst>
                <a:path w="1505" h="1506" extrusionOk="0">
                  <a:moveTo>
                    <a:pt x="0" y="1"/>
                  </a:moveTo>
                  <a:lnTo>
                    <a:pt x="0" y="1506"/>
                  </a:lnTo>
                  <a:lnTo>
                    <a:pt x="1505" y="1506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D5C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"/>
            <p:cNvSpPr/>
            <p:nvPr/>
          </p:nvSpPr>
          <p:spPr>
            <a:xfrm>
              <a:off x="5410925" y="2553200"/>
              <a:ext cx="37650" cy="37650"/>
            </a:xfrm>
            <a:custGeom>
              <a:avLst/>
              <a:gdLst/>
              <a:ahLst/>
              <a:cxnLst/>
              <a:rect l="l" t="t" r="r" b="b"/>
              <a:pathLst>
                <a:path w="1506" h="1506" extrusionOk="0">
                  <a:moveTo>
                    <a:pt x="0" y="1"/>
                  </a:moveTo>
                  <a:lnTo>
                    <a:pt x="0" y="1506"/>
                  </a:lnTo>
                  <a:lnTo>
                    <a:pt x="1505" y="1506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DDC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"/>
            <p:cNvSpPr/>
            <p:nvPr/>
          </p:nvSpPr>
          <p:spPr>
            <a:xfrm>
              <a:off x="5373300" y="2553200"/>
              <a:ext cx="37650" cy="37650"/>
            </a:xfrm>
            <a:custGeom>
              <a:avLst/>
              <a:gdLst/>
              <a:ahLst/>
              <a:cxnLst/>
              <a:rect l="l" t="t" r="r" b="b"/>
              <a:pathLst>
                <a:path w="1506" h="1506" extrusionOk="0">
                  <a:moveTo>
                    <a:pt x="1" y="1"/>
                  </a:moveTo>
                  <a:lnTo>
                    <a:pt x="1" y="1506"/>
                  </a:lnTo>
                  <a:lnTo>
                    <a:pt x="1505" y="1506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DDC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"/>
            <p:cNvSpPr/>
            <p:nvPr/>
          </p:nvSpPr>
          <p:spPr>
            <a:xfrm>
              <a:off x="5486150" y="2590825"/>
              <a:ext cx="38050" cy="18825"/>
            </a:xfrm>
            <a:custGeom>
              <a:avLst/>
              <a:gdLst/>
              <a:ahLst/>
              <a:cxnLst/>
              <a:rect l="l" t="t" r="r" b="b"/>
              <a:pathLst>
                <a:path w="1522" h="753" extrusionOk="0">
                  <a:moveTo>
                    <a:pt x="1" y="1"/>
                  </a:moveTo>
                  <a:lnTo>
                    <a:pt x="1" y="753"/>
                  </a:lnTo>
                  <a:lnTo>
                    <a:pt x="1521" y="753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rgbClr val="E4D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"/>
            <p:cNvSpPr/>
            <p:nvPr/>
          </p:nvSpPr>
          <p:spPr>
            <a:xfrm>
              <a:off x="5448550" y="2590825"/>
              <a:ext cx="37625" cy="18825"/>
            </a:xfrm>
            <a:custGeom>
              <a:avLst/>
              <a:gdLst/>
              <a:ahLst/>
              <a:cxnLst/>
              <a:rect l="l" t="t" r="r" b="b"/>
              <a:pathLst>
                <a:path w="1505" h="753" extrusionOk="0">
                  <a:moveTo>
                    <a:pt x="0" y="1"/>
                  </a:moveTo>
                  <a:lnTo>
                    <a:pt x="0" y="753"/>
                  </a:lnTo>
                  <a:lnTo>
                    <a:pt x="1505" y="753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DDC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"/>
            <p:cNvSpPr/>
            <p:nvPr/>
          </p:nvSpPr>
          <p:spPr>
            <a:xfrm>
              <a:off x="5410925" y="2590825"/>
              <a:ext cx="37650" cy="18825"/>
            </a:xfrm>
            <a:custGeom>
              <a:avLst/>
              <a:gdLst/>
              <a:ahLst/>
              <a:cxnLst/>
              <a:rect l="l" t="t" r="r" b="b"/>
              <a:pathLst>
                <a:path w="1506" h="753" extrusionOk="0">
                  <a:moveTo>
                    <a:pt x="0" y="1"/>
                  </a:moveTo>
                  <a:lnTo>
                    <a:pt x="0" y="753"/>
                  </a:lnTo>
                  <a:lnTo>
                    <a:pt x="1505" y="753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D5C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"/>
            <p:cNvSpPr/>
            <p:nvPr/>
          </p:nvSpPr>
          <p:spPr>
            <a:xfrm>
              <a:off x="5461075" y="2565750"/>
              <a:ext cx="12575" cy="12575"/>
            </a:xfrm>
            <a:custGeom>
              <a:avLst/>
              <a:gdLst/>
              <a:ahLst/>
              <a:cxnLst/>
              <a:rect l="l" t="t" r="r" b="b"/>
              <a:pathLst>
                <a:path w="503" h="503" extrusionOk="0">
                  <a:moveTo>
                    <a:pt x="1" y="0"/>
                  </a:moveTo>
                  <a:lnTo>
                    <a:pt x="1" y="502"/>
                  </a:lnTo>
                  <a:lnTo>
                    <a:pt x="502" y="502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"/>
            <p:cNvSpPr/>
            <p:nvPr/>
          </p:nvSpPr>
          <p:spPr>
            <a:xfrm>
              <a:off x="5473625" y="25783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0" y="0"/>
                  </a:moveTo>
                  <a:lnTo>
                    <a:pt x="0" y="502"/>
                  </a:lnTo>
                  <a:lnTo>
                    <a:pt x="502" y="502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"/>
            <p:cNvSpPr/>
            <p:nvPr/>
          </p:nvSpPr>
          <p:spPr>
            <a:xfrm>
              <a:off x="5448550" y="2578300"/>
              <a:ext cx="12550" cy="12550"/>
            </a:xfrm>
            <a:custGeom>
              <a:avLst/>
              <a:gdLst/>
              <a:ahLst/>
              <a:cxnLst/>
              <a:rect l="l" t="t" r="r" b="b"/>
              <a:pathLst>
                <a:path w="502" h="502" extrusionOk="0">
                  <a:moveTo>
                    <a:pt x="0" y="0"/>
                  </a:moveTo>
                  <a:lnTo>
                    <a:pt x="0" y="502"/>
                  </a:lnTo>
                  <a:lnTo>
                    <a:pt x="502" y="502"/>
                  </a:lnTo>
                  <a:lnTo>
                    <a:pt x="50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"/>
            <p:cNvSpPr/>
            <p:nvPr/>
          </p:nvSpPr>
          <p:spPr>
            <a:xfrm>
              <a:off x="5504975" y="2609625"/>
              <a:ext cx="19225" cy="18850"/>
            </a:xfrm>
            <a:custGeom>
              <a:avLst/>
              <a:gdLst/>
              <a:ahLst/>
              <a:cxnLst/>
              <a:rect l="l" t="t" r="r" b="b"/>
              <a:pathLst>
                <a:path w="769" h="754" extrusionOk="0">
                  <a:moveTo>
                    <a:pt x="0" y="1"/>
                  </a:moveTo>
                  <a:lnTo>
                    <a:pt x="0" y="753"/>
                  </a:lnTo>
                  <a:lnTo>
                    <a:pt x="768" y="753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rgbClr val="E4D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"/>
            <p:cNvSpPr/>
            <p:nvPr/>
          </p:nvSpPr>
          <p:spPr>
            <a:xfrm>
              <a:off x="5473625" y="2609625"/>
              <a:ext cx="18825" cy="18850"/>
            </a:xfrm>
            <a:custGeom>
              <a:avLst/>
              <a:gdLst/>
              <a:ahLst/>
              <a:cxnLst/>
              <a:rect l="l" t="t" r="r" b="b"/>
              <a:pathLst>
                <a:path w="753" h="754" extrusionOk="0">
                  <a:moveTo>
                    <a:pt x="0" y="1"/>
                  </a:moveTo>
                  <a:lnTo>
                    <a:pt x="0" y="753"/>
                  </a:lnTo>
                  <a:lnTo>
                    <a:pt x="753" y="753"/>
                  </a:lnTo>
                  <a:lnTo>
                    <a:pt x="753" y="1"/>
                  </a:lnTo>
                  <a:close/>
                </a:path>
              </a:pathLst>
            </a:custGeom>
            <a:solidFill>
              <a:srgbClr val="E4D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"/>
            <p:cNvSpPr/>
            <p:nvPr/>
          </p:nvSpPr>
          <p:spPr>
            <a:xfrm>
              <a:off x="5442275" y="2609625"/>
              <a:ext cx="18825" cy="18850"/>
            </a:xfrm>
            <a:custGeom>
              <a:avLst/>
              <a:gdLst/>
              <a:ahLst/>
              <a:cxnLst/>
              <a:rect l="l" t="t" r="r" b="b"/>
              <a:pathLst>
                <a:path w="753" h="754" extrusionOk="0">
                  <a:moveTo>
                    <a:pt x="0" y="1"/>
                  </a:moveTo>
                  <a:lnTo>
                    <a:pt x="0" y="753"/>
                  </a:lnTo>
                  <a:lnTo>
                    <a:pt x="753" y="753"/>
                  </a:lnTo>
                  <a:lnTo>
                    <a:pt x="753" y="1"/>
                  </a:lnTo>
                  <a:close/>
                </a:path>
              </a:pathLst>
            </a:custGeom>
            <a:solidFill>
              <a:srgbClr val="E4D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"/>
            <p:cNvSpPr/>
            <p:nvPr/>
          </p:nvSpPr>
          <p:spPr>
            <a:xfrm>
              <a:off x="5410925" y="2609625"/>
              <a:ext cx="18825" cy="18850"/>
            </a:xfrm>
            <a:custGeom>
              <a:avLst/>
              <a:gdLst/>
              <a:ahLst/>
              <a:cxnLst/>
              <a:rect l="l" t="t" r="r" b="b"/>
              <a:pathLst>
                <a:path w="753" h="754" extrusionOk="0">
                  <a:moveTo>
                    <a:pt x="0" y="1"/>
                  </a:moveTo>
                  <a:lnTo>
                    <a:pt x="0" y="753"/>
                  </a:lnTo>
                  <a:lnTo>
                    <a:pt x="753" y="753"/>
                  </a:lnTo>
                  <a:lnTo>
                    <a:pt x="753" y="1"/>
                  </a:lnTo>
                  <a:close/>
                </a:path>
              </a:pathLst>
            </a:custGeom>
            <a:solidFill>
              <a:srgbClr val="DDC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7" name="Google Shape;957;p3"/>
          <p:cNvGrpSpPr/>
          <p:nvPr/>
        </p:nvGrpSpPr>
        <p:grpSpPr>
          <a:xfrm rot="-5400000">
            <a:off x="7964223" y="3923899"/>
            <a:ext cx="316157" cy="1149669"/>
            <a:chOff x="4455175" y="2826325"/>
            <a:chExt cx="114450" cy="416200"/>
          </a:xfrm>
        </p:grpSpPr>
        <p:sp>
          <p:nvSpPr>
            <p:cNvPr id="958" name="Google Shape;958;p3"/>
            <p:cNvSpPr/>
            <p:nvPr/>
          </p:nvSpPr>
          <p:spPr>
            <a:xfrm>
              <a:off x="4475950" y="3204475"/>
              <a:ext cx="72900" cy="26675"/>
            </a:xfrm>
            <a:custGeom>
              <a:avLst/>
              <a:gdLst/>
              <a:ahLst/>
              <a:cxnLst/>
              <a:rect l="l" t="t" r="r" b="b"/>
              <a:pathLst>
                <a:path w="2916" h="1067" extrusionOk="0">
                  <a:moveTo>
                    <a:pt x="1" y="1"/>
                  </a:moveTo>
                  <a:lnTo>
                    <a:pt x="1" y="1066"/>
                  </a:lnTo>
                  <a:lnTo>
                    <a:pt x="2916" y="1066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"/>
            <p:cNvSpPr/>
            <p:nvPr/>
          </p:nvSpPr>
          <p:spPr>
            <a:xfrm>
              <a:off x="4475950" y="3188400"/>
              <a:ext cx="72900" cy="27075"/>
            </a:xfrm>
            <a:custGeom>
              <a:avLst/>
              <a:gdLst/>
              <a:ahLst/>
              <a:cxnLst/>
              <a:rect l="l" t="t" r="r" b="b"/>
              <a:pathLst>
                <a:path w="2916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2916" y="1082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"/>
            <p:cNvSpPr/>
            <p:nvPr/>
          </p:nvSpPr>
          <p:spPr>
            <a:xfrm>
              <a:off x="4475950" y="3165675"/>
              <a:ext cx="72900" cy="26675"/>
            </a:xfrm>
            <a:custGeom>
              <a:avLst/>
              <a:gdLst/>
              <a:ahLst/>
              <a:cxnLst/>
              <a:rect l="l" t="t" r="r" b="b"/>
              <a:pathLst>
                <a:path w="2916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2916" y="1067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"/>
            <p:cNvSpPr/>
            <p:nvPr/>
          </p:nvSpPr>
          <p:spPr>
            <a:xfrm>
              <a:off x="4499075" y="315040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"/>
            <p:cNvSpPr/>
            <p:nvPr/>
          </p:nvSpPr>
          <p:spPr>
            <a:xfrm>
              <a:off x="4499075" y="31237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"/>
            <p:cNvSpPr/>
            <p:nvPr/>
          </p:nvSpPr>
          <p:spPr>
            <a:xfrm>
              <a:off x="4499075" y="317745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"/>
            <p:cNvSpPr/>
            <p:nvPr/>
          </p:nvSpPr>
          <p:spPr>
            <a:xfrm>
              <a:off x="4499075" y="32044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"/>
            <p:cNvSpPr/>
            <p:nvPr/>
          </p:nvSpPr>
          <p:spPr>
            <a:xfrm>
              <a:off x="4499075" y="321545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"/>
            <p:cNvSpPr/>
            <p:nvPr/>
          </p:nvSpPr>
          <p:spPr>
            <a:xfrm>
              <a:off x="4499075" y="304265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"/>
            <p:cNvSpPr/>
            <p:nvPr/>
          </p:nvSpPr>
          <p:spPr>
            <a:xfrm>
              <a:off x="4499075" y="301600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"/>
            <p:cNvSpPr/>
            <p:nvPr/>
          </p:nvSpPr>
          <p:spPr>
            <a:xfrm>
              <a:off x="4499075" y="306967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"/>
            <p:cNvSpPr/>
            <p:nvPr/>
          </p:nvSpPr>
          <p:spPr>
            <a:xfrm>
              <a:off x="4499075" y="3096725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"/>
            <p:cNvSpPr/>
            <p:nvPr/>
          </p:nvSpPr>
          <p:spPr>
            <a:xfrm>
              <a:off x="4499075" y="29352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"/>
            <p:cNvSpPr/>
            <p:nvPr/>
          </p:nvSpPr>
          <p:spPr>
            <a:xfrm>
              <a:off x="4499075" y="290822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"/>
            <p:cNvSpPr/>
            <p:nvPr/>
          </p:nvSpPr>
          <p:spPr>
            <a:xfrm>
              <a:off x="4499075" y="2961925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"/>
            <p:cNvSpPr/>
            <p:nvPr/>
          </p:nvSpPr>
          <p:spPr>
            <a:xfrm>
              <a:off x="4499075" y="298895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"/>
            <p:cNvSpPr/>
            <p:nvPr/>
          </p:nvSpPr>
          <p:spPr>
            <a:xfrm>
              <a:off x="4504175" y="2826325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"/>
            <p:cNvSpPr/>
            <p:nvPr/>
          </p:nvSpPr>
          <p:spPr>
            <a:xfrm>
              <a:off x="4504175" y="2842800"/>
              <a:ext cx="16475" cy="16075"/>
            </a:xfrm>
            <a:custGeom>
              <a:avLst/>
              <a:gdLst/>
              <a:ahLst/>
              <a:cxnLst/>
              <a:rect l="l" t="t" r="r" b="b"/>
              <a:pathLst>
                <a:path w="659" h="643" extrusionOk="0">
                  <a:moveTo>
                    <a:pt x="0" y="0"/>
                  </a:moveTo>
                  <a:lnTo>
                    <a:pt x="0" y="643"/>
                  </a:lnTo>
                  <a:lnTo>
                    <a:pt x="658" y="643"/>
                  </a:lnTo>
                  <a:lnTo>
                    <a:pt x="6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"/>
            <p:cNvSpPr/>
            <p:nvPr/>
          </p:nvSpPr>
          <p:spPr>
            <a:xfrm>
              <a:off x="4504175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"/>
            <p:cNvSpPr/>
            <p:nvPr/>
          </p:nvSpPr>
          <p:spPr>
            <a:xfrm>
              <a:off x="4520625" y="2842800"/>
              <a:ext cx="16475" cy="16075"/>
            </a:xfrm>
            <a:custGeom>
              <a:avLst/>
              <a:gdLst/>
              <a:ahLst/>
              <a:cxnLst/>
              <a:rect l="l" t="t" r="r" b="b"/>
              <a:pathLst>
                <a:path w="659" h="643" extrusionOk="0">
                  <a:moveTo>
                    <a:pt x="0" y="0"/>
                  </a:moveTo>
                  <a:lnTo>
                    <a:pt x="0" y="643"/>
                  </a:lnTo>
                  <a:lnTo>
                    <a:pt x="659" y="643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"/>
            <p:cNvSpPr/>
            <p:nvPr/>
          </p:nvSpPr>
          <p:spPr>
            <a:xfrm>
              <a:off x="4520625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"/>
            <p:cNvSpPr/>
            <p:nvPr/>
          </p:nvSpPr>
          <p:spPr>
            <a:xfrm>
              <a:off x="4537075" y="2858850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"/>
            <p:cNvSpPr/>
            <p:nvPr/>
          </p:nvSpPr>
          <p:spPr>
            <a:xfrm>
              <a:off x="4553550" y="2875325"/>
              <a:ext cx="16075" cy="16475"/>
            </a:xfrm>
            <a:custGeom>
              <a:avLst/>
              <a:gdLst/>
              <a:ahLst/>
              <a:cxnLst/>
              <a:rect l="l" t="t" r="r" b="b"/>
              <a:pathLst>
                <a:path w="643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43" y="659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"/>
            <p:cNvSpPr/>
            <p:nvPr/>
          </p:nvSpPr>
          <p:spPr>
            <a:xfrm>
              <a:off x="4487700" y="2842800"/>
              <a:ext cx="16500" cy="16075"/>
            </a:xfrm>
            <a:custGeom>
              <a:avLst/>
              <a:gdLst/>
              <a:ahLst/>
              <a:cxnLst/>
              <a:rect l="l" t="t" r="r" b="b"/>
              <a:pathLst>
                <a:path w="660" h="643" extrusionOk="0">
                  <a:moveTo>
                    <a:pt x="1" y="0"/>
                  </a:moveTo>
                  <a:lnTo>
                    <a:pt x="1" y="643"/>
                  </a:lnTo>
                  <a:lnTo>
                    <a:pt x="659" y="643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"/>
            <p:cNvSpPr/>
            <p:nvPr/>
          </p:nvSpPr>
          <p:spPr>
            <a:xfrm>
              <a:off x="4487700" y="2858850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"/>
            <p:cNvSpPr/>
            <p:nvPr/>
          </p:nvSpPr>
          <p:spPr>
            <a:xfrm>
              <a:off x="4471250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"/>
            <p:cNvSpPr/>
            <p:nvPr/>
          </p:nvSpPr>
          <p:spPr>
            <a:xfrm>
              <a:off x="4504175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"/>
            <p:cNvSpPr/>
            <p:nvPr/>
          </p:nvSpPr>
          <p:spPr>
            <a:xfrm>
              <a:off x="4520625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"/>
            <p:cNvSpPr/>
            <p:nvPr/>
          </p:nvSpPr>
          <p:spPr>
            <a:xfrm>
              <a:off x="4537075" y="28753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"/>
            <p:cNvSpPr/>
            <p:nvPr/>
          </p:nvSpPr>
          <p:spPr>
            <a:xfrm>
              <a:off x="4487700" y="28753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"/>
            <p:cNvSpPr/>
            <p:nvPr/>
          </p:nvSpPr>
          <p:spPr>
            <a:xfrm>
              <a:off x="4504175" y="289177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"/>
            <p:cNvSpPr/>
            <p:nvPr/>
          </p:nvSpPr>
          <p:spPr>
            <a:xfrm>
              <a:off x="4520625" y="289177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"/>
            <p:cNvSpPr/>
            <p:nvPr/>
          </p:nvSpPr>
          <p:spPr>
            <a:xfrm>
              <a:off x="4487700" y="289177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"/>
            <p:cNvSpPr/>
            <p:nvPr/>
          </p:nvSpPr>
          <p:spPr>
            <a:xfrm>
              <a:off x="4471250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"/>
            <p:cNvSpPr/>
            <p:nvPr/>
          </p:nvSpPr>
          <p:spPr>
            <a:xfrm>
              <a:off x="4455175" y="2875325"/>
              <a:ext cx="16100" cy="16475"/>
            </a:xfrm>
            <a:custGeom>
              <a:avLst/>
              <a:gdLst/>
              <a:ahLst/>
              <a:cxnLst/>
              <a:rect l="l" t="t" r="r" b="b"/>
              <a:pathLst>
                <a:path w="644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43" y="659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3" name="Google Shape;993;p3"/>
          <p:cNvGrpSpPr/>
          <p:nvPr/>
        </p:nvGrpSpPr>
        <p:grpSpPr>
          <a:xfrm>
            <a:off x="640032" y="1168331"/>
            <a:ext cx="1049633" cy="523940"/>
            <a:chOff x="138482" y="584556"/>
            <a:chExt cx="1049633" cy="523940"/>
          </a:xfrm>
        </p:grpSpPr>
        <p:sp>
          <p:nvSpPr>
            <p:cNvPr id="994" name="Google Shape;994;p3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9" name="Google Shape;1009;p3"/>
          <p:cNvGrpSpPr/>
          <p:nvPr/>
        </p:nvGrpSpPr>
        <p:grpSpPr>
          <a:xfrm flipH="1">
            <a:off x="7972732" y="1735731"/>
            <a:ext cx="1049633" cy="523940"/>
            <a:chOff x="138482" y="584556"/>
            <a:chExt cx="1049633" cy="523940"/>
          </a:xfrm>
        </p:grpSpPr>
        <p:sp>
          <p:nvSpPr>
            <p:cNvPr id="1010" name="Google Shape;1010;p3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5" name="Google Shape;1025;p3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1026" name="Google Shape;1026;p3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1027" name="Google Shape;1027;p3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3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3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3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3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3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3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3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3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3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3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3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3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3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3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3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3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3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3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3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3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3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3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3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3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3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3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54" name="Google Shape;1054;p3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1055" name="Google Shape;1055;p3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3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3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3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3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3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3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3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3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3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3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3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3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3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3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3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3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3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3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3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3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3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2" name="Google Shape;1082;p3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1083" name="Google Shape;1083;p3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3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3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3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3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3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3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3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3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3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3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3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3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3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3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3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3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3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3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3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3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3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10" name="Google Shape;1110;p3"/>
          <p:cNvSpPr txBox="1">
            <a:spLocks noGrp="1"/>
          </p:cNvSpPr>
          <p:nvPr>
            <p:ph type="title"/>
          </p:nvPr>
        </p:nvSpPr>
        <p:spPr>
          <a:xfrm>
            <a:off x="2126100" y="2751613"/>
            <a:ext cx="4891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1" name="Google Shape;1111;p3"/>
          <p:cNvSpPr txBox="1">
            <a:spLocks noGrp="1"/>
          </p:cNvSpPr>
          <p:nvPr>
            <p:ph type="subTitle" idx="1"/>
          </p:nvPr>
        </p:nvSpPr>
        <p:spPr>
          <a:xfrm>
            <a:off x="2126100" y="3500100"/>
            <a:ext cx="4891800" cy="46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12" name="Google Shape;1112;p3"/>
          <p:cNvSpPr txBox="1">
            <a:spLocks noGrp="1"/>
          </p:cNvSpPr>
          <p:nvPr>
            <p:ph type="title" idx="2" hasCustomPrompt="1"/>
          </p:nvPr>
        </p:nvSpPr>
        <p:spPr>
          <a:xfrm>
            <a:off x="3871375" y="1355863"/>
            <a:ext cx="1624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36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4" name="Google Shape;1114;p4"/>
          <p:cNvGrpSpPr/>
          <p:nvPr/>
        </p:nvGrpSpPr>
        <p:grpSpPr>
          <a:xfrm>
            <a:off x="8424007" y="696381"/>
            <a:ext cx="1049633" cy="523940"/>
            <a:chOff x="138482" y="584556"/>
            <a:chExt cx="1049633" cy="523940"/>
          </a:xfrm>
        </p:grpSpPr>
        <p:sp>
          <p:nvSpPr>
            <p:cNvPr id="1115" name="Google Shape;1115;p4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0" name="Google Shape;1130;p4"/>
          <p:cNvGrpSpPr/>
          <p:nvPr/>
        </p:nvGrpSpPr>
        <p:grpSpPr>
          <a:xfrm>
            <a:off x="256301" y="147620"/>
            <a:ext cx="266546" cy="228568"/>
            <a:chOff x="256301" y="147620"/>
            <a:chExt cx="266546" cy="228568"/>
          </a:xfrm>
        </p:grpSpPr>
        <p:sp>
          <p:nvSpPr>
            <p:cNvPr id="1131" name="Google Shape;1131;p4"/>
            <p:cNvSpPr/>
            <p:nvPr/>
          </p:nvSpPr>
          <p:spPr>
            <a:xfrm>
              <a:off x="294309" y="147620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"/>
            <p:cNvSpPr/>
            <p:nvPr/>
          </p:nvSpPr>
          <p:spPr>
            <a:xfrm>
              <a:off x="332318" y="147620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"/>
            <p:cNvSpPr/>
            <p:nvPr/>
          </p:nvSpPr>
          <p:spPr>
            <a:xfrm>
              <a:off x="408821" y="147620"/>
              <a:ext cx="38009" cy="38039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"/>
            <p:cNvSpPr/>
            <p:nvPr/>
          </p:nvSpPr>
          <p:spPr>
            <a:xfrm>
              <a:off x="446829" y="147620"/>
              <a:ext cx="38009" cy="38039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"/>
            <p:cNvSpPr/>
            <p:nvPr/>
          </p:nvSpPr>
          <p:spPr>
            <a:xfrm>
              <a:off x="256301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"/>
            <p:cNvSpPr/>
            <p:nvPr/>
          </p:nvSpPr>
          <p:spPr>
            <a:xfrm>
              <a:off x="294309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C5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"/>
            <p:cNvSpPr/>
            <p:nvPr/>
          </p:nvSpPr>
          <p:spPr>
            <a:xfrm>
              <a:off x="332318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E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"/>
            <p:cNvSpPr/>
            <p:nvPr/>
          </p:nvSpPr>
          <p:spPr>
            <a:xfrm>
              <a:off x="370327" y="185628"/>
              <a:ext cx="38524" cy="38039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70" y="1255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rgbClr val="BB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"/>
            <p:cNvSpPr/>
            <p:nvPr/>
          </p:nvSpPr>
          <p:spPr>
            <a:xfrm>
              <a:off x="408821" y="185628"/>
              <a:ext cx="38009" cy="38039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B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"/>
            <p:cNvSpPr/>
            <p:nvPr/>
          </p:nvSpPr>
          <p:spPr>
            <a:xfrm>
              <a:off x="446829" y="185628"/>
              <a:ext cx="38009" cy="38039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"/>
            <p:cNvSpPr/>
            <p:nvPr/>
          </p:nvSpPr>
          <p:spPr>
            <a:xfrm>
              <a:off x="484808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"/>
            <p:cNvSpPr/>
            <p:nvPr/>
          </p:nvSpPr>
          <p:spPr>
            <a:xfrm>
              <a:off x="256301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"/>
            <p:cNvSpPr/>
            <p:nvPr/>
          </p:nvSpPr>
          <p:spPr>
            <a:xfrm>
              <a:off x="294309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BE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"/>
            <p:cNvSpPr/>
            <p:nvPr/>
          </p:nvSpPr>
          <p:spPr>
            <a:xfrm>
              <a:off x="332318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E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"/>
            <p:cNvSpPr/>
            <p:nvPr/>
          </p:nvSpPr>
          <p:spPr>
            <a:xfrm>
              <a:off x="370327" y="223637"/>
              <a:ext cx="38524" cy="38039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70" y="1255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rgbClr val="BB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"/>
            <p:cNvSpPr/>
            <p:nvPr/>
          </p:nvSpPr>
          <p:spPr>
            <a:xfrm>
              <a:off x="408821" y="223637"/>
              <a:ext cx="38009" cy="38039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B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"/>
            <p:cNvSpPr/>
            <p:nvPr/>
          </p:nvSpPr>
          <p:spPr>
            <a:xfrm>
              <a:off x="446829" y="223637"/>
              <a:ext cx="38009" cy="38039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"/>
            <p:cNvSpPr/>
            <p:nvPr/>
          </p:nvSpPr>
          <p:spPr>
            <a:xfrm>
              <a:off x="484808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"/>
            <p:cNvSpPr/>
            <p:nvPr/>
          </p:nvSpPr>
          <p:spPr>
            <a:xfrm>
              <a:off x="294309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"/>
            <p:cNvSpPr/>
            <p:nvPr/>
          </p:nvSpPr>
          <p:spPr>
            <a:xfrm>
              <a:off x="332318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4" y="1254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B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"/>
            <p:cNvSpPr/>
            <p:nvPr/>
          </p:nvSpPr>
          <p:spPr>
            <a:xfrm>
              <a:off x="370327" y="261646"/>
              <a:ext cx="38524" cy="38039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0" y="1"/>
                  </a:moveTo>
                  <a:lnTo>
                    <a:pt x="0" y="1254"/>
                  </a:lnTo>
                  <a:lnTo>
                    <a:pt x="1270" y="1254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rgbClr val="BB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"/>
            <p:cNvSpPr/>
            <p:nvPr/>
          </p:nvSpPr>
          <p:spPr>
            <a:xfrm>
              <a:off x="408821" y="261646"/>
              <a:ext cx="38009" cy="38039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"/>
            <p:cNvSpPr/>
            <p:nvPr/>
          </p:nvSpPr>
          <p:spPr>
            <a:xfrm>
              <a:off x="446829" y="261646"/>
              <a:ext cx="38009" cy="38039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"/>
            <p:cNvSpPr/>
            <p:nvPr/>
          </p:nvSpPr>
          <p:spPr>
            <a:xfrm>
              <a:off x="332318" y="299654"/>
              <a:ext cx="38039" cy="38524"/>
            </a:xfrm>
            <a:custGeom>
              <a:avLst/>
              <a:gdLst/>
              <a:ahLst/>
              <a:cxnLst/>
              <a:rect l="l" t="t" r="r" b="b"/>
              <a:pathLst>
                <a:path w="1255" h="1271" extrusionOk="0">
                  <a:moveTo>
                    <a:pt x="1" y="0"/>
                  </a:moveTo>
                  <a:lnTo>
                    <a:pt x="1" y="1270"/>
                  </a:lnTo>
                  <a:lnTo>
                    <a:pt x="1254" y="1270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"/>
            <p:cNvSpPr/>
            <p:nvPr/>
          </p:nvSpPr>
          <p:spPr>
            <a:xfrm>
              <a:off x="370327" y="299654"/>
              <a:ext cx="38524" cy="38524"/>
            </a:xfrm>
            <a:custGeom>
              <a:avLst/>
              <a:gdLst/>
              <a:ahLst/>
              <a:cxnLst/>
              <a:rect l="l" t="t" r="r" b="b"/>
              <a:pathLst>
                <a:path w="1271" h="1271" extrusionOk="0">
                  <a:moveTo>
                    <a:pt x="0" y="0"/>
                  </a:moveTo>
                  <a:lnTo>
                    <a:pt x="0" y="1270"/>
                  </a:lnTo>
                  <a:lnTo>
                    <a:pt x="1270" y="1270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"/>
            <p:cNvSpPr/>
            <p:nvPr/>
          </p:nvSpPr>
          <p:spPr>
            <a:xfrm>
              <a:off x="408821" y="299654"/>
              <a:ext cx="38009" cy="38524"/>
            </a:xfrm>
            <a:custGeom>
              <a:avLst/>
              <a:gdLst/>
              <a:ahLst/>
              <a:cxnLst/>
              <a:rect l="l" t="t" r="r" b="b"/>
              <a:pathLst>
                <a:path w="1254" h="1271" extrusionOk="0">
                  <a:moveTo>
                    <a:pt x="0" y="0"/>
                  </a:moveTo>
                  <a:lnTo>
                    <a:pt x="0" y="1270"/>
                  </a:lnTo>
                  <a:lnTo>
                    <a:pt x="1254" y="1270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"/>
            <p:cNvSpPr/>
            <p:nvPr/>
          </p:nvSpPr>
          <p:spPr>
            <a:xfrm>
              <a:off x="370327" y="338148"/>
              <a:ext cx="38524" cy="38039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70" y="1254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8" name="Google Shape;1158;p4"/>
          <p:cNvGrpSpPr/>
          <p:nvPr/>
        </p:nvGrpSpPr>
        <p:grpSpPr>
          <a:xfrm>
            <a:off x="586498" y="147620"/>
            <a:ext cx="266546" cy="228568"/>
            <a:chOff x="586498" y="147620"/>
            <a:chExt cx="266546" cy="228568"/>
          </a:xfrm>
        </p:grpSpPr>
        <p:sp>
          <p:nvSpPr>
            <p:cNvPr id="1159" name="Google Shape;1159;p4"/>
            <p:cNvSpPr/>
            <p:nvPr/>
          </p:nvSpPr>
          <p:spPr>
            <a:xfrm>
              <a:off x="624961" y="147620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"/>
            <p:cNvSpPr/>
            <p:nvPr/>
          </p:nvSpPr>
          <p:spPr>
            <a:xfrm>
              <a:off x="662970" y="147620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"/>
            <p:cNvSpPr/>
            <p:nvPr/>
          </p:nvSpPr>
          <p:spPr>
            <a:xfrm>
              <a:off x="738987" y="147620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"/>
            <p:cNvSpPr/>
            <p:nvPr/>
          </p:nvSpPr>
          <p:spPr>
            <a:xfrm>
              <a:off x="776996" y="147620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"/>
            <p:cNvSpPr/>
            <p:nvPr/>
          </p:nvSpPr>
          <p:spPr>
            <a:xfrm>
              <a:off x="586498" y="185628"/>
              <a:ext cx="38494" cy="38039"/>
            </a:xfrm>
            <a:custGeom>
              <a:avLst/>
              <a:gdLst/>
              <a:ahLst/>
              <a:cxnLst/>
              <a:rect l="l" t="t" r="r" b="b"/>
              <a:pathLst>
                <a:path w="1270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70" y="1255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"/>
            <p:cNvSpPr/>
            <p:nvPr/>
          </p:nvSpPr>
          <p:spPr>
            <a:xfrm>
              <a:off x="624961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"/>
            <p:cNvSpPr/>
            <p:nvPr/>
          </p:nvSpPr>
          <p:spPr>
            <a:xfrm>
              <a:off x="662970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"/>
            <p:cNvSpPr/>
            <p:nvPr/>
          </p:nvSpPr>
          <p:spPr>
            <a:xfrm>
              <a:off x="700979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"/>
            <p:cNvSpPr/>
            <p:nvPr/>
          </p:nvSpPr>
          <p:spPr>
            <a:xfrm>
              <a:off x="738987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"/>
            <p:cNvSpPr/>
            <p:nvPr/>
          </p:nvSpPr>
          <p:spPr>
            <a:xfrm>
              <a:off x="776996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"/>
            <p:cNvSpPr/>
            <p:nvPr/>
          </p:nvSpPr>
          <p:spPr>
            <a:xfrm>
              <a:off x="815005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"/>
            <p:cNvSpPr/>
            <p:nvPr/>
          </p:nvSpPr>
          <p:spPr>
            <a:xfrm>
              <a:off x="586498" y="223637"/>
              <a:ext cx="38494" cy="38039"/>
            </a:xfrm>
            <a:custGeom>
              <a:avLst/>
              <a:gdLst/>
              <a:ahLst/>
              <a:cxnLst/>
              <a:rect l="l" t="t" r="r" b="b"/>
              <a:pathLst>
                <a:path w="1270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70" y="1255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"/>
            <p:cNvSpPr/>
            <p:nvPr/>
          </p:nvSpPr>
          <p:spPr>
            <a:xfrm>
              <a:off x="624961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"/>
            <p:cNvSpPr/>
            <p:nvPr/>
          </p:nvSpPr>
          <p:spPr>
            <a:xfrm>
              <a:off x="662970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"/>
            <p:cNvSpPr/>
            <p:nvPr/>
          </p:nvSpPr>
          <p:spPr>
            <a:xfrm>
              <a:off x="700979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"/>
            <p:cNvSpPr/>
            <p:nvPr/>
          </p:nvSpPr>
          <p:spPr>
            <a:xfrm>
              <a:off x="738987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"/>
            <p:cNvSpPr/>
            <p:nvPr/>
          </p:nvSpPr>
          <p:spPr>
            <a:xfrm>
              <a:off x="776996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"/>
            <p:cNvSpPr/>
            <p:nvPr/>
          </p:nvSpPr>
          <p:spPr>
            <a:xfrm>
              <a:off x="815005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"/>
            <p:cNvSpPr/>
            <p:nvPr/>
          </p:nvSpPr>
          <p:spPr>
            <a:xfrm>
              <a:off x="624961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"/>
            <p:cNvSpPr/>
            <p:nvPr/>
          </p:nvSpPr>
          <p:spPr>
            <a:xfrm>
              <a:off x="662970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"/>
            <p:cNvSpPr/>
            <p:nvPr/>
          </p:nvSpPr>
          <p:spPr>
            <a:xfrm>
              <a:off x="700979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"/>
            <p:cNvSpPr/>
            <p:nvPr/>
          </p:nvSpPr>
          <p:spPr>
            <a:xfrm>
              <a:off x="738987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"/>
            <p:cNvSpPr/>
            <p:nvPr/>
          </p:nvSpPr>
          <p:spPr>
            <a:xfrm>
              <a:off x="776996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"/>
            <p:cNvSpPr/>
            <p:nvPr/>
          </p:nvSpPr>
          <p:spPr>
            <a:xfrm>
              <a:off x="662970" y="299654"/>
              <a:ext cx="38039" cy="38524"/>
            </a:xfrm>
            <a:custGeom>
              <a:avLst/>
              <a:gdLst/>
              <a:ahLst/>
              <a:cxnLst/>
              <a:rect l="l" t="t" r="r" b="b"/>
              <a:pathLst>
                <a:path w="1255" h="1271" extrusionOk="0">
                  <a:moveTo>
                    <a:pt x="1" y="0"/>
                  </a:moveTo>
                  <a:lnTo>
                    <a:pt x="1" y="1270"/>
                  </a:lnTo>
                  <a:lnTo>
                    <a:pt x="1255" y="1270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"/>
            <p:cNvSpPr/>
            <p:nvPr/>
          </p:nvSpPr>
          <p:spPr>
            <a:xfrm>
              <a:off x="700979" y="299654"/>
              <a:ext cx="38039" cy="38524"/>
            </a:xfrm>
            <a:custGeom>
              <a:avLst/>
              <a:gdLst/>
              <a:ahLst/>
              <a:cxnLst/>
              <a:rect l="l" t="t" r="r" b="b"/>
              <a:pathLst>
                <a:path w="1255" h="1271" extrusionOk="0">
                  <a:moveTo>
                    <a:pt x="1" y="0"/>
                  </a:moveTo>
                  <a:lnTo>
                    <a:pt x="1" y="1270"/>
                  </a:lnTo>
                  <a:lnTo>
                    <a:pt x="1255" y="1270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"/>
            <p:cNvSpPr/>
            <p:nvPr/>
          </p:nvSpPr>
          <p:spPr>
            <a:xfrm>
              <a:off x="738987" y="299654"/>
              <a:ext cx="38039" cy="38524"/>
            </a:xfrm>
            <a:custGeom>
              <a:avLst/>
              <a:gdLst/>
              <a:ahLst/>
              <a:cxnLst/>
              <a:rect l="l" t="t" r="r" b="b"/>
              <a:pathLst>
                <a:path w="1255" h="1271" extrusionOk="0">
                  <a:moveTo>
                    <a:pt x="1" y="0"/>
                  </a:moveTo>
                  <a:lnTo>
                    <a:pt x="1" y="1270"/>
                  </a:lnTo>
                  <a:lnTo>
                    <a:pt x="1255" y="1270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"/>
            <p:cNvSpPr/>
            <p:nvPr/>
          </p:nvSpPr>
          <p:spPr>
            <a:xfrm>
              <a:off x="700979" y="33814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6" name="Google Shape;1186;p4"/>
          <p:cNvGrpSpPr/>
          <p:nvPr/>
        </p:nvGrpSpPr>
        <p:grpSpPr>
          <a:xfrm>
            <a:off x="916698" y="147620"/>
            <a:ext cx="266546" cy="228568"/>
            <a:chOff x="586498" y="147620"/>
            <a:chExt cx="266546" cy="228568"/>
          </a:xfrm>
        </p:grpSpPr>
        <p:sp>
          <p:nvSpPr>
            <p:cNvPr id="1187" name="Google Shape;1187;p4"/>
            <p:cNvSpPr/>
            <p:nvPr/>
          </p:nvSpPr>
          <p:spPr>
            <a:xfrm>
              <a:off x="624961" y="147620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"/>
            <p:cNvSpPr/>
            <p:nvPr/>
          </p:nvSpPr>
          <p:spPr>
            <a:xfrm>
              <a:off x="662970" y="147620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"/>
            <p:cNvSpPr/>
            <p:nvPr/>
          </p:nvSpPr>
          <p:spPr>
            <a:xfrm>
              <a:off x="738987" y="147620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"/>
            <p:cNvSpPr/>
            <p:nvPr/>
          </p:nvSpPr>
          <p:spPr>
            <a:xfrm>
              <a:off x="776996" y="147620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"/>
            <p:cNvSpPr/>
            <p:nvPr/>
          </p:nvSpPr>
          <p:spPr>
            <a:xfrm>
              <a:off x="586498" y="185628"/>
              <a:ext cx="38494" cy="38039"/>
            </a:xfrm>
            <a:custGeom>
              <a:avLst/>
              <a:gdLst/>
              <a:ahLst/>
              <a:cxnLst/>
              <a:rect l="l" t="t" r="r" b="b"/>
              <a:pathLst>
                <a:path w="1270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70" y="1255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"/>
            <p:cNvSpPr/>
            <p:nvPr/>
          </p:nvSpPr>
          <p:spPr>
            <a:xfrm>
              <a:off x="624961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"/>
            <p:cNvSpPr/>
            <p:nvPr/>
          </p:nvSpPr>
          <p:spPr>
            <a:xfrm>
              <a:off x="662970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"/>
            <p:cNvSpPr/>
            <p:nvPr/>
          </p:nvSpPr>
          <p:spPr>
            <a:xfrm>
              <a:off x="700979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"/>
            <p:cNvSpPr/>
            <p:nvPr/>
          </p:nvSpPr>
          <p:spPr>
            <a:xfrm>
              <a:off x="738987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"/>
            <p:cNvSpPr/>
            <p:nvPr/>
          </p:nvSpPr>
          <p:spPr>
            <a:xfrm>
              <a:off x="776996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"/>
            <p:cNvSpPr/>
            <p:nvPr/>
          </p:nvSpPr>
          <p:spPr>
            <a:xfrm>
              <a:off x="815005" y="18562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"/>
            <p:cNvSpPr/>
            <p:nvPr/>
          </p:nvSpPr>
          <p:spPr>
            <a:xfrm>
              <a:off x="586498" y="223637"/>
              <a:ext cx="38494" cy="38039"/>
            </a:xfrm>
            <a:custGeom>
              <a:avLst/>
              <a:gdLst/>
              <a:ahLst/>
              <a:cxnLst/>
              <a:rect l="l" t="t" r="r" b="b"/>
              <a:pathLst>
                <a:path w="1270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70" y="1255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"/>
            <p:cNvSpPr/>
            <p:nvPr/>
          </p:nvSpPr>
          <p:spPr>
            <a:xfrm>
              <a:off x="624961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"/>
            <p:cNvSpPr/>
            <p:nvPr/>
          </p:nvSpPr>
          <p:spPr>
            <a:xfrm>
              <a:off x="662970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"/>
            <p:cNvSpPr/>
            <p:nvPr/>
          </p:nvSpPr>
          <p:spPr>
            <a:xfrm>
              <a:off x="700979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"/>
            <p:cNvSpPr/>
            <p:nvPr/>
          </p:nvSpPr>
          <p:spPr>
            <a:xfrm>
              <a:off x="738987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"/>
            <p:cNvSpPr/>
            <p:nvPr/>
          </p:nvSpPr>
          <p:spPr>
            <a:xfrm>
              <a:off x="776996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"/>
            <p:cNvSpPr/>
            <p:nvPr/>
          </p:nvSpPr>
          <p:spPr>
            <a:xfrm>
              <a:off x="815005" y="223637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"/>
            <p:cNvSpPr/>
            <p:nvPr/>
          </p:nvSpPr>
          <p:spPr>
            <a:xfrm>
              <a:off x="624961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"/>
            <p:cNvSpPr/>
            <p:nvPr/>
          </p:nvSpPr>
          <p:spPr>
            <a:xfrm>
              <a:off x="662970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"/>
            <p:cNvSpPr/>
            <p:nvPr/>
          </p:nvSpPr>
          <p:spPr>
            <a:xfrm>
              <a:off x="700979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"/>
            <p:cNvSpPr/>
            <p:nvPr/>
          </p:nvSpPr>
          <p:spPr>
            <a:xfrm>
              <a:off x="738987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"/>
            <p:cNvSpPr/>
            <p:nvPr/>
          </p:nvSpPr>
          <p:spPr>
            <a:xfrm>
              <a:off x="776996" y="261646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"/>
            <p:cNvSpPr/>
            <p:nvPr/>
          </p:nvSpPr>
          <p:spPr>
            <a:xfrm>
              <a:off x="662970" y="299654"/>
              <a:ext cx="38039" cy="38524"/>
            </a:xfrm>
            <a:custGeom>
              <a:avLst/>
              <a:gdLst/>
              <a:ahLst/>
              <a:cxnLst/>
              <a:rect l="l" t="t" r="r" b="b"/>
              <a:pathLst>
                <a:path w="1255" h="1271" extrusionOk="0">
                  <a:moveTo>
                    <a:pt x="1" y="0"/>
                  </a:moveTo>
                  <a:lnTo>
                    <a:pt x="1" y="1270"/>
                  </a:lnTo>
                  <a:lnTo>
                    <a:pt x="1255" y="1270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"/>
            <p:cNvSpPr/>
            <p:nvPr/>
          </p:nvSpPr>
          <p:spPr>
            <a:xfrm>
              <a:off x="700979" y="299654"/>
              <a:ext cx="38039" cy="38524"/>
            </a:xfrm>
            <a:custGeom>
              <a:avLst/>
              <a:gdLst/>
              <a:ahLst/>
              <a:cxnLst/>
              <a:rect l="l" t="t" r="r" b="b"/>
              <a:pathLst>
                <a:path w="1255" h="1271" extrusionOk="0">
                  <a:moveTo>
                    <a:pt x="1" y="0"/>
                  </a:moveTo>
                  <a:lnTo>
                    <a:pt x="1" y="1270"/>
                  </a:lnTo>
                  <a:lnTo>
                    <a:pt x="1255" y="1270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"/>
            <p:cNvSpPr/>
            <p:nvPr/>
          </p:nvSpPr>
          <p:spPr>
            <a:xfrm>
              <a:off x="738987" y="299654"/>
              <a:ext cx="38039" cy="38524"/>
            </a:xfrm>
            <a:custGeom>
              <a:avLst/>
              <a:gdLst/>
              <a:ahLst/>
              <a:cxnLst/>
              <a:rect l="l" t="t" r="r" b="b"/>
              <a:pathLst>
                <a:path w="1255" h="1271" extrusionOk="0">
                  <a:moveTo>
                    <a:pt x="1" y="0"/>
                  </a:moveTo>
                  <a:lnTo>
                    <a:pt x="1" y="1270"/>
                  </a:lnTo>
                  <a:lnTo>
                    <a:pt x="1255" y="1270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"/>
            <p:cNvSpPr/>
            <p:nvPr/>
          </p:nvSpPr>
          <p:spPr>
            <a:xfrm>
              <a:off x="700979" y="338148"/>
              <a:ext cx="38039" cy="38039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4" name="Google Shape;1214;p4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1215" name="Google Shape;1215;p4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1216" name="Google Shape;1216;p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9" name="Google Shape;1259;p4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1260" name="Google Shape;1260;p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3" name="Google Shape;1303;p4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1304" name="Google Shape;1304;p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7" name="Google Shape;1347;p4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1348" name="Google Shape;1348;p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1" name="Google Shape;1391;p4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1392" name="Google Shape;1392;p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5" name="Google Shape;1435;p4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1436" name="Google Shape;1436;p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9" name="Google Shape;1479;p4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1480" name="Google Shape;1480;p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3" name="Google Shape;1523;p4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1524" name="Google Shape;1524;p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7" name="Google Shape;1567;p4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1568" name="Google Shape;1568;p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11" name="Google Shape;161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12" name="Google Shape;1612;p4"/>
          <p:cNvSpPr txBox="1">
            <a:spLocks noGrp="1"/>
          </p:cNvSpPr>
          <p:nvPr>
            <p:ph type="body" idx="1"/>
          </p:nvPr>
        </p:nvSpPr>
        <p:spPr>
          <a:xfrm>
            <a:off x="720000" y="1017725"/>
            <a:ext cx="7704000" cy="3493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4" name="Google Shape;1614;p5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1615" name="Google Shape;1615;p5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1616" name="Google Shape;1616;p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9" name="Google Shape;1659;p5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1660" name="Google Shape;1660;p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03" name="Google Shape;1703;p5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1704" name="Google Shape;1704;p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7" name="Google Shape;1747;p5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1748" name="Google Shape;1748;p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1" name="Google Shape;1791;p5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1792" name="Google Shape;1792;p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5" name="Google Shape;1835;p5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1836" name="Google Shape;1836;p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9" name="Google Shape;1879;p5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1880" name="Google Shape;1880;p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3" name="Google Shape;1923;p5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1924" name="Google Shape;1924;p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67" name="Google Shape;1967;p5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1968" name="Google Shape;1968;p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11" name="Google Shape;2011;p5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2012" name="Google Shape;2012;p5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2013" name="Google Shape;2013;p5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5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5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5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5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5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5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5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5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5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5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5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5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5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5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5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5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5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5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5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5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5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5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5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5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5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5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40" name="Google Shape;2040;p5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2041" name="Google Shape;2041;p5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5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5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5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5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5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5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5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5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5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5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5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5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5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5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5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5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5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5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5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5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5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5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5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5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5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5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68" name="Google Shape;2068;p5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2069" name="Google Shape;2069;p5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5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5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5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5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5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5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5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5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5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5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5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5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5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5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5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5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5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5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5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5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5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5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5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5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5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5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96" name="Google Shape;209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97" name="Google Shape;2097;p5"/>
          <p:cNvSpPr txBox="1">
            <a:spLocks noGrp="1"/>
          </p:cNvSpPr>
          <p:nvPr>
            <p:ph type="subTitle" idx="1"/>
          </p:nvPr>
        </p:nvSpPr>
        <p:spPr>
          <a:xfrm>
            <a:off x="1354413" y="2532225"/>
            <a:ext cx="2518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grpSp>
        <p:nvGrpSpPr>
          <p:cNvPr id="2098" name="Google Shape;2098;p5"/>
          <p:cNvGrpSpPr/>
          <p:nvPr/>
        </p:nvGrpSpPr>
        <p:grpSpPr>
          <a:xfrm>
            <a:off x="-329643" y="2247081"/>
            <a:ext cx="1049633" cy="523940"/>
            <a:chOff x="138482" y="584556"/>
            <a:chExt cx="1049633" cy="523940"/>
          </a:xfrm>
        </p:grpSpPr>
        <p:sp>
          <p:nvSpPr>
            <p:cNvPr id="2099" name="Google Shape;2099;p5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5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5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5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5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5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5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5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5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5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5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5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5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5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5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4" name="Google Shape;2114;p5"/>
          <p:cNvGrpSpPr/>
          <p:nvPr/>
        </p:nvGrpSpPr>
        <p:grpSpPr>
          <a:xfrm flipH="1">
            <a:off x="8424007" y="1291306"/>
            <a:ext cx="1049633" cy="523940"/>
            <a:chOff x="138482" y="584556"/>
            <a:chExt cx="1049633" cy="523940"/>
          </a:xfrm>
        </p:grpSpPr>
        <p:sp>
          <p:nvSpPr>
            <p:cNvPr id="2115" name="Google Shape;2115;p5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5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5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5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5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5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5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5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5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5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5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5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5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5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5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0" name="Google Shape;2130;p5"/>
          <p:cNvSpPr txBox="1">
            <a:spLocks noGrp="1"/>
          </p:cNvSpPr>
          <p:nvPr>
            <p:ph type="subTitle" idx="2"/>
          </p:nvPr>
        </p:nvSpPr>
        <p:spPr>
          <a:xfrm>
            <a:off x="1354413" y="3002025"/>
            <a:ext cx="2518500" cy="104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31" name="Google Shape;2131;p5"/>
          <p:cNvSpPr txBox="1">
            <a:spLocks noGrp="1"/>
          </p:cNvSpPr>
          <p:nvPr>
            <p:ph type="subTitle" idx="3"/>
          </p:nvPr>
        </p:nvSpPr>
        <p:spPr>
          <a:xfrm>
            <a:off x="5271088" y="2532225"/>
            <a:ext cx="2518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2132" name="Google Shape;2132;p5"/>
          <p:cNvSpPr txBox="1">
            <a:spLocks noGrp="1"/>
          </p:cNvSpPr>
          <p:nvPr>
            <p:ph type="subTitle" idx="4"/>
          </p:nvPr>
        </p:nvSpPr>
        <p:spPr>
          <a:xfrm>
            <a:off x="5271088" y="3002025"/>
            <a:ext cx="2518500" cy="104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4" name="Google Shape;2134;p6"/>
          <p:cNvGrpSpPr/>
          <p:nvPr/>
        </p:nvGrpSpPr>
        <p:grpSpPr>
          <a:xfrm>
            <a:off x="8581282" y="539994"/>
            <a:ext cx="1049633" cy="523940"/>
            <a:chOff x="138482" y="584556"/>
            <a:chExt cx="1049633" cy="523940"/>
          </a:xfrm>
        </p:grpSpPr>
        <p:sp>
          <p:nvSpPr>
            <p:cNvPr id="2135" name="Google Shape;2135;p6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6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6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6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6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6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6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6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6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6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6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6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6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6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6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0" name="Google Shape;2150;p6"/>
          <p:cNvGrpSpPr/>
          <p:nvPr/>
        </p:nvGrpSpPr>
        <p:grpSpPr>
          <a:xfrm flipH="1">
            <a:off x="-463618" y="3516531"/>
            <a:ext cx="1049633" cy="523940"/>
            <a:chOff x="138482" y="584556"/>
            <a:chExt cx="1049633" cy="523940"/>
          </a:xfrm>
        </p:grpSpPr>
        <p:sp>
          <p:nvSpPr>
            <p:cNvPr id="2151" name="Google Shape;2151;p6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6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6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6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6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6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6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6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6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6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6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6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6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6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6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6" name="Google Shape;2166;p6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2167" name="Google Shape;2167;p6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2168" name="Google Shape;2168;p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2169;p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11" name="Google Shape;2211;p6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2212" name="Google Shape;2212;p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Google Shape;2222;p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Google Shape;2223;p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Google Shape;2224;p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Google Shape;2225;p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Google Shape;2226;p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Google Shape;2227;p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Google Shape;2231;p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Google Shape;2232;p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Google Shape;2233;p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Google Shape;2234;p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Google Shape;2236;p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Google Shape;2239;p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Google Shape;2240;p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Google Shape;2241;p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Google Shape;2242;p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Google Shape;2243;p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Google Shape;2244;p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Google Shape;2245;p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Google Shape;2246;p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Google Shape;2247;p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Google Shape;2248;p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Google Shape;2249;p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Google Shape;2250;p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Google Shape;2251;p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Google Shape;2252;p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Google Shape;2253;p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Google Shape;2254;p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55" name="Google Shape;2255;p6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2256" name="Google Shape;2256;p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257;p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Google Shape;2258;p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Google Shape;2259;p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Google Shape;2260;p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Google Shape;2261;p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Google Shape;2262;p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Google Shape;2263;p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Google Shape;2264;p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Google Shape;2265;p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Google Shape;2266;p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Google Shape;2267;p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Google Shape;2268;p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Google Shape;2269;p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Google Shape;2270;p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Google Shape;2271;p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Google Shape;2272;p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Google Shape;2273;p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Google Shape;2279;p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Google Shape;2280;p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Google Shape;2281;p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Google Shape;2282;p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Google Shape;2283;p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Google Shape;2284;p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Google Shape;2286;p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Google Shape;2287;p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Google Shape;2289;p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Google Shape;2290;p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Google Shape;2291;p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Google Shape;2292;p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Google Shape;2293;p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Google Shape;2294;p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Google Shape;2295;p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Google Shape;2296;p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Google Shape;2297;p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Google Shape;2298;p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99" name="Google Shape;2299;p6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2300" name="Google Shape;2300;p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Google Shape;2301;p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Google Shape;2302;p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Google Shape;2303;p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Google Shape;2304;p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Google Shape;2305;p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Google Shape;2306;p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Google Shape;2307;p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Google Shape;2308;p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Google Shape;2309;p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Google Shape;2310;p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Google Shape;2311;p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Google Shape;2312;p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Google Shape;2313;p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Google Shape;2314;p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Google Shape;2315;p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Google Shape;2316;p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Google Shape;2317;p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Google Shape;2319;p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Google Shape;2320;p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Google Shape;2321;p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Google Shape;2323;p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Google Shape;2324;p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Google Shape;2325;p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Google Shape;2326;p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Google Shape;2327;p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Google Shape;2328;p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Google Shape;2329;p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Google Shape;2330;p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Google Shape;2331;p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Google Shape;2332;p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Google Shape;2333;p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Google Shape;2335;p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Google Shape;2336;p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Google Shape;2338;p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2339;p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Google Shape;2340;p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Google Shape;2341;p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3" name="Google Shape;2343;p6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2344" name="Google Shape;2344;p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2345;p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Google Shape;2347;p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2348;p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Google Shape;2350;p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Google Shape;2354;p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Google Shape;2360;p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Google Shape;2367;p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Google Shape;2368;p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Google Shape;2369;p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Google Shape;2370;p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Google Shape;2372;p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Google Shape;2373;p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Google Shape;2374;p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Google Shape;2375;p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Google Shape;2376;p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Google Shape;2377;p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Google Shape;2378;p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Google Shape;2379;p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Google Shape;2380;p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Google Shape;2381;p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Google Shape;2382;p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87" name="Google Shape;2387;p6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2388" name="Google Shape;2388;p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Google Shape;2392;p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Google Shape;2393;p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Google Shape;2405;p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Google Shape;2406;p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Google Shape;2407;p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Google Shape;2408;p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Google Shape;2409;p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Google Shape;2410;p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Google Shape;2411;p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Google Shape;2412;p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Google Shape;2413;p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Google Shape;2423;p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Google Shape;2424;p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1" name="Google Shape;2431;p6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2432" name="Google Shape;2432;p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Google Shape;2434;p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Google Shape;2435;p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Google Shape;2436;p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Google Shape;2437;p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Google Shape;2438;p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Google Shape;2439;p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Google Shape;2440;p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Google Shape;2441;p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Google Shape;2442;p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Google Shape;2443;p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Google Shape;2444;p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Google Shape;2445;p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Google Shape;2446;p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Google Shape;2447;p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Google Shape;2448;p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Google Shape;2449;p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Google Shape;2450;p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Google Shape;2451;p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Google Shape;2452;p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Google Shape;2453;p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Google Shape;2454;p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Google Shape;2455;p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Google Shape;2456;p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Google Shape;2457;p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Google Shape;2458;p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Google Shape;2459;p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Google Shape;2460;p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Google Shape;2461;p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Google Shape;2462;p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Google Shape;2463;p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Google Shape;2464;p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Google Shape;2465;p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Google Shape;2466;p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Google Shape;2467;p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Google Shape;2468;p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Google Shape;2469;p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Google Shape;2470;p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Google Shape;2471;p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Google Shape;2472;p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Google Shape;2473;p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Google Shape;2474;p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5" name="Google Shape;2475;p6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2476" name="Google Shape;2476;p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Google Shape;2477;p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Google Shape;2478;p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Google Shape;2479;p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Google Shape;2480;p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Google Shape;2481;p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Google Shape;2483;p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Google Shape;2484;p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Google Shape;2485;p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Google Shape;2486;p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Google Shape;2487;p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Google Shape;2488;p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Google Shape;2489;p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Google Shape;2490;p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Google Shape;2491;p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Google Shape;2492;p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Google Shape;2493;p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Google Shape;2494;p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Google Shape;2495;p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Google Shape;2496;p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Google Shape;2497;p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Google Shape;2498;p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Google Shape;2499;p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2500;p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Google Shape;2501;p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Google Shape;2502;p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Google Shape;2503;p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Google Shape;2513;p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Google Shape;2514;p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9" name="Google Shape;2519;p6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2520" name="Google Shape;2520;p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Google Shape;2524;p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Google Shape;2525;p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Google Shape;2526;p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Google Shape;2527;p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Google Shape;2528;p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Google Shape;2529;p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Google Shape;2530;p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Google Shape;2531;p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Google Shape;2532;p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Google Shape;2533;p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Google Shape;2534;p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Google Shape;2535;p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Google Shape;2536;p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Google Shape;2537;p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Google Shape;2538;p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Google Shape;2539;p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Google Shape;2540;p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Google Shape;2541;p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Google Shape;2542;p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Google Shape;2543;p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Google Shape;2544;p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Google Shape;2545;p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Google Shape;2546;p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Google Shape;2547;p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Google Shape;2548;p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Google Shape;2549;p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Google Shape;2550;p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Google Shape;2551;p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Google Shape;2552;p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2554;p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Google Shape;2555;p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Google Shape;2556;p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2557;p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2558;p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560;p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Google Shape;2561;p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2562;p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63" name="Google Shape;2563;p6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2564" name="Google Shape;2564;p6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2565" name="Google Shape;2565;p6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Google Shape;2566;p6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6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Google Shape;2568;p6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Google Shape;2569;p6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Google Shape;2570;p6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571;p6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572;p6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573;p6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Google Shape;2574;p6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Google Shape;2575;p6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576;p6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6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6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579;p6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6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581;p6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6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6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6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6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6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6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6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6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6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Google Shape;2591;p6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2" name="Google Shape;2592;p6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2593" name="Google Shape;2593;p6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Google Shape;2594;p6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Google Shape;2595;p6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Google Shape;2596;p6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Google Shape;2597;p6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Google Shape;2598;p6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Google Shape;2599;p6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Google Shape;2600;p6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Google Shape;2601;p6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Google Shape;2602;p6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Google Shape;2603;p6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Google Shape;2604;p6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Google Shape;2605;p6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Google Shape;2606;p6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Google Shape;2607;p6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Google Shape;2608;p6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Google Shape;2609;p6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Google Shape;2610;p6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Google Shape;2611;p6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Google Shape;2612;p6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Google Shape;2613;p6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Google Shape;2614;p6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Google Shape;2615;p6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6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6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6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6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20" name="Google Shape;2620;p6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2621" name="Google Shape;2621;p6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6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6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6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6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6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6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Google Shape;2628;p6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Google Shape;2629;p6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6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Google Shape;2631;p6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632;p6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6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6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6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6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637;p6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638;p6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639;p6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640;p6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Google Shape;2641;p6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642;p6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6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6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6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646;p6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Google Shape;2647;p6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48" name="Google Shape;264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0" name="Google Shape;2650;p7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2651" name="Google Shape;2651;p7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2652" name="Google Shape;2652;p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95" name="Google Shape;2695;p7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2696" name="Google Shape;2696;p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39" name="Google Shape;2739;p7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2740" name="Google Shape;2740;p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Google Shape;2761;p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2769;p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2770;p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2771;p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Google Shape;2782;p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83" name="Google Shape;2783;p7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2784" name="Google Shape;2784;p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Google Shape;2790;p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Google Shape;2798;p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Google Shape;2799;p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Google Shape;2809;p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Google Shape;2810;p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Google Shape;2820;p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Google Shape;2821;p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Google Shape;2822;p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Google Shape;2823;p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Google Shape;2824;p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Google Shape;2825;p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Google Shape;2826;p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27" name="Google Shape;2827;p7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2828" name="Google Shape;2828;p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Google Shape;2829;p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Google Shape;2830;p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Google Shape;2831;p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Google Shape;2832;p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Google Shape;2842;p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Google Shape;2843;p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Google Shape;2850;p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Google Shape;2851;p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Google Shape;2852;p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Google Shape;2853;p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Google Shape;2854;p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Google Shape;2855;p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Google Shape;2856;p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Google Shape;2857;p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Google Shape;2858;p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Google Shape;2859;p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Google Shape;2860;p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Google Shape;2861;p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Google Shape;2862;p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Google Shape;2863;p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Google Shape;2864;p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Google Shape;2865;p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Google Shape;2866;p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Google Shape;2867;p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Google Shape;2868;p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Google Shape;2869;p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Google Shape;2870;p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71" name="Google Shape;2871;p7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2872" name="Google Shape;2872;p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Google Shape;2873;p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Google Shape;2874;p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Google Shape;2875;p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Google Shape;2876;p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Google Shape;2877;p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Google Shape;2878;p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Google Shape;2879;p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Google Shape;2880;p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Google Shape;2881;p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Google Shape;2882;p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Google Shape;2883;p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2884;p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2886;p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2887;p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2888;p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2889;p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2890;p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Google Shape;2892;p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Google Shape;2893;p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Google Shape;2895;p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Google Shape;2896;p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Google Shape;2897;p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Google Shape;2898;p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Google Shape;2899;p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Google Shape;2900;p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Google Shape;2901;p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Google Shape;2902;p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Google Shape;2903;p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Google Shape;2904;p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2905;p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Google Shape;2906;p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Google Shape;2907;p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Google Shape;2908;p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Google Shape;2909;p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Google Shape;2910;p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Google Shape;2911;p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Google Shape;2912;p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Google Shape;2913;p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Google Shape;2914;p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15" name="Google Shape;2915;p7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2916" name="Google Shape;2916;p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Google Shape;2926;p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Google Shape;2956;p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Google Shape;2957;p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Google Shape;2958;p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9" name="Google Shape;2959;p7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2960" name="Google Shape;2960;p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Google Shape;2961;p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Google Shape;2962;p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Google Shape;2970;p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Google Shape;2985;p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Google Shape;2994;p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Google Shape;2995;p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Google Shape;2996;p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Google Shape;2997;p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Google Shape;2998;p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Google Shape;3001;p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03" name="Google Shape;3003;p7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3004" name="Google Shape;3004;p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Google Shape;3006;p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Google Shape;3011;p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Google Shape;3012;p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Google Shape;3013;p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Google Shape;3014;p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Google Shape;3015;p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Google Shape;3016;p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Google Shape;3017;p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Google Shape;3018;p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Google Shape;3019;p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Google Shape;3020;p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Google Shape;3021;p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Google Shape;3022;p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Google Shape;3023;p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Google Shape;3024;p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Google Shape;3025;p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Google Shape;3026;p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Google Shape;3027;p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Google Shape;3028;p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Google Shape;3029;p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Google Shape;3030;p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Google Shape;3031;p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Google Shape;3032;p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Google Shape;3033;p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Google Shape;3034;p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Google Shape;3035;p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Google Shape;3036;p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Google Shape;3037;p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Google Shape;3038;p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Google Shape;3039;p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Google Shape;3040;p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Google Shape;3041;p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Google Shape;3042;p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Google Shape;3043;p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Google Shape;3044;p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Google Shape;3045;p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Google Shape;3046;p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47" name="Google Shape;3047;p7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3048" name="Google Shape;3048;p7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3049" name="Google Shape;3049;p7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Google Shape;3050;p7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Google Shape;3051;p7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Google Shape;3052;p7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Google Shape;3053;p7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Google Shape;3054;p7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Google Shape;3055;p7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Google Shape;3056;p7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Google Shape;3057;p7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Google Shape;3058;p7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Google Shape;3059;p7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Google Shape;3060;p7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Google Shape;3061;p7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Google Shape;3062;p7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Google Shape;3063;p7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Google Shape;3064;p7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Google Shape;3065;p7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Google Shape;3066;p7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Google Shape;3067;p7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Google Shape;3068;p7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Google Shape;3069;p7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Google Shape;3070;p7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Google Shape;3071;p7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Google Shape;3072;p7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Google Shape;3073;p7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Google Shape;3074;p7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Google Shape;3075;p7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76" name="Google Shape;3076;p7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3077" name="Google Shape;3077;p7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Google Shape;3078;p7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Google Shape;3079;p7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Google Shape;3080;p7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Google Shape;3081;p7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Google Shape;3082;p7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Google Shape;3083;p7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Google Shape;3084;p7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085;p7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086;p7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Google Shape;3087;p7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Google Shape;3088;p7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Google Shape;3089;p7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Google Shape;3090;p7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Google Shape;3091;p7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7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093;p7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094;p7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095;p7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096;p7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097;p7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098;p7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099;p7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3100;p7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7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Google Shape;3102;p7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7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04" name="Google Shape;3104;p7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3105" name="Google Shape;3105;p7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Google Shape;3106;p7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Google Shape;3107;p7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Google Shape;3108;p7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7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Google Shape;3110;p7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Google Shape;3111;p7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Google Shape;3112;p7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Google Shape;3113;p7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7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7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7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7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Google Shape;3118;p7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Google Shape;3119;p7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Google Shape;3120;p7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7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7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Google Shape;3123;p7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Google Shape;3124;p7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7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7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7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7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7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7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7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32" name="Google Shape;3132;p7"/>
          <p:cNvSpPr txBox="1">
            <a:spLocks noGrp="1"/>
          </p:cNvSpPr>
          <p:nvPr>
            <p:ph type="title"/>
          </p:nvPr>
        </p:nvSpPr>
        <p:spPr>
          <a:xfrm>
            <a:off x="1224938" y="1269813"/>
            <a:ext cx="3042000" cy="7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33" name="Google Shape;3133;p7"/>
          <p:cNvSpPr txBox="1">
            <a:spLocks noGrp="1"/>
          </p:cNvSpPr>
          <p:nvPr>
            <p:ph type="subTitle" idx="1"/>
          </p:nvPr>
        </p:nvSpPr>
        <p:spPr>
          <a:xfrm>
            <a:off x="1224938" y="2025513"/>
            <a:ext cx="3042000" cy="130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3134" name="Google Shape;3134;p7"/>
          <p:cNvGrpSpPr/>
          <p:nvPr/>
        </p:nvGrpSpPr>
        <p:grpSpPr>
          <a:xfrm>
            <a:off x="-498068" y="3818306"/>
            <a:ext cx="1049633" cy="523940"/>
            <a:chOff x="138482" y="584556"/>
            <a:chExt cx="1049633" cy="523940"/>
          </a:xfrm>
        </p:grpSpPr>
        <p:sp>
          <p:nvSpPr>
            <p:cNvPr id="3135" name="Google Shape;3135;p7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7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7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7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7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7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7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7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7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7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7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7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7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7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7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50" name="Google Shape;3150;p7"/>
          <p:cNvGrpSpPr/>
          <p:nvPr/>
        </p:nvGrpSpPr>
        <p:grpSpPr>
          <a:xfrm flipH="1">
            <a:off x="6565232" y="367856"/>
            <a:ext cx="1049633" cy="523940"/>
            <a:chOff x="138482" y="584556"/>
            <a:chExt cx="1049633" cy="523940"/>
          </a:xfrm>
        </p:grpSpPr>
        <p:sp>
          <p:nvSpPr>
            <p:cNvPr id="3151" name="Google Shape;3151;p7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7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7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7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7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7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7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7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7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7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7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7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7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7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7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7" name="Google Shape;3167;p8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3168" name="Google Shape;3168;p8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3169" name="Google Shape;3169;p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Google Shape;3170;p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Google Shape;3171;p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Google Shape;3172;p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Google Shape;3173;p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Google Shape;3174;p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Google Shape;3175;p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6" name="Google Shape;3176;p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7" name="Google Shape;3177;p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8" name="Google Shape;3178;p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9" name="Google Shape;3179;p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0" name="Google Shape;3180;p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1" name="Google Shape;3181;p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2" name="Google Shape;3182;p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3" name="Google Shape;3183;p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4" name="Google Shape;3184;p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5" name="Google Shape;3185;p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6" name="Google Shape;3186;p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7" name="Google Shape;3187;p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8" name="Google Shape;3188;p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9" name="Google Shape;3189;p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0" name="Google Shape;3190;p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1" name="Google Shape;3191;p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2" name="Google Shape;3192;p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3" name="Google Shape;3193;p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4" name="Google Shape;3194;p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5" name="Google Shape;3195;p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6" name="Google Shape;3196;p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7" name="Google Shape;3197;p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8" name="Google Shape;3198;p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9" name="Google Shape;3199;p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0" name="Google Shape;3200;p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1" name="Google Shape;3201;p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2" name="Google Shape;3202;p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3" name="Google Shape;3203;p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4" name="Google Shape;3204;p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5" name="Google Shape;3205;p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6" name="Google Shape;3206;p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7" name="Google Shape;3207;p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8" name="Google Shape;3208;p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9" name="Google Shape;3209;p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0" name="Google Shape;3210;p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1" name="Google Shape;3211;p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12" name="Google Shape;3212;p8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3213" name="Google Shape;3213;p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4" name="Google Shape;3214;p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5" name="Google Shape;3215;p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6" name="Google Shape;3216;p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7" name="Google Shape;3217;p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8" name="Google Shape;3218;p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9" name="Google Shape;3219;p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0" name="Google Shape;3220;p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1" name="Google Shape;3221;p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2" name="Google Shape;3222;p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3" name="Google Shape;3223;p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4" name="Google Shape;3224;p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5" name="Google Shape;3225;p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6" name="Google Shape;3226;p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7" name="Google Shape;3227;p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8" name="Google Shape;3228;p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9" name="Google Shape;3229;p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0" name="Google Shape;3230;p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1" name="Google Shape;3231;p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2" name="Google Shape;3232;p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3" name="Google Shape;3233;p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4" name="Google Shape;3234;p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5" name="Google Shape;3235;p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6" name="Google Shape;3236;p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7" name="Google Shape;3237;p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8" name="Google Shape;3238;p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9" name="Google Shape;3239;p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0" name="Google Shape;3240;p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1" name="Google Shape;3241;p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2" name="Google Shape;3242;p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3" name="Google Shape;3243;p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4" name="Google Shape;3244;p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5" name="Google Shape;3245;p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6" name="Google Shape;3246;p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7" name="Google Shape;3247;p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8" name="Google Shape;3248;p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9" name="Google Shape;3249;p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0" name="Google Shape;3250;p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1" name="Google Shape;3251;p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2" name="Google Shape;3252;p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3" name="Google Shape;3253;p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4" name="Google Shape;3254;p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5" name="Google Shape;3255;p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56" name="Google Shape;3256;p8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3257" name="Google Shape;3257;p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8" name="Google Shape;3258;p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9" name="Google Shape;3259;p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0" name="Google Shape;3260;p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1" name="Google Shape;3261;p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2" name="Google Shape;3262;p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3" name="Google Shape;3263;p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4" name="Google Shape;3264;p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5" name="Google Shape;3265;p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6" name="Google Shape;3266;p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7" name="Google Shape;3267;p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8" name="Google Shape;3268;p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9" name="Google Shape;3269;p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0" name="Google Shape;3270;p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1" name="Google Shape;3271;p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2" name="Google Shape;3272;p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3" name="Google Shape;3273;p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4" name="Google Shape;3274;p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5" name="Google Shape;3275;p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6" name="Google Shape;3276;p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7" name="Google Shape;3277;p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8" name="Google Shape;3278;p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9" name="Google Shape;3279;p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0" name="Google Shape;3280;p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1" name="Google Shape;3281;p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2" name="Google Shape;3282;p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3" name="Google Shape;3283;p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4" name="Google Shape;3284;p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5" name="Google Shape;3285;p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6" name="Google Shape;3286;p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7" name="Google Shape;3287;p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8" name="Google Shape;3288;p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9" name="Google Shape;3289;p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0" name="Google Shape;3290;p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1" name="Google Shape;3291;p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2" name="Google Shape;3292;p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3" name="Google Shape;3293;p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4" name="Google Shape;3294;p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5" name="Google Shape;3295;p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6" name="Google Shape;3296;p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7" name="Google Shape;3297;p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8" name="Google Shape;3298;p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9" name="Google Shape;3299;p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00" name="Google Shape;3300;p8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3301" name="Google Shape;3301;p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2" name="Google Shape;3302;p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3" name="Google Shape;3303;p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4" name="Google Shape;3304;p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5" name="Google Shape;3305;p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6" name="Google Shape;3306;p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7" name="Google Shape;3307;p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8" name="Google Shape;3308;p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9" name="Google Shape;3309;p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0" name="Google Shape;3310;p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1" name="Google Shape;3311;p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2" name="Google Shape;3312;p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3" name="Google Shape;3313;p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4" name="Google Shape;3314;p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5" name="Google Shape;3315;p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6" name="Google Shape;3316;p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7" name="Google Shape;3317;p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8" name="Google Shape;3318;p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9" name="Google Shape;3319;p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0" name="Google Shape;3320;p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1" name="Google Shape;3321;p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2" name="Google Shape;3322;p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3" name="Google Shape;3323;p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4" name="Google Shape;3324;p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5" name="Google Shape;3325;p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6" name="Google Shape;3326;p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7" name="Google Shape;3327;p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8" name="Google Shape;3328;p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9" name="Google Shape;3329;p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0" name="Google Shape;3330;p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1" name="Google Shape;3331;p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2" name="Google Shape;3332;p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3" name="Google Shape;3333;p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4" name="Google Shape;3334;p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5" name="Google Shape;3335;p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6" name="Google Shape;3336;p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7" name="Google Shape;3337;p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8" name="Google Shape;3338;p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9" name="Google Shape;3339;p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0" name="Google Shape;3340;p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1" name="Google Shape;3341;p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2" name="Google Shape;3342;p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3" name="Google Shape;3343;p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44" name="Google Shape;3344;p8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3345" name="Google Shape;3345;p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6" name="Google Shape;3346;p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7" name="Google Shape;3347;p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8" name="Google Shape;3348;p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9" name="Google Shape;3349;p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0" name="Google Shape;3350;p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1" name="Google Shape;3351;p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2" name="Google Shape;3352;p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3" name="Google Shape;3353;p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4" name="Google Shape;3354;p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5" name="Google Shape;3355;p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6" name="Google Shape;3356;p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7" name="Google Shape;3357;p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8" name="Google Shape;3358;p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9" name="Google Shape;3359;p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0" name="Google Shape;3360;p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1" name="Google Shape;3361;p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2" name="Google Shape;3362;p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3" name="Google Shape;3363;p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7" name="Google Shape;3367;p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8" name="Google Shape;3368;p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2" name="Google Shape;3372;p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3" name="Google Shape;3373;p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4" name="Google Shape;3374;p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5" name="Google Shape;3375;p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7" name="Google Shape;3377;p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8" name="Google Shape;3378;p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9" name="Google Shape;3379;p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0" name="Google Shape;3380;p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1" name="Google Shape;3381;p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2" name="Google Shape;3382;p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3" name="Google Shape;3383;p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4" name="Google Shape;3384;p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5" name="Google Shape;3385;p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6" name="Google Shape;3386;p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7" name="Google Shape;3387;p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88" name="Google Shape;3388;p8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3389" name="Google Shape;3389;p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4" name="Google Shape;3394;p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5" name="Google Shape;3395;p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6" name="Google Shape;3396;p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0" name="Google Shape;3400;p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2" name="Google Shape;3402;p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3" name="Google Shape;3403;p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4" name="Google Shape;3404;p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7" name="Google Shape;3407;p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9" name="Google Shape;3409;p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0" name="Google Shape;3410;p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1" name="Google Shape;3411;p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2" name="Google Shape;3412;p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3" name="Google Shape;3413;p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4" name="Google Shape;3414;p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5" name="Google Shape;3415;p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6" name="Google Shape;3416;p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7" name="Google Shape;3417;p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8" name="Google Shape;3418;p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9" name="Google Shape;3419;p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0" name="Google Shape;3420;p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1" name="Google Shape;3421;p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2" name="Google Shape;3422;p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3" name="Google Shape;3423;p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4" name="Google Shape;3424;p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5" name="Google Shape;3425;p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6" name="Google Shape;3426;p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7" name="Google Shape;3427;p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8" name="Google Shape;3428;p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9" name="Google Shape;3429;p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0" name="Google Shape;3430;p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1" name="Google Shape;3431;p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32" name="Google Shape;3432;p8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3433" name="Google Shape;3433;p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4" name="Google Shape;3434;p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5" name="Google Shape;3435;p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6" name="Google Shape;3436;p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7" name="Google Shape;3437;p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8" name="Google Shape;3438;p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9" name="Google Shape;3439;p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0" name="Google Shape;3440;p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1" name="Google Shape;3441;p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2" name="Google Shape;3442;p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3" name="Google Shape;3443;p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4" name="Google Shape;3444;p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5" name="Google Shape;3445;p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6" name="Google Shape;3446;p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7" name="Google Shape;3447;p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8" name="Google Shape;3448;p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9" name="Google Shape;3449;p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0" name="Google Shape;3450;p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1" name="Google Shape;3451;p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2" name="Google Shape;3452;p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3" name="Google Shape;3453;p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4" name="Google Shape;3454;p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5" name="Google Shape;3455;p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6" name="Google Shape;3456;p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462;p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463;p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466;p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468;p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472;p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76" name="Google Shape;3476;p8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3477" name="Google Shape;3477;p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478;p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2" name="Google Shape;3482;p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3" name="Google Shape;3483;p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4" name="Google Shape;3484;p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5" name="Google Shape;3485;p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6" name="Google Shape;3486;p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7" name="Google Shape;3487;p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8" name="Google Shape;3488;p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9" name="Google Shape;3489;p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0" name="Google Shape;3490;p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1" name="Google Shape;3491;p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2" name="Google Shape;3492;p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3" name="Google Shape;3493;p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4" name="Google Shape;3494;p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5" name="Google Shape;3495;p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6" name="Google Shape;3496;p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7" name="Google Shape;3497;p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8" name="Google Shape;3498;p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9" name="Google Shape;3499;p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0" name="Google Shape;3500;p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1" name="Google Shape;3501;p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2" name="Google Shape;3502;p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3" name="Google Shape;3503;p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4" name="Google Shape;3504;p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5" name="Google Shape;3505;p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6" name="Google Shape;3506;p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7" name="Google Shape;3507;p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8" name="Google Shape;3508;p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9" name="Google Shape;3509;p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0" name="Google Shape;3510;p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1" name="Google Shape;3511;p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2" name="Google Shape;3512;p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3" name="Google Shape;3513;p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4" name="Google Shape;3514;p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5" name="Google Shape;3515;p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6" name="Google Shape;3516;p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7" name="Google Shape;3517;p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8" name="Google Shape;3518;p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9" name="Google Shape;3519;p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20" name="Google Shape;3520;p8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3521" name="Google Shape;3521;p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2" name="Google Shape;3522;p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3" name="Google Shape;3523;p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4" name="Google Shape;3524;p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5" name="Google Shape;3525;p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6" name="Google Shape;3526;p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7" name="Google Shape;3527;p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8" name="Google Shape;3528;p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9" name="Google Shape;3529;p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0" name="Google Shape;3530;p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1" name="Google Shape;3531;p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2" name="Google Shape;3532;p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3" name="Google Shape;3533;p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4" name="Google Shape;3534;p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5" name="Google Shape;3535;p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6" name="Google Shape;3536;p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7" name="Google Shape;3537;p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8" name="Google Shape;3538;p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9" name="Google Shape;3539;p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0" name="Google Shape;3540;p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1" name="Google Shape;3541;p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2" name="Google Shape;3542;p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3" name="Google Shape;3543;p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4" name="Google Shape;3544;p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5" name="Google Shape;3545;p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6" name="Google Shape;3546;p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7" name="Google Shape;3547;p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8" name="Google Shape;3548;p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9" name="Google Shape;3549;p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0" name="Google Shape;3550;p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1" name="Google Shape;3551;p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2" name="Google Shape;3552;p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3" name="Google Shape;3553;p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4" name="Google Shape;3554;p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5" name="Google Shape;3555;p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6" name="Google Shape;3556;p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7" name="Google Shape;3557;p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8" name="Google Shape;3558;p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9" name="Google Shape;3559;p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0" name="Google Shape;3560;p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1" name="Google Shape;3561;p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2" name="Google Shape;3562;p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3" name="Google Shape;3563;p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64" name="Google Shape;3564;p8"/>
          <p:cNvGrpSpPr/>
          <p:nvPr/>
        </p:nvGrpSpPr>
        <p:grpSpPr>
          <a:xfrm flipH="1">
            <a:off x="7444550" y="3868733"/>
            <a:ext cx="979461" cy="734884"/>
            <a:chOff x="4815700" y="3267175"/>
            <a:chExt cx="376600" cy="282550"/>
          </a:xfrm>
        </p:grpSpPr>
        <p:sp>
          <p:nvSpPr>
            <p:cNvPr id="3565" name="Google Shape;3565;p8"/>
            <p:cNvSpPr/>
            <p:nvPr/>
          </p:nvSpPr>
          <p:spPr>
            <a:xfrm>
              <a:off x="4847050" y="32671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8"/>
            <p:cNvSpPr/>
            <p:nvPr/>
          </p:nvSpPr>
          <p:spPr>
            <a:xfrm>
              <a:off x="4878400" y="326717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8"/>
            <p:cNvSpPr/>
            <p:nvPr/>
          </p:nvSpPr>
          <p:spPr>
            <a:xfrm>
              <a:off x="4909725" y="32671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8"/>
            <p:cNvSpPr/>
            <p:nvPr/>
          </p:nvSpPr>
          <p:spPr>
            <a:xfrm>
              <a:off x="4941075" y="32671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8"/>
            <p:cNvSpPr/>
            <p:nvPr/>
          </p:nvSpPr>
          <p:spPr>
            <a:xfrm>
              <a:off x="4972425" y="32671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8"/>
            <p:cNvSpPr/>
            <p:nvPr/>
          </p:nvSpPr>
          <p:spPr>
            <a:xfrm>
              <a:off x="5003775" y="3267175"/>
              <a:ext cx="31775" cy="31375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70" y="1254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8"/>
            <p:cNvSpPr/>
            <p:nvPr/>
          </p:nvSpPr>
          <p:spPr>
            <a:xfrm>
              <a:off x="5035525" y="32671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8"/>
            <p:cNvSpPr/>
            <p:nvPr/>
          </p:nvSpPr>
          <p:spPr>
            <a:xfrm>
              <a:off x="5066875" y="32671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8"/>
            <p:cNvSpPr/>
            <p:nvPr/>
          </p:nvSpPr>
          <p:spPr>
            <a:xfrm>
              <a:off x="5098225" y="32671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8"/>
            <p:cNvSpPr/>
            <p:nvPr/>
          </p:nvSpPr>
          <p:spPr>
            <a:xfrm>
              <a:off x="5129575" y="32671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8"/>
            <p:cNvSpPr/>
            <p:nvPr/>
          </p:nvSpPr>
          <p:spPr>
            <a:xfrm>
              <a:off x="4815700" y="3298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8"/>
            <p:cNvSpPr/>
            <p:nvPr/>
          </p:nvSpPr>
          <p:spPr>
            <a:xfrm>
              <a:off x="4847050" y="3298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8"/>
            <p:cNvSpPr/>
            <p:nvPr/>
          </p:nvSpPr>
          <p:spPr>
            <a:xfrm>
              <a:off x="4878400" y="329852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8"/>
            <p:cNvSpPr/>
            <p:nvPr/>
          </p:nvSpPr>
          <p:spPr>
            <a:xfrm>
              <a:off x="4909725" y="3298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8"/>
            <p:cNvSpPr/>
            <p:nvPr/>
          </p:nvSpPr>
          <p:spPr>
            <a:xfrm>
              <a:off x="4941075" y="3298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8"/>
            <p:cNvSpPr/>
            <p:nvPr/>
          </p:nvSpPr>
          <p:spPr>
            <a:xfrm>
              <a:off x="4972425" y="3298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8"/>
            <p:cNvSpPr/>
            <p:nvPr/>
          </p:nvSpPr>
          <p:spPr>
            <a:xfrm>
              <a:off x="5003775" y="3298525"/>
              <a:ext cx="31775" cy="31375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70" y="1254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8"/>
            <p:cNvSpPr/>
            <p:nvPr/>
          </p:nvSpPr>
          <p:spPr>
            <a:xfrm>
              <a:off x="5035525" y="3298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8"/>
            <p:cNvSpPr/>
            <p:nvPr/>
          </p:nvSpPr>
          <p:spPr>
            <a:xfrm>
              <a:off x="5066875" y="3298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8"/>
            <p:cNvSpPr/>
            <p:nvPr/>
          </p:nvSpPr>
          <p:spPr>
            <a:xfrm>
              <a:off x="5098225" y="3298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8"/>
            <p:cNvSpPr/>
            <p:nvPr/>
          </p:nvSpPr>
          <p:spPr>
            <a:xfrm>
              <a:off x="5129575" y="3298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8"/>
            <p:cNvSpPr/>
            <p:nvPr/>
          </p:nvSpPr>
          <p:spPr>
            <a:xfrm>
              <a:off x="5160925" y="32985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8"/>
            <p:cNvSpPr/>
            <p:nvPr/>
          </p:nvSpPr>
          <p:spPr>
            <a:xfrm>
              <a:off x="4815700" y="33298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8"/>
            <p:cNvSpPr/>
            <p:nvPr/>
          </p:nvSpPr>
          <p:spPr>
            <a:xfrm>
              <a:off x="4847050" y="33298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8"/>
            <p:cNvSpPr/>
            <p:nvPr/>
          </p:nvSpPr>
          <p:spPr>
            <a:xfrm>
              <a:off x="4878400" y="332987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8"/>
            <p:cNvSpPr/>
            <p:nvPr/>
          </p:nvSpPr>
          <p:spPr>
            <a:xfrm>
              <a:off x="4909725" y="33298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8"/>
            <p:cNvSpPr/>
            <p:nvPr/>
          </p:nvSpPr>
          <p:spPr>
            <a:xfrm>
              <a:off x="4941075" y="33298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8"/>
            <p:cNvSpPr/>
            <p:nvPr/>
          </p:nvSpPr>
          <p:spPr>
            <a:xfrm>
              <a:off x="4972425" y="33298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8"/>
            <p:cNvSpPr/>
            <p:nvPr/>
          </p:nvSpPr>
          <p:spPr>
            <a:xfrm>
              <a:off x="5003775" y="3329875"/>
              <a:ext cx="31775" cy="31375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70" y="1254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8"/>
            <p:cNvSpPr/>
            <p:nvPr/>
          </p:nvSpPr>
          <p:spPr>
            <a:xfrm>
              <a:off x="5035525" y="33298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8"/>
            <p:cNvSpPr/>
            <p:nvPr/>
          </p:nvSpPr>
          <p:spPr>
            <a:xfrm>
              <a:off x="5066875" y="33298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8"/>
            <p:cNvSpPr/>
            <p:nvPr/>
          </p:nvSpPr>
          <p:spPr>
            <a:xfrm>
              <a:off x="5098225" y="33298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8"/>
            <p:cNvSpPr/>
            <p:nvPr/>
          </p:nvSpPr>
          <p:spPr>
            <a:xfrm>
              <a:off x="5129575" y="33298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8"/>
            <p:cNvSpPr/>
            <p:nvPr/>
          </p:nvSpPr>
          <p:spPr>
            <a:xfrm>
              <a:off x="5160925" y="33298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8"/>
            <p:cNvSpPr/>
            <p:nvPr/>
          </p:nvSpPr>
          <p:spPr>
            <a:xfrm>
              <a:off x="4815700" y="33612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8"/>
            <p:cNvSpPr/>
            <p:nvPr/>
          </p:nvSpPr>
          <p:spPr>
            <a:xfrm>
              <a:off x="4847050" y="33612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8"/>
            <p:cNvSpPr/>
            <p:nvPr/>
          </p:nvSpPr>
          <p:spPr>
            <a:xfrm>
              <a:off x="4878400" y="336122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8"/>
            <p:cNvSpPr/>
            <p:nvPr/>
          </p:nvSpPr>
          <p:spPr>
            <a:xfrm>
              <a:off x="4909725" y="33612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8"/>
            <p:cNvSpPr/>
            <p:nvPr/>
          </p:nvSpPr>
          <p:spPr>
            <a:xfrm>
              <a:off x="4941075" y="33612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8"/>
            <p:cNvSpPr/>
            <p:nvPr/>
          </p:nvSpPr>
          <p:spPr>
            <a:xfrm>
              <a:off x="4972425" y="33612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8"/>
            <p:cNvSpPr/>
            <p:nvPr/>
          </p:nvSpPr>
          <p:spPr>
            <a:xfrm>
              <a:off x="5003775" y="3361225"/>
              <a:ext cx="31775" cy="31375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70" y="1254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8"/>
            <p:cNvSpPr/>
            <p:nvPr/>
          </p:nvSpPr>
          <p:spPr>
            <a:xfrm>
              <a:off x="5035525" y="33612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8"/>
            <p:cNvSpPr/>
            <p:nvPr/>
          </p:nvSpPr>
          <p:spPr>
            <a:xfrm>
              <a:off x="5066875" y="33612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8"/>
            <p:cNvSpPr/>
            <p:nvPr/>
          </p:nvSpPr>
          <p:spPr>
            <a:xfrm>
              <a:off x="5098225" y="33612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8"/>
            <p:cNvSpPr/>
            <p:nvPr/>
          </p:nvSpPr>
          <p:spPr>
            <a:xfrm>
              <a:off x="5129575" y="33612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8"/>
            <p:cNvSpPr/>
            <p:nvPr/>
          </p:nvSpPr>
          <p:spPr>
            <a:xfrm>
              <a:off x="5160925" y="33612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8"/>
            <p:cNvSpPr/>
            <p:nvPr/>
          </p:nvSpPr>
          <p:spPr>
            <a:xfrm>
              <a:off x="4815700" y="33925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8"/>
            <p:cNvSpPr/>
            <p:nvPr/>
          </p:nvSpPr>
          <p:spPr>
            <a:xfrm>
              <a:off x="4847050" y="33925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8"/>
            <p:cNvSpPr/>
            <p:nvPr/>
          </p:nvSpPr>
          <p:spPr>
            <a:xfrm>
              <a:off x="4878400" y="339257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8"/>
            <p:cNvSpPr/>
            <p:nvPr/>
          </p:nvSpPr>
          <p:spPr>
            <a:xfrm>
              <a:off x="4909725" y="33925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8"/>
            <p:cNvSpPr/>
            <p:nvPr/>
          </p:nvSpPr>
          <p:spPr>
            <a:xfrm>
              <a:off x="4941075" y="33925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8"/>
            <p:cNvSpPr/>
            <p:nvPr/>
          </p:nvSpPr>
          <p:spPr>
            <a:xfrm>
              <a:off x="4972425" y="33925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8"/>
            <p:cNvSpPr/>
            <p:nvPr/>
          </p:nvSpPr>
          <p:spPr>
            <a:xfrm>
              <a:off x="5003775" y="3392575"/>
              <a:ext cx="31775" cy="31375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70" y="1254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8"/>
            <p:cNvSpPr/>
            <p:nvPr/>
          </p:nvSpPr>
          <p:spPr>
            <a:xfrm>
              <a:off x="5035525" y="33925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8"/>
            <p:cNvSpPr/>
            <p:nvPr/>
          </p:nvSpPr>
          <p:spPr>
            <a:xfrm>
              <a:off x="5066875" y="33925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8"/>
            <p:cNvSpPr/>
            <p:nvPr/>
          </p:nvSpPr>
          <p:spPr>
            <a:xfrm>
              <a:off x="5098225" y="33925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8"/>
            <p:cNvSpPr/>
            <p:nvPr/>
          </p:nvSpPr>
          <p:spPr>
            <a:xfrm>
              <a:off x="5129575" y="33925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8"/>
            <p:cNvSpPr/>
            <p:nvPr/>
          </p:nvSpPr>
          <p:spPr>
            <a:xfrm>
              <a:off x="5160925" y="33925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8"/>
            <p:cNvSpPr/>
            <p:nvPr/>
          </p:nvSpPr>
          <p:spPr>
            <a:xfrm>
              <a:off x="4815700" y="34239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8"/>
            <p:cNvSpPr/>
            <p:nvPr/>
          </p:nvSpPr>
          <p:spPr>
            <a:xfrm>
              <a:off x="4847050" y="34239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8"/>
            <p:cNvSpPr/>
            <p:nvPr/>
          </p:nvSpPr>
          <p:spPr>
            <a:xfrm>
              <a:off x="4878400" y="3423925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8"/>
            <p:cNvSpPr/>
            <p:nvPr/>
          </p:nvSpPr>
          <p:spPr>
            <a:xfrm>
              <a:off x="4909725" y="34239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8"/>
            <p:cNvSpPr/>
            <p:nvPr/>
          </p:nvSpPr>
          <p:spPr>
            <a:xfrm>
              <a:off x="4941075" y="34239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8"/>
            <p:cNvSpPr/>
            <p:nvPr/>
          </p:nvSpPr>
          <p:spPr>
            <a:xfrm>
              <a:off x="4972425" y="34239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8"/>
            <p:cNvSpPr/>
            <p:nvPr/>
          </p:nvSpPr>
          <p:spPr>
            <a:xfrm>
              <a:off x="5003775" y="3423925"/>
              <a:ext cx="31775" cy="31375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70" y="1254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8"/>
            <p:cNvSpPr/>
            <p:nvPr/>
          </p:nvSpPr>
          <p:spPr>
            <a:xfrm>
              <a:off x="5035525" y="34239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8"/>
            <p:cNvSpPr/>
            <p:nvPr/>
          </p:nvSpPr>
          <p:spPr>
            <a:xfrm>
              <a:off x="5066875" y="34239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8"/>
            <p:cNvSpPr/>
            <p:nvPr/>
          </p:nvSpPr>
          <p:spPr>
            <a:xfrm>
              <a:off x="5098225" y="34239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8"/>
            <p:cNvSpPr/>
            <p:nvPr/>
          </p:nvSpPr>
          <p:spPr>
            <a:xfrm>
              <a:off x="5129575" y="34239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8"/>
            <p:cNvSpPr/>
            <p:nvPr/>
          </p:nvSpPr>
          <p:spPr>
            <a:xfrm>
              <a:off x="5160925" y="34239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0"/>
                  </a:moveTo>
                  <a:lnTo>
                    <a:pt x="0" y="1254"/>
                  </a:lnTo>
                  <a:lnTo>
                    <a:pt x="1254" y="1254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8"/>
            <p:cNvSpPr/>
            <p:nvPr/>
          </p:nvSpPr>
          <p:spPr>
            <a:xfrm>
              <a:off x="4815700" y="3455275"/>
              <a:ext cx="31375" cy="31750"/>
            </a:xfrm>
            <a:custGeom>
              <a:avLst/>
              <a:gdLst/>
              <a:ahLst/>
              <a:cxnLst/>
              <a:rect l="l" t="t" r="r" b="b"/>
              <a:pathLst>
                <a:path w="1255" h="1270" extrusionOk="0">
                  <a:moveTo>
                    <a:pt x="0" y="0"/>
                  </a:moveTo>
                  <a:lnTo>
                    <a:pt x="0" y="1270"/>
                  </a:lnTo>
                  <a:lnTo>
                    <a:pt x="1254" y="1270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8"/>
            <p:cNvSpPr/>
            <p:nvPr/>
          </p:nvSpPr>
          <p:spPr>
            <a:xfrm>
              <a:off x="4847050" y="3455275"/>
              <a:ext cx="31375" cy="31750"/>
            </a:xfrm>
            <a:custGeom>
              <a:avLst/>
              <a:gdLst/>
              <a:ahLst/>
              <a:cxnLst/>
              <a:rect l="l" t="t" r="r" b="b"/>
              <a:pathLst>
                <a:path w="1255" h="1270" extrusionOk="0">
                  <a:moveTo>
                    <a:pt x="0" y="0"/>
                  </a:moveTo>
                  <a:lnTo>
                    <a:pt x="0" y="1270"/>
                  </a:lnTo>
                  <a:lnTo>
                    <a:pt x="1254" y="1270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8"/>
            <p:cNvSpPr/>
            <p:nvPr/>
          </p:nvSpPr>
          <p:spPr>
            <a:xfrm>
              <a:off x="4878400" y="3455275"/>
              <a:ext cx="31350" cy="31750"/>
            </a:xfrm>
            <a:custGeom>
              <a:avLst/>
              <a:gdLst/>
              <a:ahLst/>
              <a:cxnLst/>
              <a:rect l="l" t="t" r="r" b="b"/>
              <a:pathLst>
                <a:path w="1254" h="1270" extrusionOk="0">
                  <a:moveTo>
                    <a:pt x="0" y="0"/>
                  </a:moveTo>
                  <a:lnTo>
                    <a:pt x="0" y="1270"/>
                  </a:lnTo>
                  <a:lnTo>
                    <a:pt x="1254" y="1270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8"/>
            <p:cNvSpPr/>
            <p:nvPr/>
          </p:nvSpPr>
          <p:spPr>
            <a:xfrm>
              <a:off x="4909725" y="3455275"/>
              <a:ext cx="31375" cy="31750"/>
            </a:xfrm>
            <a:custGeom>
              <a:avLst/>
              <a:gdLst/>
              <a:ahLst/>
              <a:cxnLst/>
              <a:rect l="l" t="t" r="r" b="b"/>
              <a:pathLst>
                <a:path w="1255" h="1270" extrusionOk="0">
                  <a:moveTo>
                    <a:pt x="1" y="0"/>
                  </a:moveTo>
                  <a:lnTo>
                    <a:pt x="1" y="1270"/>
                  </a:lnTo>
                  <a:lnTo>
                    <a:pt x="1255" y="1270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8"/>
            <p:cNvSpPr/>
            <p:nvPr/>
          </p:nvSpPr>
          <p:spPr>
            <a:xfrm>
              <a:off x="4941075" y="3455275"/>
              <a:ext cx="31375" cy="31750"/>
            </a:xfrm>
            <a:custGeom>
              <a:avLst/>
              <a:gdLst/>
              <a:ahLst/>
              <a:cxnLst/>
              <a:rect l="l" t="t" r="r" b="b"/>
              <a:pathLst>
                <a:path w="1255" h="1270" extrusionOk="0">
                  <a:moveTo>
                    <a:pt x="1" y="0"/>
                  </a:moveTo>
                  <a:lnTo>
                    <a:pt x="1" y="1270"/>
                  </a:lnTo>
                  <a:lnTo>
                    <a:pt x="1255" y="1270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8"/>
            <p:cNvSpPr/>
            <p:nvPr/>
          </p:nvSpPr>
          <p:spPr>
            <a:xfrm>
              <a:off x="4972425" y="3455275"/>
              <a:ext cx="31375" cy="31750"/>
            </a:xfrm>
            <a:custGeom>
              <a:avLst/>
              <a:gdLst/>
              <a:ahLst/>
              <a:cxnLst/>
              <a:rect l="l" t="t" r="r" b="b"/>
              <a:pathLst>
                <a:path w="1255" h="1270" extrusionOk="0">
                  <a:moveTo>
                    <a:pt x="1" y="0"/>
                  </a:moveTo>
                  <a:lnTo>
                    <a:pt x="1" y="1270"/>
                  </a:lnTo>
                  <a:lnTo>
                    <a:pt x="1255" y="1270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8"/>
            <p:cNvSpPr/>
            <p:nvPr/>
          </p:nvSpPr>
          <p:spPr>
            <a:xfrm>
              <a:off x="5003775" y="3455275"/>
              <a:ext cx="31775" cy="31750"/>
            </a:xfrm>
            <a:custGeom>
              <a:avLst/>
              <a:gdLst/>
              <a:ahLst/>
              <a:cxnLst/>
              <a:rect l="l" t="t" r="r" b="b"/>
              <a:pathLst>
                <a:path w="1271" h="1270" extrusionOk="0">
                  <a:moveTo>
                    <a:pt x="1" y="0"/>
                  </a:moveTo>
                  <a:lnTo>
                    <a:pt x="1" y="1270"/>
                  </a:lnTo>
                  <a:lnTo>
                    <a:pt x="1270" y="1270"/>
                  </a:lnTo>
                  <a:lnTo>
                    <a:pt x="1270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8"/>
            <p:cNvSpPr/>
            <p:nvPr/>
          </p:nvSpPr>
          <p:spPr>
            <a:xfrm>
              <a:off x="5035525" y="3455275"/>
              <a:ext cx="31375" cy="31750"/>
            </a:xfrm>
            <a:custGeom>
              <a:avLst/>
              <a:gdLst/>
              <a:ahLst/>
              <a:cxnLst/>
              <a:rect l="l" t="t" r="r" b="b"/>
              <a:pathLst>
                <a:path w="1255" h="1270" extrusionOk="0">
                  <a:moveTo>
                    <a:pt x="0" y="0"/>
                  </a:moveTo>
                  <a:lnTo>
                    <a:pt x="0" y="1270"/>
                  </a:lnTo>
                  <a:lnTo>
                    <a:pt x="1254" y="1270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8"/>
            <p:cNvSpPr/>
            <p:nvPr/>
          </p:nvSpPr>
          <p:spPr>
            <a:xfrm>
              <a:off x="5066875" y="3455275"/>
              <a:ext cx="31375" cy="31750"/>
            </a:xfrm>
            <a:custGeom>
              <a:avLst/>
              <a:gdLst/>
              <a:ahLst/>
              <a:cxnLst/>
              <a:rect l="l" t="t" r="r" b="b"/>
              <a:pathLst>
                <a:path w="1255" h="1270" extrusionOk="0">
                  <a:moveTo>
                    <a:pt x="0" y="0"/>
                  </a:moveTo>
                  <a:lnTo>
                    <a:pt x="0" y="1270"/>
                  </a:lnTo>
                  <a:lnTo>
                    <a:pt x="1254" y="1270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8"/>
            <p:cNvSpPr/>
            <p:nvPr/>
          </p:nvSpPr>
          <p:spPr>
            <a:xfrm>
              <a:off x="5098225" y="3455275"/>
              <a:ext cx="31375" cy="31750"/>
            </a:xfrm>
            <a:custGeom>
              <a:avLst/>
              <a:gdLst/>
              <a:ahLst/>
              <a:cxnLst/>
              <a:rect l="l" t="t" r="r" b="b"/>
              <a:pathLst>
                <a:path w="1255" h="1270" extrusionOk="0">
                  <a:moveTo>
                    <a:pt x="0" y="0"/>
                  </a:moveTo>
                  <a:lnTo>
                    <a:pt x="0" y="1270"/>
                  </a:lnTo>
                  <a:lnTo>
                    <a:pt x="1254" y="1270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8"/>
            <p:cNvSpPr/>
            <p:nvPr/>
          </p:nvSpPr>
          <p:spPr>
            <a:xfrm>
              <a:off x="5129575" y="3455275"/>
              <a:ext cx="31375" cy="31750"/>
            </a:xfrm>
            <a:custGeom>
              <a:avLst/>
              <a:gdLst/>
              <a:ahLst/>
              <a:cxnLst/>
              <a:rect l="l" t="t" r="r" b="b"/>
              <a:pathLst>
                <a:path w="1255" h="1270" extrusionOk="0">
                  <a:moveTo>
                    <a:pt x="0" y="0"/>
                  </a:moveTo>
                  <a:lnTo>
                    <a:pt x="0" y="1270"/>
                  </a:lnTo>
                  <a:lnTo>
                    <a:pt x="1254" y="1270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8"/>
            <p:cNvSpPr/>
            <p:nvPr/>
          </p:nvSpPr>
          <p:spPr>
            <a:xfrm>
              <a:off x="5160925" y="3455275"/>
              <a:ext cx="31375" cy="31750"/>
            </a:xfrm>
            <a:custGeom>
              <a:avLst/>
              <a:gdLst/>
              <a:ahLst/>
              <a:cxnLst/>
              <a:rect l="l" t="t" r="r" b="b"/>
              <a:pathLst>
                <a:path w="1255" h="1270" extrusionOk="0">
                  <a:moveTo>
                    <a:pt x="0" y="0"/>
                  </a:moveTo>
                  <a:lnTo>
                    <a:pt x="0" y="1270"/>
                  </a:lnTo>
                  <a:lnTo>
                    <a:pt x="1254" y="1270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8"/>
            <p:cNvSpPr/>
            <p:nvPr/>
          </p:nvSpPr>
          <p:spPr>
            <a:xfrm>
              <a:off x="4815700" y="34870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8"/>
            <p:cNvSpPr/>
            <p:nvPr/>
          </p:nvSpPr>
          <p:spPr>
            <a:xfrm>
              <a:off x="4847050" y="34870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8"/>
            <p:cNvSpPr/>
            <p:nvPr/>
          </p:nvSpPr>
          <p:spPr>
            <a:xfrm>
              <a:off x="4878400" y="3487000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8"/>
            <p:cNvSpPr/>
            <p:nvPr/>
          </p:nvSpPr>
          <p:spPr>
            <a:xfrm>
              <a:off x="4909725" y="34870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8"/>
            <p:cNvSpPr/>
            <p:nvPr/>
          </p:nvSpPr>
          <p:spPr>
            <a:xfrm>
              <a:off x="4941075" y="34870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8"/>
            <p:cNvSpPr/>
            <p:nvPr/>
          </p:nvSpPr>
          <p:spPr>
            <a:xfrm>
              <a:off x="4972425" y="34870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8"/>
            <p:cNvSpPr/>
            <p:nvPr/>
          </p:nvSpPr>
          <p:spPr>
            <a:xfrm>
              <a:off x="5003775" y="3487000"/>
              <a:ext cx="31775" cy="31375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70" y="1255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8"/>
            <p:cNvSpPr/>
            <p:nvPr/>
          </p:nvSpPr>
          <p:spPr>
            <a:xfrm>
              <a:off x="5035525" y="34870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8"/>
            <p:cNvSpPr/>
            <p:nvPr/>
          </p:nvSpPr>
          <p:spPr>
            <a:xfrm>
              <a:off x="5066875" y="34870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8"/>
            <p:cNvSpPr/>
            <p:nvPr/>
          </p:nvSpPr>
          <p:spPr>
            <a:xfrm>
              <a:off x="5098225" y="34870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8"/>
            <p:cNvSpPr/>
            <p:nvPr/>
          </p:nvSpPr>
          <p:spPr>
            <a:xfrm>
              <a:off x="5129575" y="34870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8"/>
            <p:cNvSpPr/>
            <p:nvPr/>
          </p:nvSpPr>
          <p:spPr>
            <a:xfrm>
              <a:off x="5160925" y="348700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8"/>
            <p:cNvSpPr/>
            <p:nvPr/>
          </p:nvSpPr>
          <p:spPr>
            <a:xfrm>
              <a:off x="4815700" y="35183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8"/>
            <p:cNvSpPr/>
            <p:nvPr/>
          </p:nvSpPr>
          <p:spPr>
            <a:xfrm>
              <a:off x="4847050" y="35183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8"/>
            <p:cNvSpPr/>
            <p:nvPr/>
          </p:nvSpPr>
          <p:spPr>
            <a:xfrm>
              <a:off x="4878400" y="3518350"/>
              <a:ext cx="31350" cy="31375"/>
            </a:xfrm>
            <a:custGeom>
              <a:avLst/>
              <a:gdLst/>
              <a:ahLst/>
              <a:cxnLst/>
              <a:rect l="l" t="t" r="r" b="b"/>
              <a:pathLst>
                <a:path w="1254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8"/>
            <p:cNvSpPr/>
            <p:nvPr/>
          </p:nvSpPr>
          <p:spPr>
            <a:xfrm>
              <a:off x="4909725" y="35183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8"/>
            <p:cNvSpPr/>
            <p:nvPr/>
          </p:nvSpPr>
          <p:spPr>
            <a:xfrm>
              <a:off x="4941075" y="35183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8"/>
            <p:cNvSpPr/>
            <p:nvPr/>
          </p:nvSpPr>
          <p:spPr>
            <a:xfrm>
              <a:off x="4972425" y="35183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8"/>
            <p:cNvSpPr/>
            <p:nvPr/>
          </p:nvSpPr>
          <p:spPr>
            <a:xfrm>
              <a:off x="5003775" y="3518350"/>
              <a:ext cx="31775" cy="31375"/>
            </a:xfrm>
            <a:custGeom>
              <a:avLst/>
              <a:gdLst/>
              <a:ahLst/>
              <a:cxnLst/>
              <a:rect l="l" t="t" r="r" b="b"/>
              <a:pathLst>
                <a:path w="1271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70" y="1255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8"/>
            <p:cNvSpPr/>
            <p:nvPr/>
          </p:nvSpPr>
          <p:spPr>
            <a:xfrm>
              <a:off x="5035525" y="35183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8"/>
            <p:cNvSpPr/>
            <p:nvPr/>
          </p:nvSpPr>
          <p:spPr>
            <a:xfrm>
              <a:off x="5066875" y="35183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8"/>
            <p:cNvSpPr/>
            <p:nvPr/>
          </p:nvSpPr>
          <p:spPr>
            <a:xfrm>
              <a:off x="5098225" y="35183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8"/>
            <p:cNvSpPr/>
            <p:nvPr/>
          </p:nvSpPr>
          <p:spPr>
            <a:xfrm>
              <a:off x="5129575" y="35183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8"/>
            <p:cNvSpPr/>
            <p:nvPr/>
          </p:nvSpPr>
          <p:spPr>
            <a:xfrm>
              <a:off x="5160925" y="3518350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71" name="Google Shape;3671;p8"/>
          <p:cNvGrpSpPr/>
          <p:nvPr/>
        </p:nvGrpSpPr>
        <p:grpSpPr>
          <a:xfrm rot="5400000">
            <a:off x="947028" y="4273455"/>
            <a:ext cx="282947" cy="377063"/>
            <a:chOff x="3324675" y="3184100"/>
            <a:chExt cx="212025" cy="282550"/>
          </a:xfrm>
        </p:grpSpPr>
        <p:sp>
          <p:nvSpPr>
            <p:cNvPr id="3672" name="Google Shape;3672;p8"/>
            <p:cNvSpPr/>
            <p:nvPr/>
          </p:nvSpPr>
          <p:spPr>
            <a:xfrm>
              <a:off x="3359950" y="3184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8"/>
            <p:cNvSpPr/>
            <p:nvPr/>
          </p:nvSpPr>
          <p:spPr>
            <a:xfrm>
              <a:off x="3395200" y="3184100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8"/>
            <p:cNvSpPr/>
            <p:nvPr/>
          </p:nvSpPr>
          <p:spPr>
            <a:xfrm>
              <a:off x="3430875" y="3184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8"/>
            <p:cNvSpPr/>
            <p:nvPr/>
          </p:nvSpPr>
          <p:spPr>
            <a:xfrm>
              <a:off x="3466125" y="3184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8"/>
            <p:cNvSpPr/>
            <p:nvPr/>
          </p:nvSpPr>
          <p:spPr>
            <a:xfrm>
              <a:off x="3324675" y="3219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8"/>
            <p:cNvSpPr/>
            <p:nvPr/>
          </p:nvSpPr>
          <p:spPr>
            <a:xfrm>
              <a:off x="3359950" y="3219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8"/>
            <p:cNvSpPr/>
            <p:nvPr/>
          </p:nvSpPr>
          <p:spPr>
            <a:xfrm>
              <a:off x="3395200" y="3219375"/>
              <a:ext cx="35700" cy="35275"/>
            </a:xfrm>
            <a:custGeom>
              <a:avLst/>
              <a:gdLst/>
              <a:ahLst/>
              <a:cxnLst/>
              <a:rect l="l" t="t" r="r" b="b"/>
              <a:pathLst>
                <a:path w="1428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8"/>
            <p:cNvSpPr/>
            <p:nvPr/>
          </p:nvSpPr>
          <p:spPr>
            <a:xfrm>
              <a:off x="3430875" y="3219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8"/>
            <p:cNvSpPr/>
            <p:nvPr/>
          </p:nvSpPr>
          <p:spPr>
            <a:xfrm>
              <a:off x="3466125" y="3219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8"/>
            <p:cNvSpPr/>
            <p:nvPr/>
          </p:nvSpPr>
          <p:spPr>
            <a:xfrm>
              <a:off x="3324675" y="32546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8"/>
            <p:cNvSpPr/>
            <p:nvPr/>
          </p:nvSpPr>
          <p:spPr>
            <a:xfrm>
              <a:off x="3359950" y="3254625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8"/>
            <p:cNvSpPr/>
            <p:nvPr/>
          </p:nvSpPr>
          <p:spPr>
            <a:xfrm>
              <a:off x="3395200" y="3254625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1"/>
                  </a:moveTo>
                  <a:lnTo>
                    <a:pt x="1" y="1412"/>
                  </a:lnTo>
                  <a:lnTo>
                    <a:pt x="1427" y="1412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8"/>
            <p:cNvSpPr/>
            <p:nvPr/>
          </p:nvSpPr>
          <p:spPr>
            <a:xfrm>
              <a:off x="3430875" y="3254625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8"/>
            <p:cNvSpPr/>
            <p:nvPr/>
          </p:nvSpPr>
          <p:spPr>
            <a:xfrm>
              <a:off x="3466125" y="32546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8"/>
            <p:cNvSpPr/>
            <p:nvPr/>
          </p:nvSpPr>
          <p:spPr>
            <a:xfrm>
              <a:off x="3324675" y="32899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8"/>
            <p:cNvSpPr/>
            <p:nvPr/>
          </p:nvSpPr>
          <p:spPr>
            <a:xfrm>
              <a:off x="3359950" y="32899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8"/>
            <p:cNvSpPr/>
            <p:nvPr/>
          </p:nvSpPr>
          <p:spPr>
            <a:xfrm>
              <a:off x="3395200" y="3289900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8"/>
            <p:cNvSpPr/>
            <p:nvPr/>
          </p:nvSpPr>
          <p:spPr>
            <a:xfrm>
              <a:off x="3430875" y="32899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8"/>
            <p:cNvSpPr/>
            <p:nvPr/>
          </p:nvSpPr>
          <p:spPr>
            <a:xfrm>
              <a:off x="3466125" y="32899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8"/>
            <p:cNvSpPr/>
            <p:nvPr/>
          </p:nvSpPr>
          <p:spPr>
            <a:xfrm>
              <a:off x="3324675" y="33251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8"/>
            <p:cNvSpPr/>
            <p:nvPr/>
          </p:nvSpPr>
          <p:spPr>
            <a:xfrm>
              <a:off x="3359950" y="33251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8"/>
            <p:cNvSpPr/>
            <p:nvPr/>
          </p:nvSpPr>
          <p:spPr>
            <a:xfrm>
              <a:off x="3395200" y="3325175"/>
              <a:ext cx="35700" cy="35275"/>
            </a:xfrm>
            <a:custGeom>
              <a:avLst/>
              <a:gdLst/>
              <a:ahLst/>
              <a:cxnLst/>
              <a:rect l="l" t="t" r="r" b="b"/>
              <a:pathLst>
                <a:path w="1428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8"/>
            <p:cNvSpPr/>
            <p:nvPr/>
          </p:nvSpPr>
          <p:spPr>
            <a:xfrm>
              <a:off x="3430875" y="33251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8"/>
            <p:cNvSpPr/>
            <p:nvPr/>
          </p:nvSpPr>
          <p:spPr>
            <a:xfrm>
              <a:off x="3466125" y="33251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8"/>
            <p:cNvSpPr/>
            <p:nvPr/>
          </p:nvSpPr>
          <p:spPr>
            <a:xfrm>
              <a:off x="3324675" y="33604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8"/>
            <p:cNvSpPr/>
            <p:nvPr/>
          </p:nvSpPr>
          <p:spPr>
            <a:xfrm>
              <a:off x="3359950" y="3360425"/>
              <a:ext cx="35275" cy="35700"/>
            </a:xfrm>
            <a:custGeom>
              <a:avLst/>
              <a:gdLst/>
              <a:ahLst/>
              <a:cxnLst/>
              <a:rect l="l" t="t" r="r" b="b"/>
              <a:pathLst>
                <a:path w="1411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8"/>
            <p:cNvSpPr/>
            <p:nvPr/>
          </p:nvSpPr>
          <p:spPr>
            <a:xfrm>
              <a:off x="3395200" y="3360425"/>
              <a:ext cx="35700" cy="35700"/>
            </a:xfrm>
            <a:custGeom>
              <a:avLst/>
              <a:gdLst/>
              <a:ahLst/>
              <a:cxnLst/>
              <a:rect l="l" t="t" r="r" b="b"/>
              <a:pathLst>
                <a:path w="1428" h="1428" extrusionOk="0">
                  <a:moveTo>
                    <a:pt x="1" y="1"/>
                  </a:moveTo>
                  <a:lnTo>
                    <a:pt x="1" y="1427"/>
                  </a:lnTo>
                  <a:lnTo>
                    <a:pt x="1427" y="1427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8"/>
            <p:cNvSpPr/>
            <p:nvPr/>
          </p:nvSpPr>
          <p:spPr>
            <a:xfrm>
              <a:off x="3430875" y="3360425"/>
              <a:ext cx="35275" cy="35700"/>
            </a:xfrm>
            <a:custGeom>
              <a:avLst/>
              <a:gdLst/>
              <a:ahLst/>
              <a:cxnLst/>
              <a:rect l="l" t="t" r="r" b="b"/>
              <a:pathLst>
                <a:path w="1411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B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8"/>
            <p:cNvSpPr/>
            <p:nvPr/>
          </p:nvSpPr>
          <p:spPr>
            <a:xfrm>
              <a:off x="3466125" y="33604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1" y="1"/>
                  </a:moveTo>
                  <a:lnTo>
                    <a:pt x="1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8"/>
            <p:cNvSpPr/>
            <p:nvPr/>
          </p:nvSpPr>
          <p:spPr>
            <a:xfrm>
              <a:off x="3324675" y="3396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8"/>
            <p:cNvSpPr/>
            <p:nvPr/>
          </p:nvSpPr>
          <p:spPr>
            <a:xfrm>
              <a:off x="3359950" y="3396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8"/>
            <p:cNvSpPr/>
            <p:nvPr/>
          </p:nvSpPr>
          <p:spPr>
            <a:xfrm>
              <a:off x="3395200" y="3396100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8"/>
            <p:cNvSpPr/>
            <p:nvPr/>
          </p:nvSpPr>
          <p:spPr>
            <a:xfrm>
              <a:off x="3430875" y="3396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8"/>
            <p:cNvSpPr/>
            <p:nvPr/>
          </p:nvSpPr>
          <p:spPr>
            <a:xfrm>
              <a:off x="3466125" y="3396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8"/>
            <p:cNvSpPr/>
            <p:nvPr/>
          </p:nvSpPr>
          <p:spPr>
            <a:xfrm>
              <a:off x="3359950" y="3431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8"/>
            <p:cNvSpPr/>
            <p:nvPr/>
          </p:nvSpPr>
          <p:spPr>
            <a:xfrm>
              <a:off x="3395200" y="3431375"/>
              <a:ext cx="35700" cy="35275"/>
            </a:xfrm>
            <a:custGeom>
              <a:avLst/>
              <a:gdLst/>
              <a:ahLst/>
              <a:cxnLst/>
              <a:rect l="l" t="t" r="r" b="b"/>
              <a:pathLst>
                <a:path w="1428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8"/>
            <p:cNvSpPr/>
            <p:nvPr/>
          </p:nvSpPr>
          <p:spPr>
            <a:xfrm>
              <a:off x="3430875" y="3431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8"/>
            <p:cNvSpPr/>
            <p:nvPr/>
          </p:nvSpPr>
          <p:spPr>
            <a:xfrm>
              <a:off x="3466125" y="3431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8"/>
            <p:cNvSpPr/>
            <p:nvPr/>
          </p:nvSpPr>
          <p:spPr>
            <a:xfrm>
              <a:off x="3501400" y="3219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8"/>
            <p:cNvSpPr/>
            <p:nvPr/>
          </p:nvSpPr>
          <p:spPr>
            <a:xfrm>
              <a:off x="3501400" y="32546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8"/>
            <p:cNvSpPr/>
            <p:nvPr/>
          </p:nvSpPr>
          <p:spPr>
            <a:xfrm>
              <a:off x="3501400" y="32899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8"/>
            <p:cNvSpPr/>
            <p:nvPr/>
          </p:nvSpPr>
          <p:spPr>
            <a:xfrm>
              <a:off x="3501400" y="33251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8"/>
            <p:cNvSpPr/>
            <p:nvPr/>
          </p:nvSpPr>
          <p:spPr>
            <a:xfrm>
              <a:off x="3501400" y="33604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B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8"/>
            <p:cNvSpPr/>
            <p:nvPr/>
          </p:nvSpPr>
          <p:spPr>
            <a:xfrm>
              <a:off x="3501400" y="3396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B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16" name="Google Shape;3716;p8"/>
          <p:cNvGrpSpPr/>
          <p:nvPr/>
        </p:nvGrpSpPr>
        <p:grpSpPr>
          <a:xfrm rot="-2700000">
            <a:off x="1368903" y="4181590"/>
            <a:ext cx="282937" cy="377049"/>
            <a:chOff x="3324675" y="3184100"/>
            <a:chExt cx="212025" cy="282550"/>
          </a:xfrm>
        </p:grpSpPr>
        <p:sp>
          <p:nvSpPr>
            <p:cNvPr id="3717" name="Google Shape;3717;p8"/>
            <p:cNvSpPr/>
            <p:nvPr/>
          </p:nvSpPr>
          <p:spPr>
            <a:xfrm>
              <a:off x="3359950" y="3184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8"/>
            <p:cNvSpPr/>
            <p:nvPr/>
          </p:nvSpPr>
          <p:spPr>
            <a:xfrm>
              <a:off x="3395200" y="3184100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8"/>
            <p:cNvSpPr/>
            <p:nvPr/>
          </p:nvSpPr>
          <p:spPr>
            <a:xfrm>
              <a:off x="3430875" y="3184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8"/>
            <p:cNvSpPr/>
            <p:nvPr/>
          </p:nvSpPr>
          <p:spPr>
            <a:xfrm>
              <a:off x="3466125" y="3184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8"/>
            <p:cNvSpPr/>
            <p:nvPr/>
          </p:nvSpPr>
          <p:spPr>
            <a:xfrm>
              <a:off x="3324675" y="3219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8"/>
            <p:cNvSpPr/>
            <p:nvPr/>
          </p:nvSpPr>
          <p:spPr>
            <a:xfrm>
              <a:off x="3359950" y="3219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8"/>
            <p:cNvSpPr/>
            <p:nvPr/>
          </p:nvSpPr>
          <p:spPr>
            <a:xfrm>
              <a:off x="3395200" y="3219375"/>
              <a:ext cx="35700" cy="35275"/>
            </a:xfrm>
            <a:custGeom>
              <a:avLst/>
              <a:gdLst/>
              <a:ahLst/>
              <a:cxnLst/>
              <a:rect l="l" t="t" r="r" b="b"/>
              <a:pathLst>
                <a:path w="1428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8"/>
            <p:cNvSpPr/>
            <p:nvPr/>
          </p:nvSpPr>
          <p:spPr>
            <a:xfrm>
              <a:off x="3430875" y="3219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8"/>
            <p:cNvSpPr/>
            <p:nvPr/>
          </p:nvSpPr>
          <p:spPr>
            <a:xfrm>
              <a:off x="3466125" y="3219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8"/>
            <p:cNvSpPr/>
            <p:nvPr/>
          </p:nvSpPr>
          <p:spPr>
            <a:xfrm>
              <a:off x="3324675" y="32546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8"/>
            <p:cNvSpPr/>
            <p:nvPr/>
          </p:nvSpPr>
          <p:spPr>
            <a:xfrm>
              <a:off x="3359950" y="3254625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8"/>
            <p:cNvSpPr/>
            <p:nvPr/>
          </p:nvSpPr>
          <p:spPr>
            <a:xfrm>
              <a:off x="3395200" y="3254625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1"/>
                  </a:moveTo>
                  <a:lnTo>
                    <a:pt x="1" y="1412"/>
                  </a:lnTo>
                  <a:lnTo>
                    <a:pt x="1427" y="1412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8"/>
            <p:cNvSpPr/>
            <p:nvPr/>
          </p:nvSpPr>
          <p:spPr>
            <a:xfrm>
              <a:off x="3430875" y="3254625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8"/>
            <p:cNvSpPr/>
            <p:nvPr/>
          </p:nvSpPr>
          <p:spPr>
            <a:xfrm>
              <a:off x="3466125" y="32546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8"/>
            <p:cNvSpPr/>
            <p:nvPr/>
          </p:nvSpPr>
          <p:spPr>
            <a:xfrm>
              <a:off x="3324675" y="32899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8"/>
            <p:cNvSpPr/>
            <p:nvPr/>
          </p:nvSpPr>
          <p:spPr>
            <a:xfrm>
              <a:off x="3359950" y="32899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8"/>
            <p:cNvSpPr/>
            <p:nvPr/>
          </p:nvSpPr>
          <p:spPr>
            <a:xfrm>
              <a:off x="3395200" y="3289900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8"/>
            <p:cNvSpPr/>
            <p:nvPr/>
          </p:nvSpPr>
          <p:spPr>
            <a:xfrm>
              <a:off x="3430875" y="32899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8"/>
            <p:cNvSpPr/>
            <p:nvPr/>
          </p:nvSpPr>
          <p:spPr>
            <a:xfrm>
              <a:off x="3466125" y="32899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8"/>
            <p:cNvSpPr/>
            <p:nvPr/>
          </p:nvSpPr>
          <p:spPr>
            <a:xfrm>
              <a:off x="3324675" y="33251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8"/>
            <p:cNvSpPr/>
            <p:nvPr/>
          </p:nvSpPr>
          <p:spPr>
            <a:xfrm>
              <a:off x="3359950" y="33251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8"/>
            <p:cNvSpPr/>
            <p:nvPr/>
          </p:nvSpPr>
          <p:spPr>
            <a:xfrm>
              <a:off x="3395200" y="3325175"/>
              <a:ext cx="35700" cy="35275"/>
            </a:xfrm>
            <a:custGeom>
              <a:avLst/>
              <a:gdLst/>
              <a:ahLst/>
              <a:cxnLst/>
              <a:rect l="l" t="t" r="r" b="b"/>
              <a:pathLst>
                <a:path w="1428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8"/>
            <p:cNvSpPr/>
            <p:nvPr/>
          </p:nvSpPr>
          <p:spPr>
            <a:xfrm>
              <a:off x="3430875" y="33251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8"/>
            <p:cNvSpPr/>
            <p:nvPr/>
          </p:nvSpPr>
          <p:spPr>
            <a:xfrm>
              <a:off x="3466125" y="33251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8"/>
            <p:cNvSpPr/>
            <p:nvPr/>
          </p:nvSpPr>
          <p:spPr>
            <a:xfrm>
              <a:off x="3324675" y="33604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8"/>
            <p:cNvSpPr/>
            <p:nvPr/>
          </p:nvSpPr>
          <p:spPr>
            <a:xfrm>
              <a:off x="3359950" y="3360425"/>
              <a:ext cx="35275" cy="35700"/>
            </a:xfrm>
            <a:custGeom>
              <a:avLst/>
              <a:gdLst/>
              <a:ahLst/>
              <a:cxnLst/>
              <a:rect l="l" t="t" r="r" b="b"/>
              <a:pathLst>
                <a:path w="1411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8"/>
            <p:cNvSpPr/>
            <p:nvPr/>
          </p:nvSpPr>
          <p:spPr>
            <a:xfrm>
              <a:off x="3395200" y="3360425"/>
              <a:ext cx="35700" cy="35700"/>
            </a:xfrm>
            <a:custGeom>
              <a:avLst/>
              <a:gdLst/>
              <a:ahLst/>
              <a:cxnLst/>
              <a:rect l="l" t="t" r="r" b="b"/>
              <a:pathLst>
                <a:path w="1428" h="1428" extrusionOk="0">
                  <a:moveTo>
                    <a:pt x="1" y="1"/>
                  </a:moveTo>
                  <a:lnTo>
                    <a:pt x="1" y="1427"/>
                  </a:lnTo>
                  <a:lnTo>
                    <a:pt x="1427" y="1427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8"/>
            <p:cNvSpPr/>
            <p:nvPr/>
          </p:nvSpPr>
          <p:spPr>
            <a:xfrm>
              <a:off x="3430875" y="3360425"/>
              <a:ext cx="35275" cy="35700"/>
            </a:xfrm>
            <a:custGeom>
              <a:avLst/>
              <a:gdLst/>
              <a:ahLst/>
              <a:cxnLst/>
              <a:rect l="l" t="t" r="r" b="b"/>
              <a:pathLst>
                <a:path w="1411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B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8"/>
            <p:cNvSpPr/>
            <p:nvPr/>
          </p:nvSpPr>
          <p:spPr>
            <a:xfrm>
              <a:off x="3466125" y="33604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1" y="1"/>
                  </a:moveTo>
                  <a:lnTo>
                    <a:pt x="1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8"/>
            <p:cNvSpPr/>
            <p:nvPr/>
          </p:nvSpPr>
          <p:spPr>
            <a:xfrm>
              <a:off x="3324675" y="3396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8"/>
            <p:cNvSpPr/>
            <p:nvPr/>
          </p:nvSpPr>
          <p:spPr>
            <a:xfrm>
              <a:off x="3359950" y="3396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8"/>
            <p:cNvSpPr/>
            <p:nvPr/>
          </p:nvSpPr>
          <p:spPr>
            <a:xfrm>
              <a:off x="3395200" y="3396100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8"/>
            <p:cNvSpPr/>
            <p:nvPr/>
          </p:nvSpPr>
          <p:spPr>
            <a:xfrm>
              <a:off x="3430875" y="3396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8"/>
            <p:cNvSpPr/>
            <p:nvPr/>
          </p:nvSpPr>
          <p:spPr>
            <a:xfrm>
              <a:off x="3466125" y="3396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8"/>
            <p:cNvSpPr/>
            <p:nvPr/>
          </p:nvSpPr>
          <p:spPr>
            <a:xfrm>
              <a:off x="3359950" y="3431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8"/>
            <p:cNvSpPr/>
            <p:nvPr/>
          </p:nvSpPr>
          <p:spPr>
            <a:xfrm>
              <a:off x="3395200" y="3431375"/>
              <a:ext cx="35700" cy="35275"/>
            </a:xfrm>
            <a:custGeom>
              <a:avLst/>
              <a:gdLst/>
              <a:ahLst/>
              <a:cxnLst/>
              <a:rect l="l" t="t" r="r" b="b"/>
              <a:pathLst>
                <a:path w="1428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8"/>
            <p:cNvSpPr/>
            <p:nvPr/>
          </p:nvSpPr>
          <p:spPr>
            <a:xfrm>
              <a:off x="3430875" y="3431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8"/>
            <p:cNvSpPr/>
            <p:nvPr/>
          </p:nvSpPr>
          <p:spPr>
            <a:xfrm>
              <a:off x="3466125" y="3431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8"/>
            <p:cNvSpPr/>
            <p:nvPr/>
          </p:nvSpPr>
          <p:spPr>
            <a:xfrm>
              <a:off x="3501400" y="3219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8"/>
            <p:cNvSpPr/>
            <p:nvPr/>
          </p:nvSpPr>
          <p:spPr>
            <a:xfrm>
              <a:off x="3501400" y="32546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8"/>
            <p:cNvSpPr/>
            <p:nvPr/>
          </p:nvSpPr>
          <p:spPr>
            <a:xfrm>
              <a:off x="3501400" y="32899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8"/>
            <p:cNvSpPr/>
            <p:nvPr/>
          </p:nvSpPr>
          <p:spPr>
            <a:xfrm>
              <a:off x="3501400" y="33251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8"/>
            <p:cNvSpPr/>
            <p:nvPr/>
          </p:nvSpPr>
          <p:spPr>
            <a:xfrm>
              <a:off x="3501400" y="33604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B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8"/>
            <p:cNvSpPr/>
            <p:nvPr/>
          </p:nvSpPr>
          <p:spPr>
            <a:xfrm>
              <a:off x="3501400" y="3396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B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1" name="Google Shape;3761;p8"/>
          <p:cNvGrpSpPr/>
          <p:nvPr/>
        </p:nvGrpSpPr>
        <p:grpSpPr>
          <a:xfrm rot="2700000" flipH="1">
            <a:off x="7069753" y="4181590"/>
            <a:ext cx="282937" cy="377049"/>
            <a:chOff x="3324675" y="3184100"/>
            <a:chExt cx="212025" cy="282550"/>
          </a:xfrm>
        </p:grpSpPr>
        <p:sp>
          <p:nvSpPr>
            <p:cNvPr id="3762" name="Google Shape;3762;p8"/>
            <p:cNvSpPr/>
            <p:nvPr/>
          </p:nvSpPr>
          <p:spPr>
            <a:xfrm>
              <a:off x="3359950" y="3184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8"/>
            <p:cNvSpPr/>
            <p:nvPr/>
          </p:nvSpPr>
          <p:spPr>
            <a:xfrm>
              <a:off x="3395200" y="3184100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8"/>
            <p:cNvSpPr/>
            <p:nvPr/>
          </p:nvSpPr>
          <p:spPr>
            <a:xfrm>
              <a:off x="3430875" y="3184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8"/>
            <p:cNvSpPr/>
            <p:nvPr/>
          </p:nvSpPr>
          <p:spPr>
            <a:xfrm>
              <a:off x="3466125" y="3184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8"/>
            <p:cNvSpPr/>
            <p:nvPr/>
          </p:nvSpPr>
          <p:spPr>
            <a:xfrm>
              <a:off x="3324675" y="3219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8"/>
            <p:cNvSpPr/>
            <p:nvPr/>
          </p:nvSpPr>
          <p:spPr>
            <a:xfrm>
              <a:off x="3359950" y="3219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8"/>
            <p:cNvSpPr/>
            <p:nvPr/>
          </p:nvSpPr>
          <p:spPr>
            <a:xfrm>
              <a:off x="3395200" y="3219375"/>
              <a:ext cx="35700" cy="35275"/>
            </a:xfrm>
            <a:custGeom>
              <a:avLst/>
              <a:gdLst/>
              <a:ahLst/>
              <a:cxnLst/>
              <a:rect l="l" t="t" r="r" b="b"/>
              <a:pathLst>
                <a:path w="1428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8"/>
            <p:cNvSpPr/>
            <p:nvPr/>
          </p:nvSpPr>
          <p:spPr>
            <a:xfrm>
              <a:off x="3430875" y="3219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8"/>
            <p:cNvSpPr/>
            <p:nvPr/>
          </p:nvSpPr>
          <p:spPr>
            <a:xfrm>
              <a:off x="3466125" y="3219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8"/>
            <p:cNvSpPr/>
            <p:nvPr/>
          </p:nvSpPr>
          <p:spPr>
            <a:xfrm>
              <a:off x="3324675" y="32546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8"/>
            <p:cNvSpPr/>
            <p:nvPr/>
          </p:nvSpPr>
          <p:spPr>
            <a:xfrm>
              <a:off x="3359950" y="3254625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8"/>
            <p:cNvSpPr/>
            <p:nvPr/>
          </p:nvSpPr>
          <p:spPr>
            <a:xfrm>
              <a:off x="3395200" y="3254625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1"/>
                  </a:moveTo>
                  <a:lnTo>
                    <a:pt x="1" y="1412"/>
                  </a:lnTo>
                  <a:lnTo>
                    <a:pt x="1427" y="1412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8"/>
            <p:cNvSpPr/>
            <p:nvPr/>
          </p:nvSpPr>
          <p:spPr>
            <a:xfrm>
              <a:off x="3430875" y="3254625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8"/>
            <p:cNvSpPr/>
            <p:nvPr/>
          </p:nvSpPr>
          <p:spPr>
            <a:xfrm>
              <a:off x="3466125" y="32546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8"/>
            <p:cNvSpPr/>
            <p:nvPr/>
          </p:nvSpPr>
          <p:spPr>
            <a:xfrm>
              <a:off x="3324675" y="32899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8"/>
            <p:cNvSpPr/>
            <p:nvPr/>
          </p:nvSpPr>
          <p:spPr>
            <a:xfrm>
              <a:off x="3359950" y="32899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8"/>
            <p:cNvSpPr/>
            <p:nvPr/>
          </p:nvSpPr>
          <p:spPr>
            <a:xfrm>
              <a:off x="3395200" y="3289900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8"/>
            <p:cNvSpPr/>
            <p:nvPr/>
          </p:nvSpPr>
          <p:spPr>
            <a:xfrm>
              <a:off x="3430875" y="32899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8"/>
            <p:cNvSpPr/>
            <p:nvPr/>
          </p:nvSpPr>
          <p:spPr>
            <a:xfrm>
              <a:off x="3466125" y="32899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8"/>
            <p:cNvSpPr/>
            <p:nvPr/>
          </p:nvSpPr>
          <p:spPr>
            <a:xfrm>
              <a:off x="3324675" y="33251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8"/>
            <p:cNvSpPr/>
            <p:nvPr/>
          </p:nvSpPr>
          <p:spPr>
            <a:xfrm>
              <a:off x="3359950" y="33251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8"/>
            <p:cNvSpPr/>
            <p:nvPr/>
          </p:nvSpPr>
          <p:spPr>
            <a:xfrm>
              <a:off x="3395200" y="3325175"/>
              <a:ext cx="35700" cy="35275"/>
            </a:xfrm>
            <a:custGeom>
              <a:avLst/>
              <a:gdLst/>
              <a:ahLst/>
              <a:cxnLst/>
              <a:rect l="l" t="t" r="r" b="b"/>
              <a:pathLst>
                <a:path w="1428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8"/>
            <p:cNvSpPr/>
            <p:nvPr/>
          </p:nvSpPr>
          <p:spPr>
            <a:xfrm>
              <a:off x="3430875" y="33251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8"/>
            <p:cNvSpPr/>
            <p:nvPr/>
          </p:nvSpPr>
          <p:spPr>
            <a:xfrm>
              <a:off x="3466125" y="33251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8"/>
            <p:cNvSpPr/>
            <p:nvPr/>
          </p:nvSpPr>
          <p:spPr>
            <a:xfrm>
              <a:off x="3324675" y="33604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8"/>
            <p:cNvSpPr/>
            <p:nvPr/>
          </p:nvSpPr>
          <p:spPr>
            <a:xfrm>
              <a:off x="3359950" y="3360425"/>
              <a:ext cx="35275" cy="35700"/>
            </a:xfrm>
            <a:custGeom>
              <a:avLst/>
              <a:gdLst/>
              <a:ahLst/>
              <a:cxnLst/>
              <a:rect l="l" t="t" r="r" b="b"/>
              <a:pathLst>
                <a:path w="1411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8"/>
            <p:cNvSpPr/>
            <p:nvPr/>
          </p:nvSpPr>
          <p:spPr>
            <a:xfrm>
              <a:off x="3395200" y="3360425"/>
              <a:ext cx="35700" cy="35700"/>
            </a:xfrm>
            <a:custGeom>
              <a:avLst/>
              <a:gdLst/>
              <a:ahLst/>
              <a:cxnLst/>
              <a:rect l="l" t="t" r="r" b="b"/>
              <a:pathLst>
                <a:path w="1428" h="1428" extrusionOk="0">
                  <a:moveTo>
                    <a:pt x="1" y="1"/>
                  </a:moveTo>
                  <a:lnTo>
                    <a:pt x="1" y="1427"/>
                  </a:lnTo>
                  <a:lnTo>
                    <a:pt x="1427" y="1427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8"/>
            <p:cNvSpPr/>
            <p:nvPr/>
          </p:nvSpPr>
          <p:spPr>
            <a:xfrm>
              <a:off x="3430875" y="3360425"/>
              <a:ext cx="35275" cy="35700"/>
            </a:xfrm>
            <a:custGeom>
              <a:avLst/>
              <a:gdLst/>
              <a:ahLst/>
              <a:cxnLst/>
              <a:rect l="l" t="t" r="r" b="b"/>
              <a:pathLst>
                <a:path w="1411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B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8"/>
            <p:cNvSpPr/>
            <p:nvPr/>
          </p:nvSpPr>
          <p:spPr>
            <a:xfrm>
              <a:off x="3466125" y="33604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1" y="1"/>
                  </a:moveTo>
                  <a:lnTo>
                    <a:pt x="1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8"/>
            <p:cNvSpPr/>
            <p:nvPr/>
          </p:nvSpPr>
          <p:spPr>
            <a:xfrm>
              <a:off x="3324675" y="3396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8"/>
            <p:cNvSpPr/>
            <p:nvPr/>
          </p:nvSpPr>
          <p:spPr>
            <a:xfrm>
              <a:off x="3359950" y="3396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8"/>
            <p:cNvSpPr/>
            <p:nvPr/>
          </p:nvSpPr>
          <p:spPr>
            <a:xfrm>
              <a:off x="3395200" y="3396100"/>
              <a:ext cx="35700" cy="35300"/>
            </a:xfrm>
            <a:custGeom>
              <a:avLst/>
              <a:gdLst/>
              <a:ahLst/>
              <a:cxnLst/>
              <a:rect l="l" t="t" r="r" b="b"/>
              <a:pathLst>
                <a:path w="1428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8"/>
            <p:cNvSpPr/>
            <p:nvPr/>
          </p:nvSpPr>
          <p:spPr>
            <a:xfrm>
              <a:off x="3430875" y="3396100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8"/>
            <p:cNvSpPr/>
            <p:nvPr/>
          </p:nvSpPr>
          <p:spPr>
            <a:xfrm>
              <a:off x="3466125" y="3396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B2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8"/>
            <p:cNvSpPr/>
            <p:nvPr/>
          </p:nvSpPr>
          <p:spPr>
            <a:xfrm>
              <a:off x="3359950" y="3431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8"/>
            <p:cNvSpPr/>
            <p:nvPr/>
          </p:nvSpPr>
          <p:spPr>
            <a:xfrm>
              <a:off x="3395200" y="3431375"/>
              <a:ext cx="35700" cy="35275"/>
            </a:xfrm>
            <a:custGeom>
              <a:avLst/>
              <a:gdLst/>
              <a:ahLst/>
              <a:cxnLst/>
              <a:rect l="l" t="t" r="r" b="b"/>
              <a:pathLst>
                <a:path w="1428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8"/>
            <p:cNvSpPr/>
            <p:nvPr/>
          </p:nvSpPr>
          <p:spPr>
            <a:xfrm>
              <a:off x="3430875" y="3431375"/>
              <a:ext cx="35275" cy="35275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8"/>
            <p:cNvSpPr/>
            <p:nvPr/>
          </p:nvSpPr>
          <p:spPr>
            <a:xfrm>
              <a:off x="3466125" y="3431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8"/>
            <p:cNvSpPr/>
            <p:nvPr/>
          </p:nvSpPr>
          <p:spPr>
            <a:xfrm>
              <a:off x="3501400" y="32193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8"/>
            <p:cNvSpPr/>
            <p:nvPr/>
          </p:nvSpPr>
          <p:spPr>
            <a:xfrm>
              <a:off x="3501400" y="32546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8"/>
            <p:cNvSpPr/>
            <p:nvPr/>
          </p:nvSpPr>
          <p:spPr>
            <a:xfrm>
              <a:off x="3501400" y="32899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8"/>
            <p:cNvSpPr/>
            <p:nvPr/>
          </p:nvSpPr>
          <p:spPr>
            <a:xfrm>
              <a:off x="3501400" y="3325175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8"/>
            <p:cNvSpPr/>
            <p:nvPr/>
          </p:nvSpPr>
          <p:spPr>
            <a:xfrm>
              <a:off x="3501400" y="33604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B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8"/>
            <p:cNvSpPr/>
            <p:nvPr/>
          </p:nvSpPr>
          <p:spPr>
            <a:xfrm>
              <a:off x="3501400" y="33961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B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6" name="Google Shape;3806;p8"/>
          <p:cNvGrpSpPr/>
          <p:nvPr/>
        </p:nvGrpSpPr>
        <p:grpSpPr>
          <a:xfrm>
            <a:off x="195182" y="1428981"/>
            <a:ext cx="1049633" cy="523940"/>
            <a:chOff x="138482" y="584556"/>
            <a:chExt cx="1049633" cy="523940"/>
          </a:xfrm>
        </p:grpSpPr>
        <p:sp>
          <p:nvSpPr>
            <p:cNvPr id="3807" name="Google Shape;3807;p8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8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8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8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8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8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8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8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8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8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8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8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8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8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8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22" name="Google Shape;3822;p8"/>
          <p:cNvGrpSpPr/>
          <p:nvPr/>
        </p:nvGrpSpPr>
        <p:grpSpPr>
          <a:xfrm flipH="1">
            <a:off x="7899182" y="278031"/>
            <a:ext cx="1049633" cy="523940"/>
            <a:chOff x="138482" y="584556"/>
            <a:chExt cx="1049633" cy="523940"/>
          </a:xfrm>
        </p:grpSpPr>
        <p:sp>
          <p:nvSpPr>
            <p:cNvPr id="3823" name="Google Shape;3823;p8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8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8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8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8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8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8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8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8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8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8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8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8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8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8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8" name="Google Shape;3838;p8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3839" name="Google Shape;3839;p8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3840" name="Google Shape;3840;p8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1" name="Google Shape;3841;p8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2" name="Google Shape;3842;p8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3" name="Google Shape;3843;p8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4" name="Google Shape;3844;p8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5" name="Google Shape;3845;p8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6" name="Google Shape;3846;p8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7" name="Google Shape;3847;p8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8" name="Google Shape;3848;p8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9" name="Google Shape;3849;p8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0" name="Google Shape;3850;p8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1" name="Google Shape;3851;p8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2" name="Google Shape;3852;p8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3" name="Google Shape;3853;p8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4" name="Google Shape;3854;p8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5" name="Google Shape;3855;p8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6" name="Google Shape;3856;p8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7" name="Google Shape;3857;p8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8" name="Google Shape;3858;p8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9" name="Google Shape;3859;p8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0" name="Google Shape;3860;p8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1" name="Google Shape;3861;p8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2" name="Google Shape;3862;p8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3" name="Google Shape;3863;p8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4" name="Google Shape;3864;p8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5" name="Google Shape;3865;p8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6" name="Google Shape;3866;p8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67" name="Google Shape;3867;p8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3868" name="Google Shape;3868;p8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9" name="Google Shape;3869;p8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0" name="Google Shape;3870;p8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1" name="Google Shape;3871;p8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2" name="Google Shape;3872;p8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3" name="Google Shape;3873;p8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4" name="Google Shape;3874;p8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5" name="Google Shape;3875;p8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6" name="Google Shape;3876;p8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7" name="Google Shape;3877;p8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8" name="Google Shape;3878;p8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9" name="Google Shape;3879;p8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0" name="Google Shape;3880;p8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1" name="Google Shape;3881;p8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2" name="Google Shape;3882;p8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3" name="Google Shape;3883;p8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4" name="Google Shape;3884;p8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5" name="Google Shape;3885;p8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6" name="Google Shape;3886;p8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7" name="Google Shape;3887;p8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8" name="Google Shape;3888;p8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9" name="Google Shape;3889;p8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0" name="Google Shape;3890;p8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1" name="Google Shape;3891;p8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2" name="Google Shape;3892;p8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3" name="Google Shape;3893;p8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4" name="Google Shape;3894;p8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95" name="Google Shape;3895;p8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3896" name="Google Shape;3896;p8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7" name="Google Shape;3897;p8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8" name="Google Shape;3898;p8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9" name="Google Shape;3899;p8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0" name="Google Shape;3900;p8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1" name="Google Shape;3901;p8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2" name="Google Shape;3902;p8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3" name="Google Shape;3903;p8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4" name="Google Shape;3904;p8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5" name="Google Shape;3905;p8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6" name="Google Shape;3906;p8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7" name="Google Shape;3907;p8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8" name="Google Shape;3908;p8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9" name="Google Shape;3909;p8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0" name="Google Shape;3910;p8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1" name="Google Shape;3911;p8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2" name="Google Shape;3912;p8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3" name="Google Shape;3913;p8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4" name="Google Shape;3914;p8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5" name="Google Shape;3915;p8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6" name="Google Shape;3916;p8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7" name="Google Shape;3917;p8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8" name="Google Shape;3918;p8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9" name="Google Shape;3919;p8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0" name="Google Shape;3920;p8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1" name="Google Shape;3921;p8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2" name="Google Shape;3922;p8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23" name="Google Shape;3923;p8"/>
          <p:cNvSpPr txBox="1">
            <a:spLocks noGrp="1"/>
          </p:cNvSpPr>
          <p:nvPr>
            <p:ph type="title"/>
          </p:nvPr>
        </p:nvSpPr>
        <p:spPr>
          <a:xfrm>
            <a:off x="2348700" y="1565163"/>
            <a:ext cx="4446600" cy="1696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5" name="Google Shape;3925;p9"/>
          <p:cNvGrpSpPr/>
          <p:nvPr/>
        </p:nvGrpSpPr>
        <p:grpSpPr>
          <a:xfrm>
            <a:off x="3177082" y="217206"/>
            <a:ext cx="1049633" cy="523940"/>
            <a:chOff x="138482" y="584556"/>
            <a:chExt cx="1049633" cy="523940"/>
          </a:xfrm>
        </p:grpSpPr>
        <p:sp>
          <p:nvSpPr>
            <p:cNvPr id="3926" name="Google Shape;3926;p9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9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9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9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9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9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9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3933;p9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3934;p9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9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9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9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9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9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9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41" name="Google Shape;3941;p9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3942" name="Google Shape;3942;p9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3943" name="Google Shape;3943;p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4" name="Google Shape;3944;p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5" name="Google Shape;3945;p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6" name="Google Shape;3946;p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7" name="Google Shape;3947;p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8" name="Google Shape;3948;p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9" name="Google Shape;3949;p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0" name="Google Shape;3950;p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1" name="Google Shape;3951;p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2" name="Google Shape;3952;p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3" name="Google Shape;3953;p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4" name="Google Shape;3954;p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5" name="Google Shape;3955;p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6" name="Google Shape;3956;p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7" name="Google Shape;3957;p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8" name="Google Shape;3958;p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9" name="Google Shape;3959;p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0" name="Google Shape;3960;p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1" name="Google Shape;3961;p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2" name="Google Shape;3962;p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3" name="Google Shape;3963;p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4" name="Google Shape;3964;p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5" name="Google Shape;3965;p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6" name="Google Shape;3966;p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7" name="Google Shape;3967;p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8" name="Google Shape;3968;p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9" name="Google Shape;3969;p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0" name="Google Shape;3970;p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1" name="Google Shape;3971;p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2" name="Google Shape;3972;p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3" name="Google Shape;3973;p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4" name="Google Shape;3974;p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5" name="Google Shape;3975;p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6" name="Google Shape;3976;p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7" name="Google Shape;3977;p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8" name="Google Shape;3978;p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9" name="Google Shape;3979;p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0" name="Google Shape;3980;p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1" name="Google Shape;3981;p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2" name="Google Shape;3982;p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3" name="Google Shape;3983;p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4" name="Google Shape;3984;p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5" name="Google Shape;3985;p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86" name="Google Shape;3986;p9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3987" name="Google Shape;3987;p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8" name="Google Shape;3988;p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9" name="Google Shape;3989;p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0" name="Google Shape;3990;p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1" name="Google Shape;3991;p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2" name="Google Shape;3992;p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3" name="Google Shape;3993;p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4" name="Google Shape;3994;p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5" name="Google Shape;3995;p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6" name="Google Shape;3996;p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7" name="Google Shape;3997;p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8" name="Google Shape;3998;p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9" name="Google Shape;3999;p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0" name="Google Shape;4000;p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1" name="Google Shape;4001;p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2" name="Google Shape;4002;p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3" name="Google Shape;4003;p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4" name="Google Shape;4004;p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5" name="Google Shape;4005;p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6" name="Google Shape;4006;p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7" name="Google Shape;4007;p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8" name="Google Shape;4008;p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9" name="Google Shape;4009;p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0" name="Google Shape;4010;p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1" name="Google Shape;4011;p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2" name="Google Shape;4012;p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3" name="Google Shape;4013;p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4" name="Google Shape;4014;p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5" name="Google Shape;4015;p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6" name="Google Shape;4016;p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7" name="Google Shape;4017;p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8" name="Google Shape;4018;p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9" name="Google Shape;4019;p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0" name="Google Shape;4020;p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1" name="Google Shape;4021;p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2" name="Google Shape;4022;p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3" name="Google Shape;4023;p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4" name="Google Shape;4024;p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5" name="Google Shape;4025;p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6" name="Google Shape;4026;p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7" name="Google Shape;4027;p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8" name="Google Shape;4028;p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9" name="Google Shape;4029;p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30" name="Google Shape;4030;p9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4031" name="Google Shape;4031;p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2" name="Google Shape;4032;p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3" name="Google Shape;4033;p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4" name="Google Shape;4034;p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5" name="Google Shape;4035;p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6" name="Google Shape;4036;p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7" name="Google Shape;4037;p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8" name="Google Shape;4038;p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9" name="Google Shape;4039;p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0" name="Google Shape;4040;p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1" name="Google Shape;4041;p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2" name="Google Shape;4042;p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3" name="Google Shape;4043;p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4" name="Google Shape;4044;p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5" name="Google Shape;4045;p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6" name="Google Shape;4046;p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7" name="Google Shape;4047;p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8" name="Google Shape;4048;p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9" name="Google Shape;4049;p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0" name="Google Shape;4050;p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1" name="Google Shape;4051;p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2" name="Google Shape;4052;p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3" name="Google Shape;4053;p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4" name="Google Shape;4054;p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5" name="Google Shape;4055;p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6" name="Google Shape;4056;p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7" name="Google Shape;4057;p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8" name="Google Shape;4058;p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9" name="Google Shape;4059;p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0" name="Google Shape;4060;p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1" name="Google Shape;4061;p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2" name="Google Shape;4062;p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3" name="Google Shape;4063;p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4" name="Google Shape;4064;p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5" name="Google Shape;4065;p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6" name="Google Shape;4066;p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7" name="Google Shape;4067;p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8" name="Google Shape;4068;p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9" name="Google Shape;4069;p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0" name="Google Shape;4070;p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1" name="Google Shape;4071;p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2" name="Google Shape;4072;p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3" name="Google Shape;4073;p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74" name="Google Shape;4074;p9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4075" name="Google Shape;4075;p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6" name="Google Shape;4076;p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7" name="Google Shape;4077;p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8" name="Google Shape;4078;p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9" name="Google Shape;4079;p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0" name="Google Shape;4080;p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1" name="Google Shape;4081;p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2" name="Google Shape;4082;p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3" name="Google Shape;4083;p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4" name="Google Shape;4084;p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5" name="Google Shape;4085;p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6" name="Google Shape;4086;p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7" name="Google Shape;4087;p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8" name="Google Shape;4088;p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9" name="Google Shape;4089;p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0" name="Google Shape;4090;p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1" name="Google Shape;4091;p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2" name="Google Shape;4092;p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3" name="Google Shape;4093;p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4" name="Google Shape;4094;p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5" name="Google Shape;4095;p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6" name="Google Shape;4096;p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7" name="Google Shape;4097;p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8" name="Google Shape;4098;p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9" name="Google Shape;4099;p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0" name="Google Shape;4100;p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1" name="Google Shape;4101;p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2" name="Google Shape;4102;p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3" name="Google Shape;4103;p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4" name="Google Shape;4104;p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5" name="Google Shape;4105;p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6" name="Google Shape;4106;p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7" name="Google Shape;4107;p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8" name="Google Shape;4108;p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9" name="Google Shape;4109;p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0" name="Google Shape;4110;p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1" name="Google Shape;4111;p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2" name="Google Shape;4112;p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3" name="Google Shape;4113;p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4" name="Google Shape;4114;p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5" name="Google Shape;4115;p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6" name="Google Shape;4116;p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7" name="Google Shape;4117;p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18" name="Google Shape;4118;p9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4119" name="Google Shape;4119;p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0" name="Google Shape;4120;p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1" name="Google Shape;4121;p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2" name="Google Shape;4122;p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3" name="Google Shape;4123;p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4" name="Google Shape;4124;p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5" name="Google Shape;4125;p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6" name="Google Shape;4126;p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7" name="Google Shape;4127;p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8" name="Google Shape;4128;p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9" name="Google Shape;4129;p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0" name="Google Shape;4130;p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1" name="Google Shape;4131;p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2" name="Google Shape;4132;p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3" name="Google Shape;4133;p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4" name="Google Shape;4134;p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5" name="Google Shape;4135;p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6" name="Google Shape;4136;p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7" name="Google Shape;4137;p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8" name="Google Shape;4138;p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9" name="Google Shape;4139;p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0" name="Google Shape;4140;p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1" name="Google Shape;4141;p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8" name="Google Shape;4148;p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9" name="Google Shape;4149;p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0" name="Google Shape;4150;p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1" name="Google Shape;4151;p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2" name="Google Shape;4152;p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3" name="Google Shape;4153;p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4" name="Google Shape;4154;p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5" name="Google Shape;4155;p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6" name="Google Shape;4156;p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7" name="Google Shape;4157;p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8" name="Google Shape;4158;p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9" name="Google Shape;4159;p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0" name="Google Shape;4160;p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1" name="Google Shape;4161;p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62" name="Google Shape;4162;p9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4163" name="Google Shape;4163;p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4" name="Google Shape;4164;p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5" name="Google Shape;4165;p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6" name="Google Shape;4166;p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7" name="Google Shape;4167;p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8" name="Google Shape;4168;p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9" name="Google Shape;4169;p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0" name="Google Shape;4170;p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1" name="Google Shape;4171;p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2" name="Google Shape;4172;p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3" name="Google Shape;4173;p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4" name="Google Shape;4174;p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5" name="Google Shape;4175;p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6" name="Google Shape;4176;p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7" name="Google Shape;4177;p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8" name="Google Shape;4178;p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9" name="Google Shape;4179;p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0" name="Google Shape;4180;p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1" name="Google Shape;4181;p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2" name="Google Shape;4182;p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3" name="Google Shape;4183;p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4" name="Google Shape;4184;p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5" name="Google Shape;4185;p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6" name="Google Shape;4186;p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7" name="Google Shape;4187;p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8" name="Google Shape;4188;p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9" name="Google Shape;4189;p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0" name="Google Shape;4190;p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1" name="Google Shape;4191;p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2" name="Google Shape;4192;p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3" name="Google Shape;4193;p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4" name="Google Shape;4194;p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5" name="Google Shape;4195;p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6" name="Google Shape;4196;p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7" name="Google Shape;4197;p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8" name="Google Shape;4198;p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9" name="Google Shape;4199;p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0" name="Google Shape;4200;p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1" name="Google Shape;4201;p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2" name="Google Shape;4202;p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3" name="Google Shape;4203;p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4" name="Google Shape;4204;p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5" name="Google Shape;4205;p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06" name="Google Shape;4206;p9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4207" name="Google Shape;4207;p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8" name="Google Shape;4208;p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9" name="Google Shape;4209;p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0" name="Google Shape;4210;p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1" name="Google Shape;4211;p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2" name="Google Shape;4212;p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3" name="Google Shape;4213;p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4" name="Google Shape;4214;p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5" name="Google Shape;4215;p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6" name="Google Shape;4216;p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7" name="Google Shape;4217;p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8" name="Google Shape;4218;p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9" name="Google Shape;4219;p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0" name="Google Shape;4220;p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1" name="Google Shape;4221;p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2" name="Google Shape;4222;p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3" name="Google Shape;4223;p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4" name="Google Shape;4224;p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5" name="Google Shape;4225;p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6" name="Google Shape;4226;p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7" name="Google Shape;4227;p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8" name="Google Shape;4228;p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9" name="Google Shape;4229;p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0" name="Google Shape;4230;p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1" name="Google Shape;4231;p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2" name="Google Shape;4232;p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3" name="Google Shape;4233;p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4" name="Google Shape;4234;p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5" name="Google Shape;4235;p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6" name="Google Shape;4236;p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7" name="Google Shape;4237;p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8" name="Google Shape;4238;p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9" name="Google Shape;4239;p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0" name="Google Shape;4240;p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1" name="Google Shape;4241;p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2" name="Google Shape;4242;p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3" name="Google Shape;4243;p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4" name="Google Shape;4244;p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5" name="Google Shape;4245;p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6" name="Google Shape;4246;p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7" name="Google Shape;4247;p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8" name="Google Shape;4248;p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9" name="Google Shape;4249;p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50" name="Google Shape;4250;p9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4251" name="Google Shape;4251;p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2" name="Google Shape;4252;p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3" name="Google Shape;4253;p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4" name="Google Shape;4254;p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5" name="Google Shape;4255;p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6" name="Google Shape;4256;p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7" name="Google Shape;4257;p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8" name="Google Shape;4258;p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9" name="Google Shape;4259;p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0" name="Google Shape;4260;p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1" name="Google Shape;4261;p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2" name="Google Shape;4262;p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3" name="Google Shape;4263;p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4" name="Google Shape;4264;p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5" name="Google Shape;4265;p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6" name="Google Shape;4266;p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7" name="Google Shape;4267;p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8" name="Google Shape;4268;p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9" name="Google Shape;4269;p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0" name="Google Shape;4270;p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1" name="Google Shape;4271;p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2" name="Google Shape;4272;p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3" name="Google Shape;4273;p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4" name="Google Shape;4274;p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5" name="Google Shape;4275;p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6" name="Google Shape;4276;p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7" name="Google Shape;4277;p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8" name="Google Shape;4278;p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9" name="Google Shape;4279;p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0" name="Google Shape;4280;p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1" name="Google Shape;4281;p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2" name="Google Shape;4282;p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3" name="Google Shape;4283;p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4" name="Google Shape;4284;p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5" name="Google Shape;4285;p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6" name="Google Shape;4286;p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7" name="Google Shape;4287;p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8" name="Google Shape;4288;p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9" name="Google Shape;4289;p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0" name="Google Shape;4290;p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1" name="Google Shape;4291;p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2" name="Google Shape;4292;p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3" name="Google Shape;4293;p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94" name="Google Shape;4294;p9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4295" name="Google Shape;4295;p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6" name="Google Shape;4296;p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7" name="Google Shape;4297;p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8" name="Google Shape;4298;p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9" name="Google Shape;4299;p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0" name="Google Shape;4300;p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1" name="Google Shape;4301;p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2" name="Google Shape;4302;p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3" name="Google Shape;4303;p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4" name="Google Shape;4304;p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5" name="Google Shape;4305;p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6" name="Google Shape;4306;p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7" name="Google Shape;4307;p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8" name="Google Shape;4308;p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9" name="Google Shape;4309;p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0" name="Google Shape;4310;p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1" name="Google Shape;4311;p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2" name="Google Shape;4312;p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3" name="Google Shape;4313;p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4" name="Google Shape;4314;p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5" name="Google Shape;4315;p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6" name="Google Shape;4316;p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7" name="Google Shape;4317;p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8" name="Google Shape;4318;p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9" name="Google Shape;4319;p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0" name="Google Shape;4320;p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1" name="Google Shape;4321;p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2" name="Google Shape;4322;p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3" name="Google Shape;4323;p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4" name="Google Shape;4324;p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5" name="Google Shape;4325;p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6" name="Google Shape;4326;p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7" name="Google Shape;4327;p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8" name="Google Shape;4328;p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9" name="Google Shape;4329;p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0" name="Google Shape;4330;p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1" name="Google Shape;4331;p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2" name="Google Shape;4332;p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3" name="Google Shape;4333;p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4" name="Google Shape;4334;p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5" name="Google Shape;4335;p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6" name="Google Shape;4336;p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7" name="Google Shape;4337;p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338" name="Google Shape;4338;p9"/>
          <p:cNvGrpSpPr/>
          <p:nvPr/>
        </p:nvGrpSpPr>
        <p:grpSpPr>
          <a:xfrm flipH="1">
            <a:off x="8424007" y="540006"/>
            <a:ext cx="1049633" cy="523940"/>
            <a:chOff x="138482" y="584556"/>
            <a:chExt cx="1049633" cy="523940"/>
          </a:xfrm>
        </p:grpSpPr>
        <p:sp>
          <p:nvSpPr>
            <p:cNvPr id="4339" name="Google Shape;4339;p9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9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9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9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9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9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9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9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9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9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9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9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9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9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9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54" name="Google Shape;4354;p9"/>
          <p:cNvGrpSpPr/>
          <p:nvPr/>
        </p:nvGrpSpPr>
        <p:grpSpPr>
          <a:xfrm>
            <a:off x="4226715" y="3990919"/>
            <a:ext cx="433691" cy="607831"/>
            <a:chOff x="3320750" y="2845525"/>
            <a:chExt cx="176750" cy="247700"/>
          </a:xfrm>
        </p:grpSpPr>
        <p:sp>
          <p:nvSpPr>
            <p:cNvPr id="4355" name="Google Shape;4355;p9"/>
            <p:cNvSpPr/>
            <p:nvPr/>
          </p:nvSpPr>
          <p:spPr>
            <a:xfrm>
              <a:off x="3356025" y="2845525"/>
              <a:ext cx="35675" cy="35700"/>
            </a:xfrm>
            <a:custGeom>
              <a:avLst/>
              <a:gdLst/>
              <a:ahLst/>
              <a:cxnLst/>
              <a:rect l="l" t="t" r="r" b="b"/>
              <a:pathLst>
                <a:path w="1427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9"/>
            <p:cNvSpPr/>
            <p:nvPr/>
          </p:nvSpPr>
          <p:spPr>
            <a:xfrm>
              <a:off x="3391675" y="28455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1" y="1"/>
                  </a:moveTo>
                  <a:lnTo>
                    <a:pt x="1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9"/>
            <p:cNvSpPr/>
            <p:nvPr/>
          </p:nvSpPr>
          <p:spPr>
            <a:xfrm>
              <a:off x="3426950" y="28455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9"/>
            <p:cNvSpPr/>
            <p:nvPr/>
          </p:nvSpPr>
          <p:spPr>
            <a:xfrm>
              <a:off x="3356025" y="2881200"/>
              <a:ext cx="35675" cy="35275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9"/>
            <p:cNvSpPr/>
            <p:nvPr/>
          </p:nvSpPr>
          <p:spPr>
            <a:xfrm>
              <a:off x="3391675" y="2881200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9"/>
            <p:cNvSpPr/>
            <p:nvPr/>
          </p:nvSpPr>
          <p:spPr>
            <a:xfrm>
              <a:off x="3426950" y="2881200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9"/>
            <p:cNvSpPr/>
            <p:nvPr/>
          </p:nvSpPr>
          <p:spPr>
            <a:xfrm>
              <a:off x="3356025" y="2916450"/>
              <a:ext cx="35675" cy="3530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7" y="1412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9"/>
            <p:cNvSpPr/>
            <p:nvPr/>
          </p:nvSpPr>
          <p:spPr>
            <a:xfrm>
              <a:off x="3391675" y="291645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9"/>
            <p:cNvSpPr/>
            <p:nvPr/>
          </p:nvSpPr>
          <p:spPr>
            <a:xfrm>
              <a:off x="3426950" y="291645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9"/>
            <p:cNvSpPr/>
            <p:nvPr/>
          </p:nvSpPr>
          <p:spPr>
            <a:xfrm>
              <a:off x="3338375" y="2969375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9"/>
            <p:cNvSpPr/>
            <p:nvPr/>
          </p:nvSpPr>
          <p:spPr>
            <a:xfrm>
              <a:off x="3391675" y="29517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9"/>
            <p:cNvSpPr/>
            <p:nvPr/>
          </p:nvSpPr>
          <p:spPr>
            <a:xfrm>
              <a:off x="3453200" y="2969375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9"/>
            <p:cNvSpPr/>
            <p:nvPr/>
          </p:nvSpPr>
          <p:spPr>
            <a:xfrm>
              <a:off x="3365025" y="2996000"/>
              <a:ext cx="26675" cy="26300"/>
            </a:xfrm>
            <a:custGeom>
              <a:avLst/>
              <a:gdLst/>
              <a:ahLst/>
              <a:cxnLst/>
              <a:rect l="l" t="t" r="r" b="b"/>
              <a:pathLst>
                <a:path w="1067" h="1052" extrusionOk="0">
                  <a:moveTo>
                    <a:pt x="1" y="1"/>
                  </a:moveTo>
                  <a:lnTo>
                    <a:pt x="1" y="1051"/>
                  </a:lnTo>
                  <a:lnTo>
                    <a:pt x="1067" y="105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9"/>
            <p:cNvSpPr/>
            <p:nvPr/>
          </p:nvSpPr>
          <p:spPr>
            <a:xfrm>
              <a:off x="3391675" y="29870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9"/>
            <p:cNvSpPr/>
            <p:nvPr/>
          </p:nvSpPr>
          <p:spPr>
            <a:xfrm>
              <a:off x="3426950" y="2996000"/>
              <a:ext cx="26275" cy="26300"/>
            </a:xfrm>
            <a:custGeom>
              <a:avLst/>
              <a:gdLst/>
              <a:ahLst/>
              <a:cxnLst/>
              <a:rect l="l" t="t" r="r" b="b"/>
              <a:pathLst>
                <a:path w="1051" h="1052" extrusionOk="0">
                  <a:moveTo>
                    <a:pt x="0" y="1"/>
                  </a:moveTo>
                  <a:lnTo>
                    <a:pt x="0" y="1051"/>
                  </a:lnTo>
                  <a:lnTo>
                    <a:pt x="1051" y="1051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9"/>
            <p:cNvSpPr/>
            <p:nvPr/>
          </p:nvSpPr>
          <p:spPr>
            <a:xfrm>
              <a:off x="3391675" y="3022275"/>
              <a:ext cx="35300" cy="35675"/>
            </a:xfrm>
            <a:custGeom>
              <a:avLst/>
              <a:gdLst/>
              <a:ahLst/>
              <a:cxnLst/>
              <a:rect l="l" t="t" r="r" b="b"/>
              <a:pathLst>
                <a:path w="1412" h="1427" extrusionOk="0">
                  <a:moveTo>
                    <a:pt x="1" y="0"/>
                  </a:moveTo>
                  <a:lnTo>
                    <a:pt x="1" y="1426"/>
                  </a:lnTo>
                  <a:lnTo>
                    <a:pt x="1411" y="1426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9"/>
            <p:cNvSpPr/>
            <p:nvPr/>
          </p:nvSpPr>
          <p:spPr>
            <a:xfrm>
              <a:off x="3320750" y="30579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9"/>
            <p:cNvSpPr/>
            <p:nvPr/>
          </p:nvSpPr>
          <p:spPr>
            <a:xfrm>
              <a:off x="3356025" y="3057925"/>
              <a:ext cx="35675" cy="3530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9"/>
            <p:cNvSpPr/>
            <p:nvPr/>
          </p:nvSpPr>
          <p:spPr>
            <a:xfrm>
              <a:off x="3391675" y="30579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9"/>
            <p:cNvSpPr/>
            <p:nvPr/>
          </p:nvSpPr>
          <p:spPr>
            <a:xfrm>
              <a:off x="3426950" y="30579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9"/>
            <p:cNvSpPr/>
            <p:nvPr/>
          </p:nvSpPr>
          <p:spPr>
            <a:xfrm>
              <a:off x="3462225" y="3057925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76" name="Google Shape;4376;p9"/>
          <p:cNvGrpSpPr/>
          <p:nvPr/>
        </p:nvGrpSpPr>
        <p:grpSpPr>
          <a:xfrm>
            <a:off x="8110985" y="3870986"/>
            <a:ext cx="1191387" cy="732516"/>
            <a:chOff x="2430450" y="2143325"/>
            <a:chExt cx="337800" cy="207700"/>
          </a:xfrm>
        </p:grpSpPr>
        <p:sp>
          <p:nvSpPr>
            <p:cNvPr id="4377" name="Google Shape;4377;p9"/>
            <p:cNvSpPr/>
            <p:nvPr/>
          </p:nvSpPr>
          <p:spPr>
            <a:xfrm>
              <a:off x="2482575" y="21433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9"/>
            <p:cNvSpPr/>
            <p:nvPr/>
          </p:nvSpPr>
          <p:spPr>
            <a:xfrm>
              <a:off x="2456700" y="216920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9"/>
            <p:cNvSpPr/>
            <p:nvPr/>
          </p:nvSpPr>
          <p:spPr>
            <a:xfrm>
              <a:off x="2482575" y="216920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9"/>
            <p:cNvSpPr/>
            <p:nvPr/>
          </p:nvSpPr>
          <p:spPr>
            <a:xfrm>
              <a:off x="2508425" y="216920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9"/>
            <p:cNvSpPr/>
            <p:nvPr/>
          </p:nvSpPr>
          <p:spPr>
            <a:xfrm>
              <a:off x="2690250" y="216920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9"/>
            <p:cNvSpPr/>
            <p:nvPr/>
          </p:nvSpPr>
          <p:spPr>
            <a:xfrm>
              <a:off x="2482575" y="219505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9"/>
            <p:cNvSpPr/>
            <p:nvPr/>
          </p:nvSpPr>
          <p:spPr>
            <a:xfrm>
              <a:off x="2664400" y="219505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9"/>
            <p:cNvSpPr/>
            <p:nvPr/>
          </p:nvSpPr>
          <p:spPr>
            <a:xfrm>
              <a:off x="2690250" y="2195050"/>
              <a:ext cx="26275" cy="26275"/>
            </a:xfrm>
            <a:custGeom>
              <a:avLst/>
              <a:gdLst/>
              <a:ahLst/>
              <a:cxnLst/>
              <a:rect l="l" t="t" r="r" b="b"/>
              <a:pathLst>
                <a:path w="1051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51" y="1051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9"/>
            <p:cNvSpPr/>
            <p:nvPr/>
          </p:nvSpPr>
          <p:spPr>
            <a:xfrm>
              <a:off x="2716500" y="2195050"/>
              <a:ext cx="25900" cy="26275"/>
            </a:xfrm>
            <a:custGeom>
              <a:avLst/>
              <a:gdLst/>
              <a:ahLst/>
              <a:cxnLst/>
              <a:rect l="l" t="t" r="r" b="b"/>
              <a:pathLst>
                <a:path w="1036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9"/>
            <p:cNvSpPr/>
            <p:nvPr/>
          </p:nvSpPr>
          <p:spPr>
            <a:xfrm>
              <a:off x="2482575" y="2221300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9"/>
            <p:cNvSpPr/>
            <p:nvPr/>
          </p:nvSpPr>
          <p:spPr>
            <a:xfrm>
              <a:off x="2586400" y="2221300"/>
              <a:ext cx="26300" cy="25900"/>
            </a:xfrm>
            <a:custGeom>
              <a:avLst/>
              <a:gdLst/>
              <a:ahLst/>
              <a:cxnLst/>
              <a:rect l="l" t="t" r="r" b="b"/>
              <a:pathLst>
                <a:path w="1052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9"/>
            <p:cNvSpPr/>
            <p:nvPr/>
          </p:nvSpPr>
          <p:spPr>
            <a:xfrm>
              <a:off x="2690250" y="2221300"/>
              <a:ext cx="26275" cy="25900"/>
            </a:xfrm>
            <a:custGeom>
              <a:avLst/>
              <a:gdLst/>
              <a:ahLst/>
              <a:cxnLst/>
              <a:rect l="l" t="t" r="r" b="b"/>
              <a:pathLst>
                <a:path w="1051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9"/>
            <p:cNvSpPr/>
            <p:nvPr/>
          </p:nvSpPr>
          <p:spPr>
            <a:xfrm>
              <a:off x="2456700" y="2247175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9"/>
            <p:cNvSpPr/>
            <p:nvPr/>
          </p:nvSpPr>
          <p:spPr>
            <a:xfrm>
              <a:off x="2482575" y="2247175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9"/>
            <p:cNvSpPr/>
            <p:nvPr/>
          </p:nvSpPr>
          <p:spPr>
            <a:xfrm>
              <a:off x="2560550" y="2247175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9"/>
            <p:cNvSpPr/>
            <p:nvPr/>
          </p:nvSpPr>
          <p:spPr>
            <a:xfrm>
              <a:off x="2586400" y="2247175"/>
              <a:ext cx="26300" cy="25875"/>
            </a:xfrm>
            <a:custGeom>
              <a:avLst/>
              <a:gdLst/>
              <a:ahLst/>
              <a:cxnLst/>
              <a:rect l="l" t="t" r="r" b="b"/>
              <a:pathLst>
                <a:path w="1052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9"/>
            <p:cNvSpPr/>
            <p:nvPr/>
          </p:nvSpPr>
          <p:spPr>
            <a:xfrm>
              <a:off x="2612675" y="2247175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9"/>
            <p:cNvSpPr/>
            <p:nvPr/>
          </p:nvSpPr>
          <p:spPr>
            <a:xfrm>
              <a:off x="2690250" y="2247175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9"/>
            <p:cNvSpPr/>
            <p:nvPr/>
          </p:nvSpPr>
          <p:spPr>
            <a:xfrm>
              <a:off x="2482575" y="22730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9"/>
            <p:cNvSpPr/>
            <p:nvPr/>
          </p:nvSpPr>
          <p:spPr>
            <a:xfrm>
              <a:off x="2586400" y="2273025"/>
              <a:ext cx="26300" cy="25900"/>
            </a:xfrm>
            <a:custGeom>
              <a:avLst/>
              <a:gdLst/>
              <a:ahLst/>
              <a:cxnLst/>
              <a:rect l="l" t="t" r="r" b="b"/>
              <a:pathLst>
                <a:path w="1052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9"/>
            <p:cNvSpPr/>
            <p:nvPr/>
          </p:nvSpPr>
          <p:spPr>
            <a:xfrm>
              <a:off x="2664400" y="22730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9"/>
            <p:cNvSpPr/>
            <p:nvPr/>
          </p:nvSpPr>
          <p:spPr>
            <a:xfrm>
              <a:off x="2742375" y="22730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9"/>
            <p:cNvSpPr/>
            <p:nvPr/>
          </p:nvSpPr>
          <p:spPr>
            <a:xfrm>
              <a:off x="2508425" y="2298900"/>
              <a:ext cx="26275" cy="26275"/>
            </a:xfrm>
            <a:custGeom>
              <a:avLst/>
              <a:gdLst/>
              <a:ahLst/>
              <a:cxnLst/>
              <a:rect l="l" t="t" r="r" b="b"/>
              <a:pathLst>
                <a:path w="1051" h="1051" extrusionOk="0">
                  <a:moveTo>
                    <a:pt x="1" y="0"/>
                  </a:moveTo>
                  <a:lnTo>
                    <a:pt x="1" y="1050"/>
                  </a:lnTo>
                  <a:lnTo>
                    <a:pt x="1051" y="1050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9"/>
            <p:cNvSpPr/>
            <p:nvPr/>
          </p:nvSpPr>
          <p:spPr>
            <a:xfrm>
              <a:off x="2586400" y="2298900"/>
              <a:ext cx="26300" cy="26275"/>
            </a:xfrm>
            <a:custGeom>
              <a:avLst/>
              <a:gdLst/>
              <a:ahLst/>
              <a:cxnLst/>
              <a:rect l="l" t="t" r="r" b="b"/>
              <a:pathLst>
                <a:path w="1052" h="1051" extrusionOk="0">
                  <a:moveTo>
                    <a:pt x="1" y="0"/>
                  </a:moveTo>
                  <a:lnTo>
                    <a:pt x="1" y="1050"/>
                  </a:lnTo>
                  <a:lnTo>
                    <a:pt x="1051" y="1050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9"/>
            <p:cNvSpPr/>
            <p:nvPr/>
          </p:nvSpPr>
          <p:spPr>
            <a:xfrm>
              <a:off x="2664400" y="229890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0"/>
                  </a:moveTo>
                  <a:lnTo>
                    <a:pt x="0" y="1050"/>
                  </a:lnTo>
                  <a:lnTo>
                    <a:pt x="1035" y="1050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9"/>
            <p:cNvSpPr/>
            <p:nvPr/>
          </p:nvSpPr>
          <p:spPr>
            <a:xfrm>
              <a:off x="2716500" y="2298900"/>
              <a:ext cx="25900" cy="26275"/>
            </a:xfrm>
            <a:custGeom>
              <a:avLst/>
              <a:gdLst/>
              <a:ahLst/>
              <a:cxnLst/>
              <a:rect l="l" t="t" r="r" b="b"/>
              <a:pathLst>
                <a:path w="1036" h="1051" extrusionOk="0">
                  <a:moveTo>
                    <a:pt x="1" y="0"/>
                  </a:moveTo>
                  <a:lnTo>
                    <a:pt x="1" y="1050"/>
                  </a:lnTo>
                  <a:lnTo>
                    <a:pt x="1035" y="1050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9"/>
            <p:cNvSpPr/>
            <p:nvPr/>
          </p:nvSpPr>
          <p:spPr>
            <a:xfrm>
              <a:off x="2430450" y="232515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9"/>
            <p:cNvSpPr/>
            <p:nvPr/>
          </p:nvSpPr>
          <p:spPr>
            <a:xfrm>
              <a:off x="2456700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9"/>
            <p:cNvSpPr/>
            <p:nvPr/>
          </p:nvSpPr>
          <p:spPr>
            <a:xfrm>
              <a:off x="2482575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9"/>
            <p:cNvSpPr/>
            <p:nvPr/>
          </p:nvSpPr>
          <p:spPr>
            <a:xfrm>
              <a:off x="2508425" y="232515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9"/>
            <p:cNvSpPr/>
            <p:nvPr/>
          </p:nvSpPr>
          <p:spPr>
            <a:xfrm>
              <a:off x="2534675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9"/>
            <p:cNvSpPr/>
            <p:nvPr/>
          </p:nvSpPr>
          <p:spPr>
            <a:xfrm>
              <a:off x="2560550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9"/>
            <p:cNvSpPr/>
            <p:nvPr/>
          </p:nvSpPr>
          <p:spPr>
            <a:xfrm>
              <a:off x="2586400" y="2325150"/>
              <a:ext cx="26300" cy="25875"/>
            </a:xfrm>
            <a:custGeom>
              <a:avLst/>
              <a:gdLst/>
              <a:ahLst/>
              <a:cxnLst/>
              <a:rect l="l" t="t" r="r" b="b"/>
              <a:pathLst>
                <a:path w="1052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9"/>
            <p:cNvSpPr/>
            <p:nvPr/>
          </p:nvSpPr>
          <p:spPr>
            <a:xfrm>
              <a:off x="2612675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9"/>
            <p:cNvSpPr/>
            <p:nvPr/>
          </p:nvSpPr>
          <p:spPr>
            <a:xfrm>
              <a:off x="2638525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9"/>
            <p:cNvSpPr/>
            <p:nvPr/>
          </p:nvSpPr>
          <p:spPr>
            <a:xfrm>
              <a:off x="2664400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9"/>
            <p:cNvSpPr/>
            <p:nvPr/>
          </p:nvSpPr>
          <p:spPr>
            <a:xfrm>
              <a:off x="2690250" y="232515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9"/>
            <p:cNvSpPr/>
            <p:nvPr/>
          </p:nvSpPr>
          <p:spPr>
            <a:xfrm>
              <a:off x="2716500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9"/>
            <p:cNvSpPr/>
            <p:nvPr/>
          </p:nvSpPr>
          <p:spPr>
            <a:xfrm>
              <a:off x="2742375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16" name="Google Shape;4416;p9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4417" name="Google Shape;4417;p9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4418" name="Google Shape;4418;p9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9" name="Google Shape;4419;p9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0" name="Google Shape;4420;p9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1" name="Google Shape;4421;p9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2" name="Google Shape;4422;p9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3" name="Google Shape;4423;p9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4" name="Google Shape;4424;p9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5" name="Google Shape;4425;p9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6" name="Google Shape;4426;p9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7" name="Google Shape;4427;p9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8" name="Google Shape;4428;p9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9" name="Google Shape;4429;p9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0" name="Google Shape;4430;p9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1" name="Google Shape;4431;p9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2" name="Google Shape;4432;p9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3" name="Google Shape;4433;p9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4" name="Google Shape;4434;p9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5" name="Google Shape;4435;p9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6" name="Google Shape;4436;p9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7" name="Google Shape;4437;p9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8" name="Google Shape;4438;p9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9" name="Google Shape;4439;p9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0" name="Google Shape;4440;p9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1" name="Google Shape;4441;p9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2" name="Google Shape;4442;p9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3" name="Google Shape;4443;p9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4" name="Google Shape;4444;p9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45" name="Google Shape;4445;p9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4446" name="Google Shape;4446;p9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7" name="Google Shape;4447;p9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8" name="Google Shape;4448;p9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9" name="Google Shape;4449;p9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0" name="Google Shape;4450;p9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1" name="Google Shape;4451;p9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2" name="Google Shape;4452;p9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3" name="Google Shape;4453;p9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4" name="Google Shape;4454;p9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5" name="Google Shape;4455;p9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6" name="Google Shape;4456;p9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7" name="Google Shape;4457;p9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8" name="Google Shape;4458;p9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9" name="Google Shape;4459;p9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0" name="Google Shape;4460;p9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1" name="Google Shape;4461;p9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2" name="Google Shape;4462;p9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3" name="Google Shape;4463;p9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4" name="Google Shape;4464;p9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5" name="Google Shape;4465;p9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6" name="Google Shape;4466;p9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7" name="Google Shape;4467;p9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8" name="Google Shape;4468;p9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9" name="Google Shape;4469;p9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0" name="Google Shape;4470;p9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1" name="Google Shape;4471;p9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2" name="Google Shape;4472;p9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73" name="Google Shape;4473;p9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4474" name="Google Shape;4474;p9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5" name="Google Shape;4475;p9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6" name="Google Shape;4476;p9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7" name="Google Shape;4477;p9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8" name="Google Shape;4478;p9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9" name="Google Shape;4479;p9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0" name="Google Shape;4480;p9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1" name="Google Shape;4481;p9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2" name="Google Shape;4482;p9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3" name="Google Shape;4483;p9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4" name="Google Shape;4484;p9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5" name="Google Shape;4485;p9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6" name="Google Shape;4486;p9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7" name="Google Shape;4487;p9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8" name="Google Shape;4488;p9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9" name="Google Shape;4489;p9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0" name="Google Shape;4490;p9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1" name="Google Shape;4491;p9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2" name="Google Shape;4492;p9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3" name="Google Shape;4493;p9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4" name="Google Shape;4494;p9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5" name="Google Shape;4495;p9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6" name="Google Shape;4496;p9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7" name="Google Shape;4497;p9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8" name="Google Shape;4498;p9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9" name="Google Shape;4499;p9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0" name="Google Shape;4500;p9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501" name="Google Shape;4501;p9"/>
          <p:cNvSpPr txBox="1">
            <a:spLocks noGrp="1"/>
          </p:cNvSpPr>
          <p:nvPr>
            <p:ph type="title"/>
          </p:nvPr>
        </p:nvSpPr>
        <p:spPr>
          <a:xfrm>
            <a:off x="4447737" y="1770150"/>
            <a:ext cx="36036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5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4502" name="Google Shape;4502;p9"/>
          <p:cNvSpPr txBox="1">
            <a:spLocks noGrp="1"/>
          </p:cNvSpPr>
          <p:nvPr>
            <p:ph type="subTitle" idx="1"/>
          </p:nvPr>
        </p:nvSpPr>
        <p:spPr>
          <a:xfrm>
            <a:off x="4447737" y="2611950"/>
            <a:ext cx="3603600" cy="76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4" name="Google Shape;4504;p10"/>
          <p:cNvGrpSpPr/>
          <p:nvPr/>
        </p:nvGrpSpPr>
        <p:grpSpPr>
          <a:xfrm>
            <a:off x="195182" y="3691706"/>
            <a:ext cx="1049633" cy="523940"/>
            <a:chOff x="138482" y="584556"/>
            <a:chExt cx="1049633" cy="523940"/>
          </a:xfrm>
        </p:grpSpPr>
        <p:sp>
          <p:nvSpPr>
            <p:cNvPr id="4505" name="Google Shape;4505;p10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10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10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10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10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10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10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10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10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10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10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10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10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10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10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20" name="Google Shape;4520;p10"/>
          <p:cNvGrpSpPr/>
          <p:nvPr/>
        </p:nvGrpSpPr>
        <p:grpSpPr>
          <a:xfrm flipH="1">
            <a:off x="6796207" y="-278031"/>
            <a:ext cx="1049633" cy="523940"/>
            <a:chOff x="138482" y="584556"/>
            <a:chExt cx="1049633" cy="523940"/>
          </a:xfrm>
        </p:grpSpPr>
        <p:sp>
          <p:nvSpPr>
            <p:cNvPr id="4521" name="Google Shape;4521;p10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10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10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10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10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10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10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10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10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10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10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10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10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10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10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36" name="Google Shape;4536;p10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4537" name="Google Shape;4537;p10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4538" name="Google Shape;4538;p10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9" name="Google Shape;4539;p10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0" name="Google Shape;4540;p10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1" name="Google Shape;4541;p10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2" name="Google Shape;4542;p10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3" name="Google Shape;4543;p10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4" name="Google Shape;4544;p10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5" name="Google Shape;4545;p10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6" name="Google Shape;4546;p10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7" name="Google Shape;4547;p10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8" name="Google Shape;4548;p10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9" name="Google Shape;4549;p10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0" name="Google Shape;4550;p10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1" name="Google Shape;4551;p10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2" name="Google Shape;4552;p10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3" name="Google Shape;4553;p10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4" name="Google Shape;4554;p10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5" name="Google Shape;4555;p10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6" name="Google Shape;4556;p10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7" name="Google Shape;4557;p10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8" name="Google Shape;4558;p10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9" name="Google Shape;4559;p10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0" name="Google Shape;4560;p10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1" name="Google Shape;4561;p10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2" name="Google Shape;4562;p10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3" name="Google Shape;4563;p10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4" name="Google Shape;4564;p10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65" name="Google Shape;4565;p10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4566" name="Google Shape;4566;p10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7" name="Google Shape;4567;p10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8" name="Google Shape;4568;p10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9" name="Google Shape;4569;p10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0" name="Google Shape;4570;p10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1" name="Google Shape;4571;p10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2" name="Google Shape;4572;p10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3" name="Google Shape;4573;p10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4" name="Google Shape;4574;p10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5" name="Google Shape;4575;p10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6" name="Google Shape;4576;p10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7" name="Google Shape;4577;p10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8" name="Google Shape;4578;p10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9" name="Google Shape;4579;p10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0" name="Google Shape;4580;p10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1" name="Google Shape;4581;p10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2" name="Google Shape;4582;p10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3" name="Google Shape;4583;p10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4" name="Google Shape;4584;p10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5" name="Google Shape;4585;p10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6" name="Google Shape;4586;p10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7" name="Google Shape;4587;p10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8" name="Google Shape;4588;p10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9" name="Google Shape;4589;p10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0" name="Google Shape;4590;p10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1" name="Google Shape;4591;p10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2" name="Google Shape;4592;p10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93" name="Google Shape;4593;p10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4594" name="Google Shape;4594;p10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5" name="Google Shape;4595;p10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6" name="Google Shape;4596;p10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7" name="Google Shape;4597;p10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8" name="Google Shape;4598;p10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9" name="Google Shape;4599;p10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0" name="Google Shape;4600;p10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1" name="Google Shape;4601;p10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2" name="Google Shape;4602;p10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3" name="Google Shape;4603;p10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4" name="Google Shape;4604;p10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5" name="Google Shape;4605;p10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6" name="Google Shape;4606;p10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7" name="Google Shape;4607;p10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8" name="Google Shape;4608;p10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9" name="Google Shape;4609;p10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0" name="Google Shape;4610;p10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1" name="Google Shape;4611;p10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2" name="Google Shape;4612;p10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3" name="Google Shape;4613;p10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4" name="Google Shape;4614;p10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5" name="Google Shape;4615;p10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6" name="Google Shape;4616;p10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7" name="Google Shape;4617;p10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8" name="Google Shape;4618;p10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9" name="Google Shape;4619;p10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0" name="Google Shape;4620;p10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621" name="Google Shape;4621;p10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4622" name="Google Shape;4622;p10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4623" name="Google Shape;4623;p1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4" name="Google Shape;4624;p1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5" name="Google Shape;4625;p1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6" name="Google Shape;4626;p1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7" name="Google Shape;4627;p1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8" name="Google Shape;4628;p1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9" name="Google Shape;4629;p1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0" name="Google Shape;4630;p1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1" name="Google Shape;4631;p1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2" name="Google Shape;4632;p1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3" name="Google Shape;4633;p1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4" name="Google Shape;4634;p1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5" name="Google Shape;4635;p1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6" name="Google Shape;4636;p1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7" name="Google Shape;4637;p1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8" name="Google Shape;4638;p1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9" name="Google Shape;4639;p1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0" name="Google Shape;4640;p1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1" name="Google Shape;4641;p1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2" name="Google Shape;4642;p1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3" name="Google Shape;4643;p1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4" name="Google Shape;4644;p1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5" name="Google Shape;4645;p1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6" name="Google Shape;4646;p1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7" name="Google Shape;4647;p1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8" name="Google Shape;4648;p1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9" name="Google Shape;4649;p1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0" name="Google Shape;4650;p1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1" name="Google Shape;4651;p1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2" name="Google Shape;4652;p1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3" name="Google Shape;4653;p1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4" name="Google Shape;4654;p1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5" name="Google Shape;4655;p1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6" name="Google Shape;4656;p1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7" name="Google Shape;4657;p1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8" name="Google Shape;4658;p1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9" name="Google Shape;4659;p1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0" name="Google Shape;4660;p1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1" name="Google Shape;4661;p1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2" name="Google Shape;4662;p1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3" name="Google Shape;4663;p1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4" name="Google Shape;4664;p1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5" name="Google Shape;4665;p1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66" name="Google Shape;4666;p10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4667" name="Google Shape;4667;p1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8" name="Google Shape;4668;p1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9" name="Google Shape;4669;p1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0" name="Google Shape;4670;p1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1" name="Google Shape;4671;p1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2" name="Google Shape;4672;p1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3" name="Google Shape;4673;p1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4" name="Google Shape;4674;p1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5" name="Google Shape;4675;p1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6" name="Google Shape;4676;p1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7" name="Google Shape;4677;p1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8" name="Google Shape;4678;p1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9" name="Google Shape;4679;p1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0" name="Google Shape;4680;p1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1" name="Google Shape;4681;p1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2" name="Google Shape;4682;p1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3" name="Google Shape;4683;p1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4" name="Google Shape;4684;p1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5" name="Google Shape;4685;p1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6" name="Google Shape;4686;p1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7" name="Google Shape;4687;p1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8" name="Google Shape;4688;p1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9" name="Google Shape;4689;p1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0" name="Google Shape;4690;p1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1" name="Google Shape;4691;p1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2" name="Google Shape;4692;p1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3" name="Google Shape;4693;p1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4" name="Google Shape;4694;p1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5" name="Google Shape;4695;p1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6" name="Google Shape;4696;p1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7" name="Google Shape;4697;p1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8" name="Google Shape;4698;p1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9" name="Google Shape;4699;p1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0" name="Google Shape;4700;p1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1" name="Google Shape;4701;p1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2" name="Google Shape;4702;p1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3" name="Google Shape;4703;p1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4" name="Google Shape;4704;p1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5" name="Google Shape;4705;p1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6" name="Google Shape;4706;p1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7" name="Google Shape;4707;p1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8" name="Google Shape;4708;p1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9" name="Google Shape;4709;p1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10" name="Google Shape;4710;p10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4711" name="Google Shape;4711;p1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2" name="Google Shape;4712;p1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3" name="Google Shape;4713;p1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4" name="Google Shape;4714;p1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5" name="Google Shape;4715;p1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6" name="Google Shape;4716;p1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7" name="Google Shape;4717;p1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8" name="Google Shape;4718;p1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9" name="Google Shape;4719;p1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0" name="Google Shape;4720;p1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1" name="Google Shape;4721;p1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2" name="Google Shape;4722;p1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3" name="Google Shape;4723;p1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4" name="Google Shape;4724;p1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5" name="Google Shape;4725;p1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6" name="Google Shape;4726;p1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7" name="Google Shape;4727;p1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8" name="Google Shape;4728;p1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9" name="Google Shape;4729;p1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0" name="Google Shape;4730;p1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1" name="Google Shape;4731;p1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2" name="Google Shape;4732;p1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3" name="Google Shape;4733;p1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4" name="Google Shape;4734;p1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5" name="Google Shape;4735;p1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6" name="Google Shape;4736;p1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7" name="Google Shape;4737;p1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8" name="Google Shape;4738;p1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9" name="Google Shape;4739;p1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0" name="Google Shape;4740;p1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1" name="Google Shape;4741;p1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2" name="Google Shape;4742;p1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3" name="Google Shape;4743;p1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4" name="Google Shape;4744;p1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5" name="Google Shape;4745;p1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6" name="Google Shape;4746;p1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7" name="Google Shape;4747;p1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8" name="Google Shape;4748;p1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9" name="Google Shape;4749;p1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0" name="Google Shape;4750;p1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1" name="Google Shape;4751;p1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2" name="Google Shape;4752;p1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3" name="Google Shape;4753;p1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54" name="Google Shape;4754;p10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4755" name="Google Shape;4755;p1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6" name="Google Shape;4756;p1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7" name="Google Shape;4757;p1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8" name="Google Shape;4758;p1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9" name="Google Shape;4759;p1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0" name="Google Shape;4760;p1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1" name="Google Shape;4761;p1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2" name="Google Shape;4762;p1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3" name="Google Shape;4763;p1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4" name="Google Shape;4764;p1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5" name="Google Shape;4765;p1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6" name="Google Shape;4766;p1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7" name="Google Shape;4767;p1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8" name="Google Shape;4768;p1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9" name="Google Shape;4769;p1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0" name="Google Shape;4770;p1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1" name="Google Shape;4771;p1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2" name="Google Shape;4772;p1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3" name="Google Shape;4773;p1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4" name="Google Shape;4774;p1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5" name="Google Shape;4775;p1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6" name="Google Shape;4776;p1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7" name="Google Shape;4777;p1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8" name="Google Shape;4778;p1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9" name="Google Shape;4779;p1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0" name="Google Shape;4780;p1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1" name="Google Shape;4781;p1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2" name="Google Shape;4782;p1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3" name="Google Shape;4783;p1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4" name="Google Shape;4784;p1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5" name="Google Shape;4785;p1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6" name="Google Shape;4786;p1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7" name="Google Shape;4787;p1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8" name="Google Shape;4788;p1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9" name="Google Shape;4789;p1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0" name="Google Shape;4790;p1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1" name="Google Shape;4791;p1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2" name="Google Shape;4792;p1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3" name="Google Shape;4793;p1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4" name="Google Shape;4794;p1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5" name="Google Shape;4795;p1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6" name="Google Shape;4796;p1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7" name="Google Shape;4797;p1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98" name="Google Shape;4798;p10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4799" name="Google Shape;4799;p1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0" name="Google Shape;4800;p1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1" name="Google Shape;4801;p1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2" name="Google Shape;4802;p1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3" name="Google Shape;4803;p1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4" name="Google Shape;4804;p1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5" name="Google Shape;4805;p1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6" name="Google Shape;4806;p1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7" name="Google Shape;4807;p1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8" name="Google Shape;4808;p1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9" name="Google Shape;4809;p1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0" name="Google Shape;4810;p1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1" name="Google Shape;4811;p1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2" name="Google Shape;4812;p1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3" name="Google Shape;4813;p1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4" name="Google Shape;4814;p1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5" name="Google Shape;4815;p1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6" name="Google Shape;4816;p1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7" name="Google Shape;4817;p1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8" name="Google Shape;4818;p1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9" name="Google Shape;4819;p1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0" name="Google Shape;4820;p1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1" name="Google Shape;4821;p1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2" name="Google Shape;4822;p1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3" name="Google Shape;4823;p1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4" name="Google Shape;4824;p1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5" name="Google Shape;4825;p1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6" name="Google Shape;4826;p1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7" name="Google Shape;4827;p1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8" name="Google Shape;4828;p1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9" name="Google Shape;4829;p1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0" name="Google Shape;4830;p1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1" name="Google Shape;4831;p1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2" name="Google Shape;4832;p1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3" name="Google Shape;4833;p1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4" name="Google Shape;4834;p1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5" name="Google Shape;4835;p1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6" name="Google Shape;4836;p1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7" name="Google Shape;4837;p1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8" name="Google Shape;4838;p1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9" name="Google Shape;4839;p1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0" name="Google Shape;4840;p1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1" name="Google Shape;4841;p1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42" name="Google Shape;4842;p10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4843" name="Google Shape;4843;p1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4" name="Google Shape;4844;p1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5" name="Google Shape;4845;p1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6" name="Google Shape;4846;p1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7" name="Google Shape;4847;p1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8" name="Google Shape;4848;p1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9" name="Google Shape;4849;p1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0" name="Google Shape;4850;p1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1" name="Google Shape;4851;p1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2" name="Google Shape;4852;p1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3" name="Google Shape;4853;p1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4" name="Google Shape;4854;p1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5" name="Google Shape;4855;p1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6" name="Google Shape;4856;p1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7" name="Google Shape;4857;p1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8" name="Google Shape;4858;p1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9" name="Google Shape;4859;p1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0" name="Google Shape;4860;p1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1" name="Google Shape;4861;p1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2" name="Google Shape;4862;p1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3" name="Google Shape;4863;p1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4" name="Google Shape;4864;p1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5" name="Google Shape;4865;p1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6" name="Google Shape;4866;p1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7" name="Google Shape;4867;p1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8" name="Google Shape;4868;p1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9" name="Google Shape;4869;p1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0" name="Google Shape;4870;p1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1" name="Google Shape;4871;p1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2" name="Google Shape;4872;p1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3" name="Google Shape;4873;p1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4" name="Google Shape;4874;p1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5" name="Google Shape;4875;p1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6" name="Google Shape;4876;p1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7" name="Google Shape;4877;p1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8" name="Google Shape;4878;p1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9" name="Google Shape;4879;p1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0" name="Google Shape;4880;p1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1" name="Google Shape;4881;p1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2" name="Google Shape;4882;p1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3" name="Google Shape;4883;p1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4" name="Google Shape;4884;p1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5" name="Google Shape;4885;p1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86" name="Google Shape;4886;p10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4887" name="Google Shape;4887;p1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8" name="Google Shape;4888;p1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9" name="Google Shape;4889;p1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0" name="Google Shape;4890;p1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1" name="Google Shape;4891;p1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2" name="Google Shape;4892;p1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3" name="Google Shape;4893;p1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4" name="Google Shape;4894;p1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5" name="Google Shape;4895;p1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6" name="Google Shape;4896;p1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7" name="Google Shape;4897;p1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8" name="Google Shape;4898;p1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9" name="Google Shape;4899;p1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0" name="Google Shape;4900;p1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1" name="Google Shape;4901;p1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2" name="Google Shape;4902;p1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3" name="Google Shape;4903;p1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4" name="Google Shape;4904;p1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5" name="Google Shape;4905;p1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6" name="Google Shape;4906;p1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7" name="Google Shape;4907;p1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8" name="Google Shape;4908;p1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9" name="Google Shape;4909;p1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0" name="Google Shape;4910;p1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1" name="Google Shape;4911;p1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2" name="Google Shape;4912;p1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3" name="Google Shape;4913;p1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4" name="Google Shape;4914;p1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5" name="Google Shape;4915;p1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6" name="Google Shape;4916;p1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7" name="Google Shape;4917;p1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8" name="Google Shape;4918;p1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9" name="Google Shape;4919;p1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0" name="Google Shape;4920;p1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1" name="Google Shape;4921;p1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2" name="Google Shape;4922;p1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3" name="Google Shape;4923;p1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4" name="Google Shape;4924;p1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5" name="Google Shape;4925;p1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6" name="Google Shape;4926;p1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7" name="Google Shape;4927;p1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8" name="Google Shape;4928;p1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9" name="Google Shape;4929;p1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30" name="Google Shape;4930;p10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4931" name="Google Shape;4931;p1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2" name="Google Shape;4932;p1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3" name="Google Shape;4933;p1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4" name="Google Shape;4934;p1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5" name="Google Shape;4935;p1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6" name="Google Shape;4936;p1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7" name="Google Shape;4937;p1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8" name="Google Shape;4938;p1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9" name="Google Shape;4939;p1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0" name="Google Shape;4940;p1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1" name="Google Shape;4941;p1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2" name="Google Shape;4942;p1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3" name="Google Shape;4943;p1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4" name="Google Shape;4944;p1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5" name="Google Shape;4945;p1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6" name="Google Shape;4946;p1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7" name="Google Shape;4947;p1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8" name="Google Shape;4948;p1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9" name="Google Shape;4949;p1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0" name="Google Shape;4950;p1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1" name="Google Shape;4951;p1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2" name="Google Shape;4952;p1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3" name="Google Shape;4953;p1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4" name="Google Shape;4954;p1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5" name="Google Shape;4955;p1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6" name="Google Shape;4956;p1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7" name="Google Shape;4957;p1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8" name="Google Shape;4958;p1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9" name="Google Shape;4959;p1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0" name="Google Shape;4960;p1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1" name="Google Shape;4961;p1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2" name="Google Shape;4962;p1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3" name="Google Shape;4963;p1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4" name="Google Shape;4964;p1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5" name="Google Shape;4965;p1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6" name="Google Shape;4966;p1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7" name="Google Shape;4967;p1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8" name="Google Shape;4968;p1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9" name="Google Shape;4969;p1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0" name="Google Shape;4970;p1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1" name="Google Shape;4971;p1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2" name="Google Shape;4972;p1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3" name="Google Shape;4973;p1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74" name="Google Shape;4974;p10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4975" name="Google Shape;4975;p1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6" name="Google Shape;4976;p1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7" name="Google Shape;4977;p1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8" name="Google Shape;4978;p1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9" name="Google Shape;4979;p1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0" name="Google Shape;4980;p1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1" name="Google Shape;4981;p1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2" name="Google Shape;4982;p1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3" name="Google Shape;4983;p1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4" name="Google Shape;4984;p1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5" name="Google Shape;4985;p1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6" name="Google Shape;4986;p1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7" name="Google Shape;4987;p1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8" name="Google Shape;4988;p1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9" name="Google Shape;4989;p1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0" name="Google Shape;4990;p1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1" name="Google Shape;4991;p1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2" name="Google Shape;4992;p1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3" name="Google Shape;4993;p1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4" name="Google Shape;4994;p1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5" name="Google Shape;4995;p1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6" name="Google Shape;4996;p1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7" name="Google Shape;4997;p1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8" name="Google Shape;4998;p1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9" name="Google Shape;4999;p1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0" name="Google Shape;5000;p1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1" name="Google Shape;5001;p1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2" name="Google Shape;5002;p1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3" name="Google Shape;5003;p1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4" name="Google Shape;5004;p1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5" name="Google Shape;5005;p1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6" name="Google Shape;5006;p1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7" name="Google Shape;5007;p1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8" name="Google Shape;5008;p1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9" name="Google Shape;5009;p1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0" name="Google Shape;5010;p1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1" name="Google Shape;5011;p1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2" name="Google Shape;5012;p1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3" name="Google Shape;5013;p1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4" name="Google Shape;5014;p1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5" name="Google Shape;5015;p1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6" name="Google Shape;5016;p1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7" name="Google Shape;5017;p1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018" name="Google Shape;5018;p10"/>
          <p:cNvSpPr txBox="1">
            <a:spLocks noGrp="1"/>
          </p:cNvSpPr>
          <p:nvPr>
            <p:ph type="title"/>
          </p:nvPr>
        </p:nvSpPr>
        <p:spPr>
          <a:xfrm>
            <a:off x="1125175" y="1061063"/>
            <a:ext cx="2857500" cy="1696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20" name="Google Shape;5020;p11"/>
          <p:cNvGrpSpPr/>
          <p:nvPr/>
        </p:nvGrpSpPr>
        <p:grpSpPr>
          <a:xfrm>
            <a:off x="-367743" y="1734756"/>
            <a:ext cx="1049633" cy="523940"/>
            <a:chOff x="138482" y="584556"/>
            <a:chExt cx="1049633" cy="523940"/>
          </a:xfrm>
        </p:grpSpPr>
        <p:sp>
          <p:nvSpPr>
            <p:cNvPr id="5021" name="Google Shape;5021;p11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11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11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11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11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11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11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11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11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11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11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11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11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11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11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36" name="Google Shape;5036;p11"/>
          <p:cNvGrpSpPr/>
          <p:nvPr/>
        </p:nvGrpSpPr>
        <p:grpSpPr>
          <a:xfrm flipH="1">
            <a:off x="7374357" y="118381"/>
            <a:ext cx="1049633" cy="523940"/>
            <a:chOff x="138482" y="584556"/>
            <a:chExt cx="1049633" cy="523940"/>
          </a:xfrm>
        </p:grpSpPr>
        <p:sp>
          <p:nvSpPr>
            <p:cNvPr id="5037" name="Google Shape;5037;p11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11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11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11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11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11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11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11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11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11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11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11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11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11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11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52" name="Google Shape;5052;p11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5053" name="Google Shape;5053;p11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5054" name="Google Shape;5054;p1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5" name="Google Shape;5055;p1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6" name="Google Shape;5056;p1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7" name="Google Shape;5057;p1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8" name="Google Shape;5058;p1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9" name="Google Shape;5059;p1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0" name="Google Shape;5060;p1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1" name="Google Shape;5061;p1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2" name="Google Shape;5062;p1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3" name="Google Shape;5063;p1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4" name="Google Shape;5064;p1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5" name="Google Shape;5065;p1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6" name="Google Shape;5066;p1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7" name="Google Shape;5067;p1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8" name="Google Shape;5068;p1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9" name="Google Shape;5069;p1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0" name="Google Shape;5070;p1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1" name="Google Shape;5071;p1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2" name="Google Shape;5072;p1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3" name="Google Shape;5073;p1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4" name="Google Shape;5074;p1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5" name="Google Shape;5075;p1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6" name="Google Shape;5076;p1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7" name="Google Shape;5077;p1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8" name="Google Shape;5078;p1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9" name="Google Shape;5079;p1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0" name="Google Shape;5080;p1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1" name="Google Shape;5081;p1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2" name="Google Shape;5082;p1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3" name="Google Shape;5083;p1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4" name="Google Shape;5084;p1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5" name="Google Shape;5085;p1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6" name="Google Shape;5086;p1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7" name="Google Shape;5087;p1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8" name="Google Shape;5088;p1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9" name="Google Shape;5089;p1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0" name="Google Shape;5090;p1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1" name="Google Shape;5091;p1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2" name="Google Shape;5092;p1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3" name="Google Shape;5093;p1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4" name="Google Shape;5094;p1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5" name="Google Shape;5095;p1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6" name="Google Shape;5096;p1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97" name="Google Shape;5097;p11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5098" name="Google Shape;5098;p1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9" name="Google Shape;5099;p1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0" name="Google Shape;5100;p1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1" name="Google Shape;5101;p1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2" name="Google Shape;5102;p1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3" name="Google Shape;5103;p1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4" name="Google Shape;5104;p1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5" name="Google Shape;5105;p1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6" name="Google Shape;5106;p1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7" name="Google Shape;5107;p1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8" name="Google Shape;5108;p1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9" name="Google Shape;5109;p1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0" name="Google Shape;5110;p1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1" name="Google Shape;5111;p1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2" name="Google Shape;5112;p1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3" name="Google Shape;5113;p1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4" name="Google Shape;5114;p1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5" name="Google Shape;5115;p1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6" name="Google Shape;5116;p1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7" name="Google Shape;5117;p1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8" name="Google Shape;5118;p1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9" name="Google Shape;5119;p1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0" name="Google Shape;5120;p1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1" name="Google Shape;5121;p1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2" name="Google Shape;5122;p1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3" name="Google Shape;5123;p1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4" name="Google Shape;5124;p1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5" name="Google Shape;5125;p1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6" name="Google Shape;5126;p1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7" name="Google Shape;5127;p1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8" name="Google Shape;5128;p1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9" name="Google Shape;5129;p1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0" name="Google Shape;5130;p1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1" name="Google Shape;5131;p1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2" name="Google Shape;5132;p1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3" name="Google Shape;5133;p1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4" name="Google Shape;5134;p1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5" name="Google Shape;5135;p1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6" name="Google Shape;5136;p1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7" name="Google Shape;5137;p1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8" name="Google Shape;5138;p1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9" name="Google Shape;5139;p1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0" name="Google Shape;5140;p1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41" name="Google Shape;5141;p11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5142" name="Google Shape;5142;p1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3" name="Google Shape;5143;p1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4" name="Google Shape;5144;p1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5" name="Google Shape;5145;p1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6" name="Google Shape;5146;p1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7" name="Google Shape;5147;p1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8" name="Google Shape;5148;p1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9" name="Google Shape;5149;p1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0" name="Google Shape;5150;p1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1" name="Google Shape;5151;p1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2" name="Google Shape;5152;p1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3" name="Google Shape;5153;p1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4" name="Google Shape;5154;p1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5" name="Google Shape;5155;p1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6" name="Google Shape;5156;p1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7" name="Google Shape;5157;p1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8" name="Google Shape;5158;p1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9" name="Google Shape;5159;p1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0" name="Google Shape;5160;p1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1" name="Google Shape;5161;p1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2" name="Google Shape;5162;p1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3" name="Google Shape;5163;p1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4" name="Google Shape;5164;p1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5" name="Google Shape;5165;p1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6" name="Google Shape;5166;p1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7" name="Google Shape;5167;p1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8" name="Google Shape;5168;p1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9" name="Google Shape;5169;p1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0" name="Google Shape;5170;p1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1" name="Google Shape;5171;p1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2" name="Google Shape;5172;p1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3" name="Google Shape;5173;p1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4" name="Google Shape;5174;p1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5" name="Google Shape;5175;p1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6" name="Google Shape;5176;p1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7" name="Google Shape;5177;p1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8" name="Google Shape;5178;p1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9" name="Google Shape;5179;p1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0" name="Google Shape;5180;p1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1" name="Google Shape;5181;p1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2" name="Google Shape;5182;p1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3" name="Google Shape;5183;p1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4" name="Google Shape;5184;p1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85" name="Google Shape;5185;p11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5186" name="Google Shape;5186;p1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7" name="Google Shape;5187;p1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8" name="Google Shape;5188;p1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9" name="Google Shape;5189;p1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0" name="Google Shape;5190;p1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1" name="Google Shape;5191;p1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2" name="Google Shape;5192;p1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3" name="Google Shape;5193;p1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4" name="Google Shape;5194;p1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5" name="Google Shape;5195;p1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6" name="Google Shape;5196;p1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7" name="Google Shape;5197;p1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8" name="Google Shape;5198;p1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9" name="Google Shape;5199;p1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0" name="Google Shape;5200;p1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1" name="Google Shape;5201;p1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2" name="Google Shape;5202;p1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3" name="Google Shape;5203;p1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4" name="Google Shape;5204;p1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5" name="Google Shape;5205;p1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6" name="Google Shape;5206;p1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7" name="Google Shape;5207;p1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8" name="Google Shape;5208;p1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9" name="Google Shape;5209;p1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0" name="Google Shape;5210;p1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1" name="Google Shape;5211;p1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2" name="Google Shape;5212;p1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3" name="Google Shape;5213;p1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4" name="Google Shape;5214;p1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5" name="Google Shape;5215;p1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6" name="Google Shape;5216;p1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7" name="Google Shape;5217;p1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8" name="Google Shape;5218;p1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9" name="Google Shape;5219;p1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0" name="Google Shape;5220;p1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1" name="Google Shape;5221;p1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2" name="Google Shape;5222;p1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3" name="Google Shape;5223;p1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4" name="Google Shape;5224;p1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5" name="Google Shape;5225;p1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6" name="Google Shape;5226;p1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7" name="Google Shape;5227;p1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8" name="Google Shape;5228;p1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29" name="Google Shape;5229;p11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5230" name="Google Shape;5230;p1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1" name="Google Shape;5231;p1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2" name="Google Shape;5232;p1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3" name="Google Shape;5233;p1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4" name="Google Shape;5234;p1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5" name="Google Shape;5235;p1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6" name="Google Shape;5236;p1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7" name="Google Shape;5237;p1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8" name="Google Shape;5238;p1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9" name="Google Shape;5239;p1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0" name="Google Shape;5240;p1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1" name="Google Shape;5241;p1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2" name="Google Shape;5242;p1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3" name="Google Shape;5243;p1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4" name="Google Shape;5244;p1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5" name="Google Shape;5245;p1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6" name="Google Shape;5246;p1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7" name="Google Shape;5247;p1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8" name="Google Shape;5248;p1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9" name="Google Shape;5249;p1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0" name="Google Shape;5250;p1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1" name="Google Shape;5251;p1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2" name="Google Shape;5252;p1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3" name="Google Shape;5253;p1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4" name="Google Shape;5254;p1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5" name="Google Shape;5255;p1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6" name="Google Shape;5256;p1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7" name="Google Shape;5257;p1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8" name="Google Shape;5258;p1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9" name="Google Shape;5259;p1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0" name="Google Shape;5260;p1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1" name="Google Shape;5261;p1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2" name="Google Shape;5262;p1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3" name="Google Shape;5263;p1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4" name="Google Shape;5264;p1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5" name="Google Shape;5265;p1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6" name="Google Shape;5266;p1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7" name="Google Shape;5267;p1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8" name="Google Shape;5268;p1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9" name="Google Shape;5269;p1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0" name="Google Shape;5270;p1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1" name="Google Shape;5271;p1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2" name="Google Shape;5272;p1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73" name="Google Shape;5273;p11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5274" name="Google Shape;5274;p1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5" name="Google Shape;5275;p1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6" name="Google Shape;5276;p1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7" name="Google Shape;5277;p1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8" name="Google Shape;5278;p1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9" name="Google Shape;5279;p1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0" name="Google Shape;5280;p1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1" name="Google Shape;5281;p1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2" name="Google Shape;5282;p1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3" name="Google Shape;5283;p1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4" name="Google Shape;5284;p1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5" name="Google Shape;5285;p1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6" name="Google Shape;5286;p1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7" name="Google Shape;5287;p1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8" name="Google Shape;5288;p1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9" name="Google Shape;5289;p1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0" name="Google Shape;5290;p1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1" name="Google Shape;5291;p1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2" name="Google Shape;5292;p1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3" name="Google Shape;5293;p1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4" name="Google Shape;5294;p1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5" name="Google Shape;5295;p1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6" name="Google Shape;5296;p1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7" name="Google Shape;5297;p1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8" name="Google Shape;5298;p1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9" name="Google Shape;5299;p1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0" name="Google Shape;5300;p1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1" name="Google Shape;5301;p1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2" name="Google Shape;5302;p1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3" name="Google Shape;5303;p1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4" name="Google Shape;5304;p1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5" name="Google Shape;5305;p1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6" name="Google Shape;5306;p1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7" name="Google Shape;5307;p1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8" name="Google Shape;5308;p1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9" name="Google Shape;5309;p1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0" name="Google Shape;5310;p1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1" name="Google Shape;5311;p1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2" name="Google Shape;5312;p1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3" name="Google Shape;5313;p1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4" name="Google Shape;5314;p1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5" name="Google Shape;5315;p1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6" name="Google Shape;5316;p1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17" name="Google Shape;5317;p11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5318" name="Google Shape;5318;p1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9" name="Google Shape;5319;p1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0" name="Google Shape;5320;p1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1" name="Google Shape;5321;p1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2" name="Google Shape;5322;p1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3" name="Google Shape;5323;p1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4" name="Google Shape;5324;p1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5" name="Google Shape;5325;p1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6" name="Google Shape;5326;p1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7" name="Google Shape;5327;p1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8" name="Google Shape;5328;p1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9" name="Google Shape;5329;p1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0" name="Google Shape;5330;p1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1" name="Google Shape;5331;p1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2" name="Google Shape;5332;p1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3" name="Google Shape;5333;p1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4" name="Google Shape;5334;p1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5" name="Google Shape;5335;p1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6" name="Google Shape;5336;p1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7" name="Google Shape;5337;p1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8" name="Google Shape;5338;p1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9" name="Google Shape;5339;p1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0" name="Google Shape;5340;p1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1" name="Google Shape;5341;p1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2" name="Google Shape;5342;p1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3" name="Google Shape;5343;p1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4" name="Google Shape;5344;p1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5" name="Google Shape;5345;p1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6" name="Google Shape;5346;p1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7" name="Google Shape;5347;p1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8" name="Google Shape;5348;p1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9" name="Google Shape;5349;p1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0" name="Google Shape;5350;p1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1" name="Google Shape;5351;p1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2" name="Google Shape;5352;p1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3" name="Google Shape;5353;p1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4" name="Google Shape;5354;p1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5" name="Google Shape;5355;p1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6" name="Google Shape;5356;p1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7" name="Google Shape;5357;p1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8" name="Google Shape;5358;p1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9" name="Google Shape;5359;p1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0" name="Google Shape;5360;p1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61" name="Google Shape;5361;p11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5362" name="Google Shape;5362;p1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3" name="Google Shape;5363;p1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4" name="Google Shape;5364;p1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5" name="Google Shape;5365;p1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6" name="Google Shape;5366;p1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7" name="Google Shape;5367;p1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8" name="Google Shape;5368;p1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9" name="Google Shape;5369;p1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0" name="Google Shape;5370;p1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1" name="Google Shape;5371;p1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2" name="Google Shape;5372;p1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3" name="Google Shape;5373;p1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4" name="Google Shape;5374;p1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5" name="Google Shape;5375;p1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6" name="Google Shape;5376;p1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7" name="Google Shape;5377;p1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8" name="Google Shape;5378;p1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9" name="Google Shape;5379;p1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0" name="Google Shape;5380;p1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1" name="Google Shape;5381;p1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2" name="Google Shape;5382;p1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3" name="Google Shape;5383;p1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4" name="Google Shape;5384;p1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5" name="Google Shape;5385;p1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6" name="Google Shape;5386;p1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7" name="Google Shape;5387;p1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8" name="Google Shape;5388;p1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9" name="Google Shape;5389;p1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0" name="Google Shape;5390;p1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1" name="Google Shape;5391;p1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2" name="Google Shape;5392;p1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3" name="Google Shape;5393;p1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4" name="Google Shape;5394;p1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5" name="Google Shape;5395;p1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6" name="Google Shape;5396;p1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7" name="Google Shape;5397;p1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8" name="Google Shape;5398;p1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9" name="Google Shape;5399;p1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0" name="Google Shape;5400;p1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1" name="Google Shape;5401;p1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2" name="Google Shape;5402;p1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3" name="Google Shape;5403;p1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4" name="Google Shape;5404;p1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05" name="Google Shape;5405;p11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5406" name="Google Shape;5406;p1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7" name="Google Shape;5407;p1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8" name="Google Shape;5408;p1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9" name="Google Shape;5409;p1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0" name="Google Shape;5410;p1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1" name="Google Shape;5411;p1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2" name="Google Shape;5412;p1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3" name="Google Shape;5413;p1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4" name="Google Shape;5414;p1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5" name="Google Shape;5415;p1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6" name="Google Shape;5416;p1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7" name="Google Shape;5417;p1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8" name="Google Shape;5418;p1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9" name="Google Shape;5419;p1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0" name="Google Shape;5420;p1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1" name="Google Shape;5421;p1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2" name="Google Shape;5422;p1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3" name="Google Shape;5423;p1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4" name="Google Shape;5424;p1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5" name="Google Shape;5425;p1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6" name="Google Shape;5426;p1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7" name="Google Shape;5427;p1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8" name="Google Shape;5428;p1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9" name="Google Shape;5429;p1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0" name="Google Shape;5430;p1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1" name="Google Shape;5431;p1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2" name="Google Shape;5432;p1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3" name="Google Shape;5433;p1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4" name="Google Shape;5434;p1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5" name="Google Shape;5435;p1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6" name="Google Shape;5436;p1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7" name="Google Shape;5437;p1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8" name="Google Shape;5438;p1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9" name="Google Shape;5439;p1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0" name="Google Shape;5440;p1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1" name="Google Shape;5441;p1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2" name="Google Shape;5442;p1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3" name="Google Shape;5443;p1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4" name="Google Shape;5444;p1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5" name="Google Shape;5445;p1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6" name="Google Shape;5446;p1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7" name="Google Shape;5447;p1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8" name="Google Shape;5448;p1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49" name="Google Shape;5449;p11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5450" name="Google Shape;5450;p11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5451" name="Google Shape;5451;p11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2" name="Google Shape;5452;p11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3" name="Google Shape;5453;p11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4" name="Google Shape;5454;p11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5" name="Google Shape;5455;p11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6" name="Google Shape;5456;p11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7" name="Google Shape;5457;p11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8" name="Google Shape;5458;p11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9" name="Google Shape;5459;p11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0" name="Google Shape;5460;p11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1" name="Google Shape;5461;p11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2" name="Google Shape;5462;p11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3" name="Google Shape;5463;p11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4" name="Google Shape;5464;p11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5" name="Google Shape;5465;p11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6" name="Google Shape;5466;p11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7" name="Google Shape;5467;p11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8" name="Google Shape;5468;p11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9" name="Google Shape;5469;p11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0" name="Google Shape;5470;p11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1" name="Google Shape;5471;p11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2" name="Google Shape;5472;p11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3" name="Google Shape;5473;p11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4" name="Google Shape;5474;p11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5" name="Google Shape;5475;p11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6" name="Google Shape;5476;p11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7" name="Google Shape;5477;p11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78" name="Google Shape;5478;p11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5479" name="Google Shape;5479;p11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0" name="Google Shape;5480;p11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1" name="Google Shape;5481;p11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2" name="Google Shape;5482;p11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3" name="Google Shape;5483;p11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4" name="Google Shape;5484;p11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5" name="Google Shape;5485;p11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6" name="Google Shape;5486;p11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7" name="Google Shape;5487;p11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8" name="Google Shape;5488;p11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9" name="Google Shape;5489;p11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0" name="Google Shape;5490;p11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1" name="Google Shape;5491;p11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2" name="Google Shape;5492;p11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3" name="Google Shape;5493;p11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4" name="Google Shape;5494;p11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5" name="Google Shape;5495;p11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6" name="Google Shape;5496;p11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7" name="Google Shape;5497;p11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8" name="Google Shape;5498;p11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9" name="Google Shape;5499;p11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0" name="Google Shape;5500;p11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1" name="Google Shape;5501;p11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2" name="Google Shape;5502;p11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3" name="Google Shape;5503;p11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4" name="Google Shape;5504;p11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5" name="Google Shape;5505;p11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06" name="Google Shape;5506;p11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5507" name="Google Shape;5507;p11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8" name="Google Shape;5508;p11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9" name="Google Shape;5509;p11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0" name="Google Shape;5510;p11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1" name="Google Shape;5511;p11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2" name="Google Shape;5512;p11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3" name="Google Shape;5513;p11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4" name="Google Shape;5514;p11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5" name="Google Shape;5515;p11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6" name="Google Shape;5516;p11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7" name="Google Shape;5517;p11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8" name="Google Shape;5518;p11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9" name="Google Shape;5519;p11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0" name="Google Shape;5520;p11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1" name="Google Shape;5521;p11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2" name="Google Shape;5522;p11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3" name="Google Shape;5523;p11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4" name="Google Shape;5524;p11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5" name="Google Shape;5525;p11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6" name="Google Shape;5526;p11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7" name="Google Shape;5527;p11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8" name="Google Shape;5528;p11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9" name="Google Shape;5529;p11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0" name="Google Shape;5530;p11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1" name="Google Shape;5531;p11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2" name="Google Shape;5532;p11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3" name="Google Shape;5533;p11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34" name="Google Shape;5534;p11"/>
          <p:cNvSpPr txBox="1">
            <a:spLocks noGrp="1"/>
          </p:cNvSpPr>
          <p:nvPr>
            <p:ph type="title" hasCustomPrompt="1"/>
          </p:nvPr>
        </p:nvSpPr>
        <p:spPr>
          <a:xfrm>
            <a:off x="1672138" y="1734750"/>
            <a:ext cx="6117000" cy="80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5535" name="Google Shape;5535;p11"/>
          <p:cNvSpPr txBox="1">
            <a:spLocks noGrp="1"/>
          </p:cNvSpPr>
          <p:nvPr>
            <p:ph type="subTitle" idx="1"/>
          </p:nvPr>
        </p:nvSpPr>
        <p:spPr>
          <a:xfrm>
            <a:off x="1672138" y="2540025"/>
            <a:ext cx="6117000" cy="35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5536" name="Google Shape;5536;p11"/>
          <p:cNvGrpSpPr/>
          <p:nvPr/>
        </p:nvGrpSpPr>
        <p:grpSpPr>
          <a:xfrm>
            <a:off x="3393210" y="3870986"/>
            <a:ext cx="1191387" cy="732516"/>
            <a:chOff x="2430450" y="2143325"/>
            <a:chExt cx="337800" cy="207700"/>
          </a:xfrm>
        </p:grpSpPr>
        <p:sp>
          <p:nvSpPr>
            <p:cNvPr id="5537" name="Google Shape;5537;p11"/>
            <p:cNvSpPr/>
            <p:nvPr/>
          </p:nvSpPr>
          <p:spPr>
            <a:xfrm>
              <a:off x="2482575" y="21433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5538;p11"/>
            <p:cNvSpPr/>
            <p:nvPr/>
          </p:nvSpPr>
          <p:spPr>
            <a:xfrm>
              <a:off x="2456700" y="216920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9" name="Google Shape;5539;p11"/>
            <p:cNvSpPr/>
            <p:nvPr/>
          </p:nvSpPr>
          <p:spPr>
            <a:xfrm>
              <a:off x="2482575" y="216920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5540;p11"/>
            <p:cNvSpPr/>
            <p:nvPr/>
          </p:nvSpPr>
          <p:spPr>
            <a:xfrm>
              <a:off x="2508425" y="216920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1" name="Google Shape;5541;p11"/>
            <p:cNvSpPr/>
            <p:nvPr/>
          </p:nvSpPr>
          <p:spPr>
            <a:xfrm>
              <a:off x="2690250" y="216920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5542;p11"/>
            <p:cNvSpPr/>
            <p:nvPr/>
          </p:nvSpPr>
          <p:spPr>
            <a:xfrm>
              <a:off x="2482575" y="219505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11"/>
            <p:cNvSpPr/>
            <p:nvPr/>
          </p:nvSpPr>
          <p:spPr>
            <a:xfrm>
              <a:off x="2664400" y="219505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5544;p11"/>
            <p:cNvSpPr/>
            <p:nvPr/>
          </p:nvSpPr>
          <p:spPr>
            <a:xfrm>
              <a:off x="2690250" y="2195050"/>
              <a:ext cx="26275" cy="26275"/>
            </a:xfrm>
            <a:custGeom>
              <a:avLst/>
              <a:gdLst/>
              <a:ahLst/>
              <a:cxnLst/>
              <a:rect l="l" t="t" r="r" b="b"/>
              <a:pathLst>
                <a:path w="1051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51" y="1051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11"/>
            <p:cNvSpPr/>
            <p:nvPr/>
          </p:nvSpPr>
          <p:spPr>
            <a:xfrm>
              <a:off x="2716500" y="2195050"/>
              <a:ext cx="25900" cy="26275"/>
            </a:xfrm>
            <a:custGeom>
              <a:avLst/>
              <a:gdLst/>
              <a:ahLst/>
              <a:cxnLst/>
              <a:rect l="l" t="t" r="r" b="b"/>
              <a:pathLst>
                <a:path w="1036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11"/>
            <p:cNvSpPr/>
            <p:nvPr/>
          </p:nvSpPr>
          <p:spPr>
            <a:xfrm>
              <a:off x="2482575" y="2221300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11"/>
            <p:cNvSpPr/>
            <p:nvPr/>
          </p:nvSpPr>
          <p:spPr>
            <a:xfrm>
              <a:off x="2586400" y="2221300"/>
              <a:ext cx="26300" cy="25900"/>
            </a:xfrm>
            <a:custGeom>
              <a:avLst/>
              <a:gdLst/>
              <a:ahLst/>
              <a:cxnLst/>
              <a:rect l="l" t="t" r="r" b="b"/>
              <a:pathLst>
                <a:path w="1052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11"/>
            <p:cNvSpPr/>
            <p:nvPr/>
          </p:nvSpPr>
          <p:spPr>
            <a:xfrm>
              <a:off x="2690250" y="2221300"/>
              <a:ext cx="26275" cy="25900"/>
            </a:xfrm>
            <a:custGeom>
              <a:avLst/>
              <a:gdLst/>
              <a:ahLst/>
              <a:cxnLst/>
              <a:rect l="l" t="t" r="r" b="b"/>
              <a:pathLst>
                <a:path w="1051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11"/>
            <p:cNvSpPr/>
            <p:nvPr/>
          </p:nvSpPr>
          <p:spPr>
            <a:xfrm>
              <a:off x="2456700" y="2247175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11"/>
            <p:cNvSpPr/>
            <p:nvPr/>
          </p:nvSpPr>
          <p:spPr>
            <a:xfrm>
              <a:off x="2482575" y="2247175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1" name="Google Shape;5551;p11"/>
            <p:cNvSpPr/>
            <p:nvPr/>
          </p:nvSpPr>
          <p:spPr>
            <a:xfrm>
              <a:off x="2560550" y="2247175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2" name="Google Shape;5552;p11"/>
            <p:cNvSpPr/>
            <p:nvPr/>
          </p:nvSpPr>
          <p:spPr>
            <a:xfrm>
              <a:off x="2586400" y="2247175"/>
              <a:ext cx="26300" cy="25875"/>
            </a:xfrm>
            <a:custGeom>
              <a:avLst/>
              <a:gdLst/>
              <a:ahLst/>
              <a:cxnLst/>
              <a:rect l="l" t="t" r="r" b="b"/>
              <a:pathLst>
                <a:path w="1052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3" name="Google Shape;5553;p11"/>
            <p:cNvSpPr/>
            <p:nvPr/>
          </p:nvSpPr>
          <p:spPr>
            <a:xfrm>
              <a:off x="2612675" y="2247175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4" name="Google Shape;5554;p11"/>
            <p:cNvSpPr/>
            <p:nvPr/>
          </p:nvSpPr>
          <p:spPr>
            <a:xfrm>
              <a:off x="2690250" y="2247175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11"/>
            <p:cNvSpPr/>
            <p:nvPr/>
          </p:nvSpPr>
          <p:spPr>
            <a:xfrm>
              <a:off x="2482575" y="22730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11"/>
            <p:cNvSpPr/>
            <p:nvPr/>
          </p:nvSpPr>
          <p:spPr>
            <a:xfrm>
              <a:off x="2586400" y="2273025"/>
              <a:ext cx="26300" cy="25900"/>
            </a:xfrm>
            <a:custGeom>
              <a:avLst/>
              <a:gdLst/>
              <a:ahLst/>
              <a:cxnLst/>
              <a:rect l="l" t="t" r="r" b="b"/>
              <a:pathLst>
                <a:path w="1052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11"/>
            <p:cNvSpPr/>
            <p:nvPr/>
          </p:nvSpPr>
          <p:spPr>
            <a:xfrm>
              <a:off x="2664400" y="22730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11"/>
            <p:cNvSpPr/>
            <p:nvPr/>
          </p:nvSpPr>
          <p:spPr>
            <a:xfrm>
              <a:off x="2742375" y="22730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11"/>
            <p:cNvSpPr/>
            <p:nvPr/>
          </p:nvSpPr>
          <p:spPr>
            <a:xfrm>
              <a:off x="2508425" y="2298900"/>
              <a:ext cx="26275" cy="26275"/>
            </a:xfrm>
            <a:custGeom>
              <a:avLst/>
              <a:gdLst/>
              <a:ahLst/>
              <a:cxnLst/>
              <a:rect l="l" t="t" r="r" b="b"/>
              <a:pathLst>
                <a:path w="1051" h="1051" extrusionOk="0">
                  <a:moveTo>
                    <a:pt x="1" y="0"/>
                  </a:moveTo>
                  <a:lnTo>
                    <a:pt x="1" y="1050"/>
                  </a:lnTo>
                  <a:lnTo>
                    <a:pt x="1051" y="1050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11"/>
            <p:cNvSpPr/>
            <p:nvPr/>
          </p:nvSpPr>
          <p:spPr>
            <a:xfrm>
              <a:off x="2586400" y="2298900"/>
              <a:ext cx="26300" cy="26275"/>
            </a:xfrm>
            <a:custGeom>
              <a:avLst/>
              <a:gdLst/>
              <a:ahLst/>
              <a:cxnLst/>
              <a:rect l="l" t="t" r="r" b="b"/>
              <a:pathLst>
                <a:path w="1052" h="1051" extrusionOk="0">
                  <a:moveTo>
                    <a:pt x="1" y="0"/>
                  </a:moveTo>
                  <a:lnTo>
                    <a:pt x="1" y="1050"/>
                  </a:lnTo>
                  <a:lnTo>
                    <a:pt x="1051" y="1050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11"/>
            <p:cNvSpPr/>
            <p:nvPr/>
          </p:nvSpPr>
          <p:spPr>
            <a:xfrm>
              <a:off x="2664400" y="229890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0"/>
                  </a:moveTo>
                  <a:lnTo>
                    <a:pt x="0" y="1050"/>
                  </a:lnTo>
                  <a:lnTo>
                    <a:pt x="1035" y="1050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11"/>
            <p:cNvSpPr/>
            <p:nvPr/>
          </p:nvSpPr>
          <p:spPr>
            <a:xfrm>
              <a:off x="2716500" y="2298900"/>
              <a:ext cx="25900" cy="26275"/>
            </a:xfrm>
            <a:custGeom>
              <a:avLst/>
              <a:gdLst/>
              <a:ahLst/>
              <a:cxnLst/>
              <a:rect l="l" t="t" r="r" b="b"/>
              <a:pathLst>
                <a:path w="1036" h="1051" extrusionOk="0">
                  <a:moveTo>
                    <a:pt x="1" y="0"/>
                  </a:moveTo>
                  <a:lnTo>
                    <a:pt x="1" y="1050"/>
                  </a:lnTo>
                  <a:lnTo>
                    <a:pt x="1035" y="1050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11"/>
            <p:cNvSpPr/>
            <p:nvPr/>
          </p:nvSpPr>
          <p:spPr>
            <a:xfrm>
              <a:off x="2430450" y="232515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11"/>
            <p:cNvSpPr/>
            <p:nvPr/>
          </p:nvSpPr>
          <p:spPr>
            <a:xfrm>
              <a:off x="2456700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11"/>
            <p:cNvSpPr/>
            <p:nvPr/>
          </p:nvSpPr>
          <p:spPr>
            <a:xfrm>
              <a:off x="2482575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11"/>
            <p:cNvSpPr/>
            <p:nvPr/>
          </p:nvSpPr>
          <p:spPr>
            <a:xfrm>
              <a:off x="2508425" y="232515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11"/>
            <p:cNvSpPr/>
            <p:nvPr/>
          </p:nvSpPr>
          <p:spPr>
            <a:xfrm>
              <a:off x="2534675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11"/>
            <p:cNvSpPr/>
            <p:nvPr/>
          </p:nvSpPr>
          <p:spPr>
            <a:xfrm>
              <a:off x="2560550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11"/>
            <p:cNvSpPr/>
            <p:nvPr/>
          </p:nvSpPr>
          <p:spPr>
            <a:xfrm>
              <a:off x="2586400" y="2325150"/>
              <a:ext cx="26300" cy="25875"/>
            </a:xfrm>
            <a:custGeom>
              <a:avLst/>
              <a:gdLst/>
              <a:ahLst/>
              <a:cxnLst/>
              <a:rect l="l" t="t" r="r" b="b"/>
              <a:pathLst>
                <a:path w="1052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11"/>
            <p:cNvSpPr/>
            <p:nvPr/>
          </p:nvSpPr>
          <p:spPr>
            <a:xfrm>
              <a:off x="2612675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11"/>
            <p:cNvSpPr/>
            <p:nvPr/>
          </p:nvSpPr>
          <p:spPr>
            <a:xfrm>
              <a:off x="2638525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11"/>
            <p:cNvSpPr/>
            <p:nvPr/>
          </p:nvSpPr>
          <p:spPr>
            <a:xfrm>
              <a:off x="2664400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11"/>
            <p:cNvSpPr/>
            <p:nvPr/>
          </p:nvSpPr>
          <p:spPr>
            <a:xfrm>
              <a:off x="2690250" y="232515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11"/>
            <p:cNvSpPr/>
            <p:nvPr/>
          </p:nvSpPr>
          <p:spPr>
            <a:xfrm>
              <a:off x="2716500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5575;p11"/>
            <p:cNvSpPr/>
            <p:nvPr/>
          </p:nvSpPr>
          <p:spPr>
            <a:xfrm>
              <a:off x="2742375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76" name="Google Shape;5576;p11"/>
          <p:cNvGrpSpPr/>
          <p:nvPr/>
        </p:nvGrpSpPr>
        <p:grpSpPr>
          <a:xfrm>
            <a:off x="6031078" y="4237329"/>
            <a:ext cx="275098" cy="366258"/>
            <a:chOff x="2664400" y="2169200"/>
            <a:chExt cx="78000" cy="103850"/>
          </a:xfrm>
        </p:grpSpPr>
        <p:sp>
          <p:nvSpPr>
            <p:cNvPr id="5577" name="Google Shape;5577;p11"/>
            <p:cNvSpPr/>
            <p:nvPr/>
          </p:nvSpPr>
          <p:spPr>
            <a:xfrm>
              <a:off x="2690250" y="216920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8" name="Google Shape;5578;p11"/>
            <p:cNvSpPr/>
            <p:nvPr/>
          </p:nvSpPr>
          <p:spPr>
            <a:xfrm>
              <a:off x="2664400" y="219505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9" name="Google Shape;5579;p11"/>
            <p:cNvSpPr/>
            <p:nvPr/>
          </p:nvSpPr>
          <p:spPr>
            <a:xfrm>
              <a:off x="2690250" y="2195050"/>
              <a:ext cx="26275" cy="26275"/>
            </a:xfrm>
            <a:custGeom>
              <a:avLst/>
              <a:gdLst/>
              <a:ahLst/>
              <a:cxnLst/>
              <a:rect l="l" t="t" r="r" b="b"/>
              <a:pathLst>
                <a:path w="1051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51" y="1051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0" name="Google Shape;5580;p11"/>
            <p:cNvSpPr/>
            <p:nvPr/>
          </p:nvSpPr>
          <p:spPr>
            <a:xfrm>
              <a:off x="2716500" y="2195050"/>
              <a:ext cx="25900" cy="26275"/>
            </a:xfrm>
            <a:custGeom>
              <a:avLst/>
              <a:gdLst/>
              <a:ahLst/>
              <a:cxnLst/>
              <a:rect l="l" t="t" r="r" b="b"/>
              <a:pathLst>
                <a:path w="1036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1" name="Google Shape;5581;p11"/>
            <p:cNvSpPr/>
            <p:nvPr/>
          </p:nvSpPr>
          <p:spPr>
            <a:xfrm>
              <a:off x="2690250" y="2221300"/>
              <a:ext cx="26275" cy="25900"/>
            </a:xfrm>
            <a:custGeom>
              <a:avLst/>
              <a:gdLst/>
              <a:ahLst/>
              <a:cxnLst/>
              <a:rect l="l" t="t" r="r" b="b"/>
              <a:pathLst>
                <a:path w="1051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2" name="Google Shape;5582;p11"/>
            <p:cNvSpPr/>
            <p:nvPr/>
          </p:nvSpPr>
          <p:spPr>
            <a:xfrm>
              <a:off x="2690250" y="2247175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5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">
    <p:spTree>
      <p:nvGrpSpPr>
        <p:cNvPr id="1" name="Shape 5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85" name="Google Shape;5585;p13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5586" name="Google Shape;5586;p13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5587" name="Google Shape;5587;p1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8" name="Google Shape;5588;p1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9" name="Google Shape;5589;p1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0" name="Google Shape;5590;p1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1" name="Google Shape;5591;p1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2" name="Google Shape;5592;p1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3" name="Google Shape;5593;p1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4" name="Google Shape;5594;p1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5" name="Google Shape;5595;p1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6" name="Google Shape;5596;p1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7" name="Google Shape;5597;p1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8" name="Google Shape;5598;p1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9" name="Google Shape;5599;p1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0" name="Google Shape;5600;p1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1" name="Google Shape;5601;p1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2" name="Google Shape;5602;p1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3" name="Google Shape;5603;p1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4" name="Google Shape;5604;p1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5" name="Google Shape;5605;p1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6" name="Google Shape;5606;p1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7" name="Google Shape;5607;p1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8" name="Google Shape;5608;p1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9" name="Google Shape;5609;p1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0" name="Google Shape;5610;p1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1" name="Google Shape;5611;p1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2" name="Google Shape;5612;p1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3" name="Google Shape;5613;p1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4" name="Google Shape;5614;p1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5" name="Google Shape;5615;p1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6" name="Google Shape;5616;p1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7" name="Google Shape;5617;p1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8" name="Google Shape;5618;p1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9" name="Google Shape;5619;p1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0" name="Google Shape;5620;p1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1" name="Google Shape;5621;p1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2" name="Google Shape;5622;p1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3" name="Google Shape;5623;p1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4" name="Google Shape;5624;p1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5" name="Google Shape;5625;p1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6" name="Google Shape;5626;p1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7" name="Google Shape;5627;p1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8" name="Google Shape;5628;p1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9" name="Google Shape;5629;p1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30" name="Google Shape;5630;p13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5631" name="Google Shape;5631;p1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2" name="Google Shape;5632;p1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3" name="Google Shape;5633;p1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4" name="Google Shape;5634;p1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5" name="Google Shape;5635;p1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6" name="Google Shape;5636;p1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7" name="Google Shape;5637;p1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8" name="Google Shape;5638;p1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9" name="Google Shape;5639;p1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0" name="Google Shape;5640;p1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1" name="Google Shape;5641;p1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2" name="Google Shape;5642;p1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3" name="Google Shape;5643;p1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4" name="Google Shape;5644;p1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5" name="Google Shape;5645;p1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6" name="Google Shape;5646;p1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7" name="Google Shape;5647;p1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8" name="Google Shape;5648;p1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9" name="Google Shape;5649;p1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0" name="Google Shape;5650;p1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1" name="Google Shape;5651;p1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2" name="Google Shape;5652;p1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3" name="Google Shape;5653;p1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4" name="Google Shape;5654;p1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5" name="Google Shape;5655;p1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6" name="Google Shape;5656;p1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7" name="Google Shape;5657;p1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8" name="Google Shape;5658;p1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9" name="Google Shape;5659;p1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0" name="Google Shape;5660;p1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1" name="Google Shape;5661;p1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2" name="Google Shape;5662;p1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3" name="Google Shape;5663;p1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4" name="Google Shape;5664;p1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5" name="Google Shape;5665;p1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6" name="Google Shape;5666;p1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7" name="Google Shape;5667;p1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8" name="Google Shape;5668;p1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9" name="Google Shape;5669;p1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0" name="Google Shape;5670;p1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1" name="Google Shape;5671;p1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2" name="Google Shape;5672;p1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3" name="Google Shape;5673;p1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74" name="Google Shape;5674;p13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5675" name="Google Shape;5675;p1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6" name="Google Shape;5676;p1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7" name="Google Shape;5677;p1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8" name="Google Shape;5678;p1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9" name="Google Shape;5679;p1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0" name="Google Shape;5680;p1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1" name="Google Shape;5681;p1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2" name="Google Shape;5682;p1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3" name="Google Shape;5683;p1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4" name="Google Shape;5684;p1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5" name="Google Shape;5685;p1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6" name="Google Shape;5686;p1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7" name="Google Shape;5687;p1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8" name="Google Shape;5688;p1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9" name="Google Shape;5689;p1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0" name="Google Shape;5690;p1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1" name="Google Shape;5691;p1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2" name="Google Shape;5692;p1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3" name="Google Shape;5693;p1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4" name="Google Shape;5694;p1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5" name="Google Shape;5695;p1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6" name="Google Shape;5696;p1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7" name="Google Shape;5697;p1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8" name="Google Shape;5698;p1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9" name="Google Shape;5699;p1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0" name="Google Shape;5700;p1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1" name="Google Shape;5701;p1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2" name="Google Shape;5702;p1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3" name="Google Shape;5703;p1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4" name="Google Shape;5704;p1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5" name="Google Shape;5705;p1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6" name="Google Shape;5706;p1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7" name="Google Shape;5707;p1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8" name="Google Shape;5708;p1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9" name="Google Shape;5709;p1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0" name="Google Shape;5710;p1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1" name="Google Shape;5711;p1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2" name="Google Shape;5712;p1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3" name="Google Shape;5713;p1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4" name="Google Shape;5714;p1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5" name="Google Shape;5715;p1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6" name="Google Shape;5716;p1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7" name="Google Shape;5717;p1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18" name="Google Shape;5718;p13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5719" name="Google Shape;5719;p1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0" name="Google Shape;5720;p1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1" name="Google Shape;5721;p1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2" name="Google Shape;5722;p1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3" name="Google Shape;5723;p1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4" name="Google Shape;5724;p1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5" name="Google Shape;5725;p1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6" name="Google Shape;5726;p1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7" name="Google Shape;5727;p1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8" name="Google Shape;5728;p1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9" name="Google Shape;5729;p1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0" name="Google Shape;5730;p1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1" name="Google Shape;5731;p1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2" name="Google Shape;5732;p1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3" name="Google Shape;5733;p1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4" name="Google Shape;5734;p1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5" name="Google Shape;5735;p1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6" name="Google Shape;5736;p1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7" name="Google Shape;5737;p1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8" name="Google Shape;5738;p1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9" name="Google Shape;5739;p1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0" name="Google Shape;5740;p1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1" name="Google Shape;5741;p1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2" name="Google Shape;5742;p1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3" name="Google Shape;5743;p1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4" name="Google Shape;5744;p1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5" name="Google Shape;5745;p1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6" name="Google Shape;5746;p1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7" name="Google Shape;5747;p1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8" name="Google Shape;5748;p1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9" name="Google Shape;5749;p1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0" name="Google Shape;5750;p1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1" name="Google Shape;5751;p1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2" name="Google Shape;5752;p1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3" name="Google Shape;5753;p1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4" name="Google Shape;5754;p1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5" name="Google Shape;5755;p1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6" name="Google Shape;5756;p1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7" name="Google Shape;5757;p1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8" name="Google Shape;5758;p1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9" name="Google Shape;5759;p1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0" name="Google Shape;5760;p1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1" name="Google Shape;5761;p1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62" name="Google Shape;5762;p13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5763" name="Google Shape;5763;p1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4" name="Google Shape;5764;p1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5" name="Google Shape;5765;p1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6" name="Google Shape;5766;p1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7" name="Google Shape;5767;p1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8" name="Google Shape;5768;p1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9" name="Google Shape;5769;p1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0" name="Google Shape;5770;p1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1" name="Google Shape;5771;p1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2" name="Google Shape;5772;p1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3" name="Google Shape;5773;p1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4" name="Google Shape;5774;p1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5" name="Google Shape;5775;p1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6" name="Google Shape;5776;p1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7" name="Google Shape;5777;p1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8" name="Google Shape;5778;p1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9" name="Google Shape;5779;p1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0" name="Google Shape;5780;p1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1" name="Google Shape;5781;p1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2" name="Google Shape;5782;p1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3" name="Google Shape;5783;p1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4" name="Google Shape;5784;p1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5" name="Google Shape;5785;p1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6" name="Google Shape;5786;p1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7" name="Google Shape;5787;p1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8" name="Google Shape;5788;p1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9" name="Google Shape;5789;p1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0" name="Google Shape;5790;p1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1" name="Google Shape;5791;p1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2" name="Google Shape;5792;p1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3" name="Google Shape;5793;p1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4" name="Google Shape;5794;p1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5" name="Google Shape;5795;p1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6" name="Google Shape;5796;p1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7" name="Google Shape;5797;p1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8" name="Google Shape;5798;p1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9" name="Google Shape;5799;p1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0" name="Google Shape;5800;p1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1" name="Google Shape;5801;p1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2" name="Google Shape;5802;p1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3" name="Google Shape;5803;p1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4" name="Google Shape;5804;p1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5" name="Google Shape;5805;p1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6" name="Google Shape;5806;p13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5807" name="Google Shape;5807;p1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8" name="Google Shape;5808;p1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9" name="Google Shape;5809;p1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0" name="Google Shape;5810;p1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1" name="Google Shape;5811;p1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2" name="Google Shape;5812;p1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3" name="Google Shape;5813;p1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4" name="Google Shape;5814;p1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5" name="Google Shape;5815;p1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6" name="Google Shape;5816;p1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7" name="Google Shape;5817;p1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8" name="Google Shape;5818;p1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9" name="Google Shape;5819;p1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0" name="Google Shape;5820;p1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1" name="Google Shape;5821;p1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2" name="Google Shape;5822;p1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3" name="Google Shape;5823;p1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4" name="Google Shape;5824;p1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5" name="Google Shape;5825;p1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6" name="Google Shape;5826;p1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7" name="Google Shape;5827;p1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8" name="Google Shape;5828;p1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9" name="Google Shape;5829;p1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0" name="Google Shape;5830;p1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1" name="Google Shape;5831;p1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2" name="Google Shape;5832;p1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3" name="Google Shape;5833;p1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4" name="Google Shape;5834;p1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5" name="Google Shape;5835;p1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6" name="Google Shape;5836;p1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7" name="Google Shape;5837;p1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8" name="Google Shape;5838;p1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9" name="Google Shape;5839;p1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0" name="Google Shape;5840;p1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1" name="Google Shape;5841;p1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2" name="Google Shape;5842;p1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3" name="Google Shape;5843;p1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4" name="Google Shape;5844;p1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5" name="Google Shape;5845;p1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6" name="Google Shape;5846;p1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7" name="Google Shape;5847;p1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8" name="Google Shape;5848;p1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9" name="Google Shape;5849;p1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50" name="Google Shape;5850;p13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5851" name="Google Shape;5851;p1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2" name="Google Shape;5852;p1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3" name="Google Shape;5853;p1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4" name="Google Shape;5854;p1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5" name="Google Shape;5855;p1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6" name="Google Shape;5856;p1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7" name="Google Shape;5857;p1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8" name="Google Shape;5858;p1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9" name="Google Shape;5859;p1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0" name="Google Shape;5860;p1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1" name="Google Shape;5861;p1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2" name="Google Shape;5862;p1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3" name="Google Shape;5863;p1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4" name="Google Shape;5864;p1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5" name="Google Shape;5865;p1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6" name="Google Shape;5866;p1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7" name="Google Shape;5867;p1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8" name="Google Shape;5868;p1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9" name="Google Shape;5869;p1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0" name="Google Shape;5870;p1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1" name="Google Shape;5871;p1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2" name="Google Shape;5872;p1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3" name="Google Shape;5873;p1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4" name="Google Shape;5874;p1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5" name="Google Shape;5875;p1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6" name="Google Shape;5876;p1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7" name="Google Shape;5877;p1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8" name="Google Shape;5878;p1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9" name="Google Shape;5879;p1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0" name="Google Shape;5880;p1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1" name="Google Shape;5881;p1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2" name="Google Shape;5882;p1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3" name="Google Shape;5883;p1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4" name="Google Shape;5884;p1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5" name="Google Shape;5885;p1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6" name="Google Shape;5886;p1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7" name="Google Shape;5887;p1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8" name="Google Shape;5888;p1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9" name="Google Shape;5889;p1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0" name="Google Shape;5890;p1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1" name="Google Shape;5891;p1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2" name="Google Shape;5892;p1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3" name="Google Shape;5893;p1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94" name="Google Shape;5894;p13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5895" name="Google Shape;5895;p1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6" name="Google Shape;5896;p1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7" name="Google Shape;5897;p1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8" name="Google Shape;5898;p1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9" name="Google Shape;5899;p1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0" name="Google Shape;5900;p1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1" name="Google Shape;5901;p1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2" name="Google Shape;5902;p1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3" name="Google Shape;5903;p1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4" name="Google Shape;5904;p1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5" name="Google Shape;5905;p1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6" name="Google Shape;5906;p1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7" name="Google Shape;5907;p1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8" name="Google Shape;5908;p1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9" name="Google Shape;5909;p1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0" name="Google Shape;5910;p1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1" name="Google Shape;5911;p1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2" name="Google Shape;5912;p1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3" name="Google Shape;5913;p1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4" name="Google Shape;5914;p1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5" name="Google Shape;5915;p1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6" name="Google Shape;5916;p1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7" name="Google Shape;5917;p1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8" name="Google Shape;5918;p1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9" name="Google Shape;5919;p1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0" name="Google Shape;5920;p1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1" name="Google Shape;5921;p1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2" name="Google Shape;5922;p1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3" name="Google Shape;5923;p1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4" name="Google Shape;5924;p1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5" name="Google Shape;5925;p1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6" name="Google Shape;5926;p1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7" name="Google Shape;5927;p1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8" name="Google Shape;5928;p1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9" name="Google Shape;5929;p1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0" name="Google Shape;5930;p1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1" name="Google Shape;5931;p1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2" name="Google Shape;5932;p1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3" name="Google Shape;5933;p1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4" name="Google Shape;5934;p1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5" name="Google Shape;5935;p1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6" name="Google Shape;5936;p1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7" name="Google Shape;5937;p1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38" name="Google Shape;5938;p13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5939" name="Google Shape;5939;p1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0" name="Google Shape;5940;p1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1" name="Google Shape;5941;p1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2" name="Google Shape;5942;p1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3" name="Google Shape;5943;p1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4" name="Google Shape;5944;p1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5" name="Google Shape;5945;p1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6" name="Google Shape;5946;p1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7" name="Google Shape;5947;p1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8" name="Google Shape;5948;p1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9" name="Google Shape;5949;p1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0" name="Google Shape;5950;p1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1" name="Google Shape;5951;p1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2" name="Google Shape;5952;p1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3" name="Google Shape;5953;p1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4" name="Google Shape;5954;p1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5" name="Google Shape;5955;p1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6" name="Google Shape;5956;p1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7" name="Google Shape;5957;p1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8" name="Google Shape;5958;p1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9" name="Google Shape;5959;p1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0" name="Google Shape;5960;p1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1" name="Google Shape;5961;p1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2" name="Google Shape;5962;p1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3" name="Google Shape;5963;p1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4" name="Google Shape;5964;p1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5" name="Google Shape;5965;p1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6" name="Google Shape;5966;p1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7" name="Google Shape;5967;p1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8" name="Google Shape;5968;p1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9" name="Google Shape;5969;p1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0" name="Google Shape;5970;p1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1" name="Google Shape;5971;p1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2" name="Google Shape;5972;p1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3" name="Google Shape;5973;p1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4" name="Google Shape;5974;p1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5" name="Google Shape;5975;p1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6" name="Google Shape;5976;p1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7" name="Google Shape;5977;p1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8" name="Google Shape;5978;p1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9" name="Google Shape;5979;p1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0" name="Google Shape;5980;p1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1" name="Google Shape;5981;p1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82" name="Google Shape;5982;p13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5983" name="Google Shape;5983;p13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5984" name="Google Shape;5984;p13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5" name="Google Shape;5985;p13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6" name="Google Shape;5986;p13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7" name="Google Shape;5987;p13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8" name="Google Shape;5988;p13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9" name="Google Shape;5989;p13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0" name="Google Shape;5990;p13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1" name="Google Shape;5991;p13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2" name="Google Shape;5992;p13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3" name="Google Shape;5993;p13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4" name="Google Shape;5994;p13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5" name="Google Shape;5995;p13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6" name="Google Shape;5996;p13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7" name="Google Shape;5997;p13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8" name="Google Shape;5998;p13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9" name="Google Shape;5999;p13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0" name="Google Shape;6000;p13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1" name="Google Shape;6001;p13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2" name="Google Shape;6002;p13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3" name="Google Shape;6003;p13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4" name="Google Shape;6004;p13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5" name="Google Shape;6005;p13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6" name="Google Shape;6006;p13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7" name="Google Shape;6007;p13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8" name="Google Shape;6008;p13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9" name="Google Shape;6009;p13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0" name="Google Shape;6010;p13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11" name="Google Shape;6011;p13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6012" name="Google Shape;6012;p13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3" name="Google Shape;6013;p13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4" name="Google Shape;6014;p13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5" name="Google Shape;6015;p13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6" name="Google Shape;6016;p13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7" name="Google Shape;6017;p13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8" name="Google Shape;6018;p13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9" name="Google Shape;6019;p13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0" name="Google Shape;6020;p13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1" name="Google Shape;6021;p13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2" name="Google Shape;6022;p13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3" name="Google Shape;6023;p13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4" name="Google Shape;6024;p13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5" name="Google Shape;6025;p13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6" name="Google Shape;6026;p13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7" name="Google Shape;6027;p13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8" name="Google Shape;6028;p13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9" name="Google Shape;6029;p13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0" name="Google Shape;6030;p13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1" name="Google Shape;6031;p13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2" name="Google Shape;6032;p13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3" name="Google Shape;6033;p13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4" name="Google Shape;6034;p13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5" name="Google Shape;6035;p13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6" name="Google Shape;6036;p13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7" name="Google Shape;6037;p13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8" name="Google Shape;6038;p13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39" name="Google Shape;6039;p13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6040" name="Google Shape;6040;p13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1" name="Google Shape;6041;p13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2" name="Google Shape;6042;p13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3" name="Google Shape;6043;p13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4" name="Google Shape;6044;p13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5" name="Google Shape;6045;p13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6" name="Google Shape;6046;p13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7" name="Google Shape;6047;p13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8" name="Google Shape;6048;p13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9" name="Google Shape;6049;p13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0" name="Google Shape;6050;p13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1" name="Google Shape;6051;p13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2" name="Google Shape;6052;p13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3" name="Google Shape;6053;p13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4" name="Google Shape;6054;p13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5" name="Google Shape;6055;p13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6" name="Google Shape;6056;p13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7" name="Google Shape;6057;p13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8" name="Google Shape;6058;p13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9" name="Google Shape;6059;p13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0" name="Google Shape;6060;p13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1" name="Google Shape;6061;p13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2" name="Google Shape;6062;p13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3" name="Google Shape;6063;p13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4" name="Google Shape;6064;p13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5" name="Google Shape;6065;p13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6" name="Google Shape;6066;p13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067" name="Google Shape;6067;p13"/>
          <p:cNvGrpSpPr/>
          <p:nvPr/>
        </p:nvGrpSpPr>
        <p:grpSpPr>
          <a:xfrm>
            <a:off x="7096041" y="3840262"/>
            <a:ext cx="572218" cy="763255"/>
            <a:chOff x="4559025" y="512425"/>
            <a:chExt cx="175975" cy="234725"/>
          </a:xfrm>
        </p:grpSpPr>
        <p:sp>
          <p:nvSpPr>
            <p:cNvPr id="6068" name="Google Shape;6068;p13"/>
            <p:cNvSpPr/>
            <p:nvPr/>
          </p:nvSpPr>
          <p:spPr>
            <a:xfrm>
              <a:off x="4617400" y="512425"/>
              <a:ext cx="19625" cy="1960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13"/>
            <p:cNvSpPr/>
            <p:nvPr/>
          </p:nvSpPr>
          <p:spPr>
            <a:xfrm>
              <a:off x="4637000" y="532000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4"/>
                  </a:lnTo>
                  <a:lnTo>
                    <a:pt x="784" y="78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13"/>
            <p:cNvSpPr/>
            <p:nvPr/>
          </p:nvSpPr>
          <p:spPr>
            <a:xfrm>
              <a:off x="4617400" y="551600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0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rgbClr val="AECA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13"/>
            <p:cNvSpPr/>
            <p:nvPr/>
          </p:nvSpPr>
          <p:spPr>
            <a:xfrm>
              <a:off x="4637000" y="551600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0"/>
                  </a:moveTo>
                  <a:lnTo>
                    <a:pt x="1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9FC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13"/>
            <p:cNvSpPr/>
            <p:nvPr/>
          </p:nvSpPr>
          <p:spPr>
            <a:xfrm>
              <a:off x="4656600" y="551600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88B1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13"/>
            <p:cNvSpPr/>
            <p:nvPr/>
          </p:nvSpPr>
          <p:spPr>
            <a:xfrm>
              <a:off x="4617400" y="571200"/>
              <a:ext cx="19625" cy="1960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rgbClr val="9FC0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13"/>
            <p:cNvSpPr/>
            <p:nvPr/>
          </p:nvSpPr>
          <p:spPr>
            <a:xfrm>
              <a:off x="4637000" y="571200"/>
              <a:ext cx="19625" cy="1960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88B1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6075;p13"/>
            <p:cNvSpPr/>
            <p:nvPr/>
          </p:nvSpPr>
          <p:spPr>
            <a:xfrm>
              <a:off x="4656600" y="571200"/>
              <a:ext cx="19625" cy="1960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88B1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6076;p13"/>
            <p:cNvSpPr/>
            <p:nvPr/>
          </p:nvSpPr>
          <p:spPr>
            <a:xfrm>
              <a:off x="4598200" y="590775"/>
              <a:ext cx="19225" cy="19625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69" y="785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5D7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6077;p13"/>
            <p:cNvSpPr/>
            <p:nvPr/>
          </p:nvSpPr>
          <p:spPr>
            <a:xfrm>
              <a:off x="4617400" y="590775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85" y="785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rgbClr val="5D7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6078;p13"/>
            <p:cNvSpPr/>
            <p:nvPr/>
          </p:nvSpPr>
          <p:spPr>
            <a:xfrm>
              <a:off x="4637000" y="590775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84" y="785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4F68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13"/>
            <p:cNvSpPr/>
            <p:nvPr/>
          </p:nvSpPr>
          <p:spPr>
            <a:xfrm>
              <a:off x="4656600" y="590775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0" y="1"/>
                  </a:moveTo>
                  <a:lnTo>
                    <a:pt x="0" y="785"/>
                  </a:lnTo>
                  <a:lnTo>
                    <a:pt x="784" y="785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4F68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13"/>
            <p:cNvSpPr/>
            <p:nvPr/>
          </p:nvSpPr>
          <p:spPr>
            <a:xfrm>
              <a:off x="4676200" y="590775"/>
              <a:ext cx="19600" cy="19625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1"/>
                  </a:moveTo>
                  <a:lnTo>
                    <a:pt x="0" y="785"/>
                  </a:lnTo>
                  <a:lnTo>
                    <a:pt x="784" y="785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13"/>
            <p:cNvSpPr/>
            <p:nvPr/>
          </p:nvSpPr>
          <p:spPr>
            <a:xfrm>
              <a:off x="4578625" y="609975"/>
              <a:ext cx="19600" cy="19625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1"/>
                  </a:moveTo>
                  <a:lnTo>
                    <a:pt x="0" y="785"/>
                  </a:lnTo>
                  <a:lnTo>
                    <a:pt x="784" y="785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4F68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13"/>
            <p:cNvSpPr/>
            <p:nvPr/>
          </p:nvSpPr>
          <p:spPr>
            <a:xfrm>
              <a:off x="4598200" y="609975"/>
              <a:ext cx="19225" cy="19625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69" y="785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5D7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3" name="Google Shape;6083;p13"/>
            <p:cNvSpPr/>
            <p:nvPr/>
          </p:nvSpPr>
          <p:spPr>
            <a:xfrm>
              <a:off x="4617400" y="609975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85" y="785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4" name="Google Shape;6084;p13"/>
            <p:cNvSpPr/>
            <p:nvPr/>
          </p:nvSpPr>
          <p:spPr>
            <a:xfrm>
              <a:off x="4637000" y="609975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84" y="785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5D7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6085;p13"/>
            <p:cNvSpPr/>
            <p:nvPr/>
          </p:nvSpPr>
          <p:spPr>
            <a:xfrm>
              <a:off x="4656600" y="609975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0" y="1"/>
                  </a:moveTo>
                  <a:lnTo>
                    <a:pt x="0" y="785"/>
                  </a:lnTo>
                  <a:lnTo>
                    <a:pt x="784" y="785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4F68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13"/>
            <p:cNvSpPr/>
            <p:nvPr/>
          </p:nvSpPr>
          <p:spPr>
            <a:xfrm>
              <a:off x="4676200" y="609975"/>
              <a:ext cx="19600" cy="19625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1"/>
                  </a:moveTo>
                  <a:lnTo>
                    <a:pt x="0" y="785"/>
                  </a:lnTo>
                  <a:lnTo>
                    <a:pt x="784" y="785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4F68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13"/>
            <p:cNvSpPr/>
            <p:nvPr/>
          </p:nvSpPr>
          <p:spPr>
            <a:xfrm>
              <a:off x="4695775" y="609975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85" y="785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6088;p13"/>
            <p:cNvSpPr/>
            <p:nvPr/>
          </p:nvSpPr>
          <p:spPr>
            <a:xfrm>
              <a:off x="4559025" y="629575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0" y="1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4F68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6089;p13"/>
            <p:cNvSpPr/>
            <p:nvPr/>
          </p:nvSpPr>
          <p:spPr>
            <a:xfrm>
              <a:off x="4578625" y="629575"/>
              <a:ext cx="19600" cy="19625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1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5D7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0" name="Google Shape;6090;p13"/>
            <p:cNvSpPr/>
            <p:nvPr/>
          </p:nvSpPr>
          <p:spPr>
            <a:xfrm>
              <a:off x="4598200" y="629575"/>
              <a:ext cx="19225" cy="19625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1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1" name="Google Shape;6091;p13"/>
            <p:cNvSpPr/>
            <p:nvPr/>
          </p:nvSpPr>
          <p:spPr>
            <a:xfrm>
              <a:off x="4617400" y="629575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rgbClr val="5D7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2" name="Google Shape;6092;p13"/>
            <p:cNvSpPr/>
            <p:nvPr/>
          </p:nvSpPr>
          <p:spPr>
            <a:xfrm>
              <a:off x="4637000" y="629575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4"/>
                  </a:lnTo>
                  <a:lnTo>
                    <a:pt x="784" y="78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5D7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6093;p13"/>
            <p:cNvSpPr/>
            <p:nvPr/>
          </p:nvSpPr>
          <p:spPr>
            <a:xfrm>
              <a:off x="4656600" y="629575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0" y="1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5D7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6094;p13"/>
            <p:cNvSpPr/>
            <p:nvPr/>
          </p:nvSpPr>
          <p:spPr>
            <a:xfrm>
              <a:off x="4676200" y="629575"/>
              <a:ext cx="19600" cy="19625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1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4F68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6095;p13"/>
            <p:cNvSpPr/>
            <p:nvPr/>
          </p:nvSpPr>
          <p:spPr>
            <a:xfrm>
              <a:off x="4695775" y="629575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6096;p13"/>
            <p:cNvSpPr/>
            <p:nvPr/>
          </p:nvSpPr>
          <p:spPr>
            <a:xfrm>
              <a:off x="4715375" y="629575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4"/>
                  </a:lnTo>
                  <a:lnTo>
                    <a:pt x="784" y="78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7" name="Google Shape;6097;p13"/>
            <p:cNvSpPr/>
            <p:nvPr/>
          </p:nvSpPr>
          <p:spPr>
            <a:xfrm>
              <a:off x="4559025" y="649175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4F68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8" name="Google Shape;6098;p13"/>
            <p:cNvSpPr/>
            <p:nvPr/>
          </p:nvSpPr>
          <p:spPr>
            <a:xfrm>
              <a:off x="4578625" y="649175"/>
              <a:ext cx="19600" cy="19625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5D7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9" name="Google Shape;6099;p13"/>
            <p:cNvSpPr/>
            <p:nvPr/>
          </p:nvSpPr>
          <p:spPr>
            <a:xfrm>
              <a:off x="4598200" y="649175"/>
              <a:ext cx="19225" cy="19625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0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5D7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0" name="Google Shape;6100;p13"/>
            <p:cNvSpPr/>
            <p:nvPr/>
          </p:nvSpPr>
          <p:spPr>
            <a:xfrm>
              <a:off x="4617400" y="649175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0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rgbClr val="5D7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1" name="Google Shape;6101;p13"/>
            <p:cNvSpPr/>
            <p:nvPr/>
          </p:nvSpPr>
          <p:spPr>
            <a:xfrm>
              <a:off x="4637000" y="649175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0"/>
                  </a:moveTo>
                  <a:lnTo>
                    <a:pt x="1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5D7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2" name="Google Shape;6102;p13"/>
            <p:cNvSpPr/>
            <p:nvPr/>
          </p:nvSpPr>
          <p:spPr>
            <a:xfrm>
              <a:off x="4656600" y="649175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5D7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3" name="Google Shape;6103;p13"/>
            <p:cNvSpPr/>
            <p:nvPr/>
          </p:nvSpPr>
          <p:spPr>
            <a:xfrm>
              <a:off x="4676200" y="649175"/>
              <a:ext cx="19600" cy="19625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4F68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4" name="Google Shape;6104;p13"/>
            <p:cNvSpPr/>
            <p:nvPr/>
          </p:nvSpPr>
          <p:spPr>
            <a:xfrm>
              <a:off x="4695775" y="649175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0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rgbClr val="4F68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6105;p13"/>
            <p:cNvSpPr/>
            <p:nvPr/>
          </p:nvSpPr>
          <p:spPr>
            <a:xfrm>
              <a:off x="4715375" y="649175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0"/>
                  </a:moveTo>
                  <a:lnTo>
                    <a:pt x="1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6106;p13"/>
            <p:cNvSpPr/>
            <p:nvPr/>
          </p:nvSpPr>
          <p:spPr>
            <a:xfrm>
              <a:off x="4559025" y="668775"/>
              <a:ext cx="19625" cy="1960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7" name="Google Shape;6107;p13"/>
            <p:cNvSpPr/>
            <p:nvPr/>
          </p:nvSpPr>
          <p:spPr>
            <a:xfrm>
              <a:off x="4578625" y="668775"/>
              <a:ext cx="19600" cy="19600"/>
            </a:xfrm>
            <a:custGeom>
              <a:avLst/>
              <a:gdLst/>
              <a:ahLst/>
              <a:cxnLst/>
              <a:rect l="l" t="t" r="r" b="b"/>
              <a:pathLst>
                <a:path w="784" h="784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4F68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8" name="Google Shape;6108;p13"/>
            <p:cNvSpPr/>
            <p:nvPr/>
          </p:nvSpPr>
          <p:spPr>
            <a:xfrm>
              <a:off x="4598200" y="668775"/>
              <a:ext cx="19225" cy="19600"/>
            </a:xfrm>
            <a:custGeom>
              <a:avLst/>
              <a:gdLst/>
              <a:ahLst/>
              <a:cxnLst/>
              <a:rect l="l" t="t" r="r" b="b"/>
              <a:pathLst>
                <a:path w="769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9" name="Google Shape;6109;p13"/>
            <p:cNvSpPr/>
            <p:nvPr/>
          </p:nvSpPr>
          <p:spPr>
            <a:xfrm>
              <a:off x="4617400" y="668775"/>
              <a:ext cx="19625" cy="1960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rgbClr val="5D7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0" name="Google Shape;6110;p13"/>
            <p:cNvSpPr/>
            <p:nvPr/>
          </p:nvSpPr>
          <p:spPr>
            <a:xfrm>
              <a:off x="4637000" y="668775"/>
              <a:ext cx="19625" cy="1960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5D7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1" name="Google Shape;6111;p13"/>
            <p:cNvSpPr/>
            <p:nvPr/>
          </p:nvSpPr>
          <p:spPr>
            <a:xfrm>
              <a:off x="4656600" y="668775"/>
              <a:ext cx="19625" cy="1960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4F68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2" name="Google Shape;6112;p13"/>
            <p:cNvSpPr/>
            <p:nvPr/>
          </p:nvSpPr>
          <p:spPr>
            <a:xfrm>
              <a:off x="4676200" y="668775"/>
              <a:ext cx="19600" cy="19600"/>
            </a:xfrm>
            <a:custGeom>
              <a:avLst/>
              <a:gdLst/>
              <a:ahLst/>
              <a:cxnLst/>
              <a:rect l="l" t="t" r="r" b="b"/>
              <a:pathLst>
                <a:path w="784" h="784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rgbClr val="4F68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3" name="Google Shape;6113;p13"/>
            <p:cNvSpPr/>
            <p:nvPr/>
          </p:nvSpPr>
          <p:spPr>
            <a:xfrm>
              <a:off x="4695775" y="668775"/>
              <a:ext cx="19625" cy="1960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4" name="Google Shape;6114;p13"/>
            <p:cNvSpPr/>
            <p:nvPr/>
          </p:nvSpPr>
          <p:spPr>
            <a:xfrm>
              <a:off x="4715375" y="668775"/>
              <a:ext cx="19625" cy="1960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5" name="Google Shape;6115;p13"/>
            <p:cNvSpPr/>
            <p:nvPr/>
          </p:nvSpPr>
          <p:spPr>
            <a:xfrm>
              <a:off x="4578625" y="688350"/>
              <a:ext cx="19600" cy="19625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1"/>
                  </a:moveTo>
                  <a:lnTo>
                    <a:pt x="0" y="785"/>
                  </a:lnTo>
                  <a:lnTo>
                    <a:pt x="784" y="785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4F68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6" name="Google Shape;6116;p13"/>
            <p:cNvSpPr/>
            <p:nvPr/>
          </p:nvSpPr>
          <p:spPr>
            <a:xfrm>
              <a:off x="4598200" y="688350"/>
              <a:ext cx="19225" cy="19625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69" y="785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5D7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7" name="Google Shape;6117;p13"/>
            <p:cNvSpPr/>
            <p:nvPr/>
          </p:nvSpPr>
          <p:spPr>
            <a:xfrm>
              <a:off x="4617400" y="688350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85" y="785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rgbClr val="5D7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8" name="Google Shape;6118;p13"/>
            <p:cNvSpPr/>
            <p:nvPr/>
          </p:nvSpPr>
          <p:spPr>
            <a:xfrm>
              <a:off x="4637000" y="688350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84" y="785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rgbClr val="4F68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9" name="Google Shape;6119;p13"/>
            <p:cNvSpPr/>
            <p:nvPr/>
          </p:nvSpPr>
          <p:spPr>
            <a:xfrm>
              <a:off x="4656600" y="688350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0" y="1"/>
                  </a:moveTo>
                  <a:lnTo>
                    <a:pt x="0" y="785"/>
                  </a:lnTo>
                  <a:lnTo>
                    <a:pt x="784" y="785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0" name="Google Shape;6120;p13"/>
            <p:cNvSpPr/>
            <p:nvPr/>
          </p:nvSpPr>
          <p:spPr>
            <a:xfrm>
              <a:off x="4676200" y="688350"/>
              <a:ext cx="19600" cy="19625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1"/>
                  </a:moveTo>
                  <a:lnTo>
                    <a:pt x="0" y="785"/>
                  </a:lnTo>
                  <a:lnTo>
                    <a:pt x="784" y="785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1" name="Google Shape;6121;p13"/>
            <p:cNvSpPr/>
            <p:nvPr/>
          </p:nvSpPr>
          <p:spPr>
            <a:xfrm>
              <a:off x="4695775" y="688350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5"/>
                  </a:lnTo>
                  <a:lnTo>
                    <a:pt x="785" y="785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2" name="Google Shape;6122;p13"/>
            <p:cNvSpPr/>
            <p:nvPr/>
          </p:nvSpPr>
          <p:spPr>
            <a:xfrm>
              <a:off x="4598200" y="707950"/>
              <a:ext cx="19225" cy="19625"/>
            </a:xfrm>
            <a:custGeom>
              <a:avLst/>
              <a:gdLst/>
              <a:ahLst/>
              <a:cxnLst/>
              <a:rect l="l" t="t" r="r" b="b"/>
              <a:pathLst>
                <a:path w="769" h="785" extrusionOk="0">
                  <a:moveTo>
                    <a:pt x="1" y="1"/>
                  </a:moveTo>
                  <a:lnTo>
                    <a:pt x="1" y="784"/>
                  </a:lnTo>
                  <a:lnTo>
                    <a:pt x="769" y="784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4F68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3" name="Google Shape;6123;p13"/>
            <p:cNvSpPr/>
            <p:nvPr/>
          </p:nvSpPr>
          <p:spPr>
            <a:xfrm>
              <a:off x="4617400" y="707950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1"/>
                  </a:lnTo>
                  <a:close/>
                </a:path>
              </a:pathLst>
            </a:custGeom>
            <a:solidFill>
              <a:srgbClr val="4F68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4" name="Google Shape;6124;p13"/>
            <p:cNvSpPr/>
            <p:nvPr/>
          </p:nvSpPr>
          <p:spPr>
            <a:xfrm>
              <a:off x="4637000" y="707950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1" y="1"/>
                  </a:moveTo>
                  <a:lnTo>
                    <a:pt x="1" y="784"/>
                  </a:lnTo>
                  <a:lnTo>
                    <a:pt x="784" y="78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5" name="Google Shape;6125;p13"/>
            <p:cNvSpPr/>
            <p:nvPr/>
          </p:nvSpPr>
          <p:spPr>
            <a:xfrm>
              <a:off x="4656600" y="707950"/>
              <a:ext cx="19625" cy="19625"/>
            </a:xfrm>
            <a:custGeom>
              <a:avLst/>
              <a:gdLst/>
              <a:ahLst/>
              <a:cxnLst/>
              <a:rect l="l" t="t" r="r" b="b"/>
              <a:pathLst>
                <a:path w="785" h="785" extrusionOk="0">
                  <a:moveTo>
                    <a:pt x="0" y="1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13"/>
            <p:cNvSpPr/>
            <p:nvPr/>
          </p:nvSpPr>
          <p:spPr>
            <a:xfrm>
              <a:off x="4676200" y="707950"/>
              <a:ext cx="19600" cy="19625"/>
            </a:xfrm>
            <a:custGeom>
              <a:avLst/>
              <a:gdLst/>
              <a:ahLst/>
              <a:cxnLst/>
              <a:rect l="l" t="t" r="r" b="b"/>
              <a:pathLst>
                <a:path w="784" h="785" extrusionOk="0">
                  <a:moveTo>
                    <a:pt x="0" y="1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13"/>
            <p:cNvSpPr/>
            <p:nvPr/>
          </p:nvSpPr>
          <p:spPr>
            <a:xfrm>
              <a:off x="4617400" y="727550"/>
              <a:ext cx="19625" cy="1960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85" y="784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13"/>
            <p:cNvSpPr/>
            <p:nvPr/>
          </p:nvSpPr>
          <p:spPr>
            <a:xfrm>
              <a:off x="4637000" y="727550"/>
              <a:ext cx="19625" cy="1960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1" y="0"/>
                  </a:moveTo>
                  <a:lnTo>
                    <a:pt x="1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13"/>
            <p:cNvSpPr/>
            <p:nvPr/>
          </p:nvSpPr>
          <p:spPr>
            <a:xfrm>
              <a:off x="4656600" y="727550"/>
              <a:ext cx="19625" cy="19600"/>
            </a:xfrm>
            <a:custGeom>
              <a:avLst/>
              <a:gdLst/>
              <a:ahLst/>
              <a:cxnLst/>
              <a:rect l="l" t="t" r="r" b="b"/>
              <a:pathLst>
                <a:path w="785" h="784" extrusionOk="0">
                  <a:moveTo>
                    <a:pt x="0" y="0"/>
                  </a:moveTo>
                  <a:lnTo>
                    <a:pt x="0" y="784"/>
                  </a:lnTo>
                  <a:lnTo>
                    <a:pt x="784" y="784"/>
                  </a:lnTo>
                  <a:lnTo>
                    <a:pt x="7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0" name="Google Shape;6130;p13"/>
          <p:cNvGrpSpPr/>
          <p:nvPr/>
        </p:nvGrpSpPr>
        <p:grpSpPr>
          <a:xfrm>
            <a:off x="1148228" y="4237329"/>
            <a:ext cx="275098" cy="366258"/>
            <a:chOff x="2664400" y="2169200"/>
            <a:chExt cx="78000" cy="103850"/>
          </a:xfrm>
        </p:grpSpPr>
        <p:sp>
          <p:nvSpPr>
            <p:cNvPr id="6131" name="Google Shape;6131;p13"/>
            <p:cNvSpPr/>
            <p:nvPr/>
          </p:nvSpPr>
          <p:spPr>
            <a:xfrm>
              <a:off x="2690250" y="216920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13"/>
            <p:cNvSpPr/>
            <p:nvPr/>
          </p:nvSpPr>
          <p:spPr>
            <a:xfrm>
              <a:off x="2664400" y="219505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13"/>
            <p:cNvSpPr/>
            <p:nvPr/>
          </p:nvSpPr>
          <p:spPr>
            <a:xfrm>
              <a:off x="2690250" y="2195050"/>
              <a:ext cx="26275" cy="26275"/>
            </a:xfrm>
            <a:custGeom>
              <a:avLst/>
              <a:gdLst/>
              <a:ahLst/>
              <a:cxnLst/>
              <a:rect l="l" t="t" r="r" b="b"/>
              <a:pathLst>
                <a:path w="1051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51" y="1051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13"/>
            <p:cNvSpPr/>
            <p:nvPr/>
          </p:nvSpPr>
          <p:spPr>
            <a:xfrm>
              <a:off x="2716500" y="2195050"/>
              <a:ext cx="25900" cy="26275"/>
            </a:xfrm>
            <a:custGeom>
              <a:avLst/>
              <a:gdLst/>
              <a:ahLst/>
              <a:cxnLst/>
              <a:rect l="l" t="t" r="r" b="b"/>
              <a:pathLst>
                <a:path w="1036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13"/>
            <p:cNvSpPr/>
            <p:nvPr/>
          </p:nvSpPr>
          <p:spPr>
            <a:xfrm>
              <a:off x="2690250" y="2221300"/>
              <a:ext cx="26275" cy="25900"/>
            </a:xfrm>
            <a:custGeom>
              <a:avLst/>
              <a:gdLst/>
              <a:ahLst/>
              <a:cxnLst/>
              <a:rect l="l" t="t" r="r" b="b"/>
              <a:pathLst>
                <a:path w="1051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13"/>
            <p:cNvSpPr/>
            <p:nvPr/>
          </p:nvSpPr>
          <p:spPr>
            <a:xfrm>
              <a:off x="2690250" y="2247175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7" name="Google Shape;6137;p13"/>
          <p:cNvGrpSpPr/>
          <p:nvPr/>
        </p:nvGrpSpPr>
        <p:grpSpPr>
          <a:xfrm>
            <a:off x="1515965" y="3990919"/>
            <a:ext cx="433691" cy="607831"/>
            <a:chOff x="3320750" y="2845525"/>
            <a:chExt cx="176750" cy="247700"/>
          </a:xfrm>
        </p:grpSpPr>
        <p:sp>
          <p:nvSpPr>
            <p:cNvPr id="6138" name="Google Shape;6138;p13"/>
            <p:cNvSpPr/>
            <p:nvPr/>
          </p:nvSpPr>
          <p:spPr>
            <a:xfrm>
              <a:off x="3356025" y="2845525"/>
              <a:ext cx="35675" cy="35700"/>
            </a:xfrm>
            <a:custGeom>
              <a:avLst/>
              <a:gdLst/>
              <a:ahLst/>
              <a:cxnLst/>
              <a:rect l="l" t="t" r="r" b="b"/>
              <a:pathLst>
                <a:path w="1427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13"/>
            <p:cNvSpPr/>
            <p:nvPr/>
          </p:nvSpPr>
          <p:spPr>
            <a:xfrm>
              <a:off x="3391675" y="28455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1" y="1"/>
                  </a:moveTo>
                  <a:lnTo>
                    <a:pt x="1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13"/>
            <p:cNvSpPr/>
            <p:nvPr/>
          </p:nvSpPr>
          <p:spPr>
            <a:xfrm>
              <a:off x="3426950" y="28455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13"/>
            <p:cNvSpPr/>
            <p:nvPr/>
          </p:nvSpPr>
          <p:spPr>
            <a:xfrm>
              <a:off x="3356025" y="2881200"/>
              <a:ext cx="35675" cy="35275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13"/>
            <p:cNvSpPr/>
            <p:nvPr/>
          </p:nvSpPr>
          <p:spPr>
            <a:xfrm>
              <a:off x="3391675" y="2881200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13"/>
            <p:cNvSpPr/>
            <p:nvPr/>
          </p:nvSpPr>
          <p:spPr>
            <a:xfrm>
              <a:off x="3426950" y="2881200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13"/>
            <p:cNvSpPr/>
            <p:nvPr/>
          </p:nvSpPr>
          <p:spPr>
            <a:xfrm>
              <a:off x="3356025" y="2916450"/>
              <a:ext cx="35675" cy="3530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7" y="1412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13"/>
            <p:cNvSpPr/>
            <p:nvPr/>
          </p:nvSpPr>
          <p:spPr>
            <a:xfrm>
              <a:off x="3391675" y="291645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13"/>
            <p:cNvSpPr/>
            <p:nvPr/>
          </p:nvSpPr>
          <p:spPr>
            <a:xfrm>
              <a:off x="3426950" y="291645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13"/>
            <p:cNvSpPr/>
            <p:nvPr/>
          </p:nvSpPr>
          <p:spPr>
            <a:xfrm>
              <a:off x="3338375" y="2969375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13"/>
            <p:cNvSpPr/>
            <p:nvPr/>
          </p:nvSpPr>
          <p:spPr>
            <a:xfrm>
              <a:off x="3391675" y="29517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13"/>
            <p:cNvSpPr/>
            <p:nvPr/>
          </p:nvSpPr>
          <p:spPr>
            <a:xfrm>
              <a:off x="3453200" y="2969375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13"/>
            <p:cNvSpPr/>
            <p:nvPr/>
          </p:nvSpPr>
          <p:spPr>
            <a:xfrm>
              <a:off x="3365025" y="2996000"/>
              <a:ext cx="26675" cy="26300"/>
            </a:xfrm>
            <a:custGeom>
              <a:avLst/>
              <a:gdLst/>
              <a:ahLst/>
              <a:cxnLst/>
              <a:rect l="l" t="t" r="r" b="b"/>
              <a:pathLst>
                <a:path w="1067" h="1052" extrusionOk="0">
                  <a:moveTo>
                    <a:pt x="1" y="1"/>
                  </a:moveTo>
                  <a:lnTo>
                    <a:pt x="1" y="1051"/>
                  </a:lnTo>
                  <a:lnTo>
                    <a:pt x="1067" y="105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13"/>
            <p:cNvSpPr/>
            <p:nvPr/>
          </p:nvSpPr>
          <p:spPr>
            <a:xfrm>
              <a:off x="3391675" y="29870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13"/>
            <p:cNvSpPr/>
            <p:nvPr/>
          </p:nvSpPr>
          <p:spPr>
            <a:xfrm>
              <a:off x="3426950" y="2996000"/>
              <a:ext cx="26275" cy="26300"/>
            </a:xfrm>
            <a:custGeom>
              <a:avLst/>
              <a:gdLst/>
              <a:ahLst/>
              <a:cxnLst/>
              <a:rect l="l" t="t" r="r" b="b"/>
              <a:pathLst>
                <a:path w="1051" h="1052" extrusionOk="0">
                  <a:moveTo>
                    <a:pt x="0" y="1"/>
                  </a:moveTo>
                  <a:lnTo>
                    <a:pt x="0" y="1051"/>
                  </a:lnTo>
                  <a:lnTo>
                    <a:pt x="1051" y="1051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13"/>
            <p:cNvSpPr/>
            <p:nvPr/>
          </p:nvSpPr>
          <p:spPr>
            <a:xfrm>
              <a:off x="3391675" y="3022275"/>
              <a:ext cx="35300" cy="35675"/>
            </a:xfrm>
            <a:custGeom>
              <a:avLst/>
              <a:gdLst/>
              <a:ahLst/>
              <a:cxnLst/>
              <a:rect l="l" t="t" r="r" b="b"/>
              <a:pathLst>
                <a:path w="1412" h="1427" extrusionOk="0">
                  <a:moveTo>
                    <a:pt x="1" y="0"/>
                  </a:moveTo>
                  <a:lnTo>
                    <a:pt x="1" y="1426"/>
                  </a:lnTo>
                  <a:lnTo>
                    <a:pt x="1411" y="1426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13"/>
            <p:cNvSpPr/>
            <p:nvPr/>
          </p:nvSpPr>
          <p:spPr>
            <a:xfrm>
              <a:off x="3320750" y="30579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13"/>
            <p:cNvSpPr/>
            <p:nvPr/>
          </p:nvSpPr>
          <p:spPr>
            <a:xfrm>
              <a:off x="3356025" y="3057925"/>
              <a:ext cx="35675" cy="3530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13"/>
            <p:cNvSpPr/>
            <p:nvPr/>
          </p:nvSpPr>
          <p:spPr>
            <a:xfrm>
              <a:off x="3391675" y="30579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13"/>
            <p:cNvSpPr/>
            <p:nvPr/>
          </p:nvSpPr>
          <p:spPr>
            <a:xfrm>
              <a:off x="3426950" y="30579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13"/>
            <p:cNvSpPr/>
            <p:nvPr/>
          </p:nvSpPr>
          <p:spPr>
            <a:xfrm>
              <a:off x="3462225" y="3057925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59" name="Google Shape;6159;p13"/>
          <p:cNvGrpSpPr/>
          <p:nvPr/>
        </p:nvGrpSpPr>
        <p:grpSpPr>
          <a:xfrm>
            <a:off x="-329643" y="2729331"/>
            <a:ext cx="1049633" cy="523940"/>
            <a:chOff x="138482" y="584556"/>
            <a:chExt cx="1049633" cy="523940"/>
          </a:xfrm>
        </p:grpSpPr>
        <p:sp>
          <p:nvSpPr>
            <p:cNvPr id="6160" name="Google Shape;6160;p13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13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13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13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13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13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13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13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13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13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13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13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13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13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13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5" name="Google Shape;6175;p13"/>
          <p:cNvGrpSpPr/>
          <p:nvPr/>
        </p:nvGrpSpPr>
        <p:grpSpPr>
          <a:xfrm flipH="1">
            <a:off x="8137832" y="596256"/>
            <a:ext cx="1049633" cy="523940"/>
            <a:chOff x="138482" y="584556"/>
            <a:chExt cx="1049633" cy="523940"/>
          </a:xfrm>
        </p:grpSpPr>
        <p:sp>
          <p:nvSpPr>
            <p:cNvPr id="6176" name="Google Shape;6176;p13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13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13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13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13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13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13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13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13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13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13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13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8" name="Google Shape;6188;p13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9" name="Google Shape;6189;p13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13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91" name="Google Shape;6191;p13"/>
          <p:cNvSpPr txBox="1">
            <a:spLocks noGrp="1"/>
          </p:cNvSpPr>
          <p:nvPr>
            <p:ph type="title"/>
          </p:nvPr>
        </p:nvSpPr>
        <p:spPr>
          <a:xfrm>
            <a:off x="2157600" y="2864613"/>
            <a:ext cx="48288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Press Start 2P"/>
              <a:buNone/>
              <a:defRPr sz="14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Press Start 2P"/>
              <a:buNone/>
              <a:defRPr sz="14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Press Start 2P"/>
              <a:buNone/>
              <a:defRPr sz="14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Press Start 2P"/>
              <a:buNone/>
              <a:defRPr sz="14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Press Start 2P"/>
              <a:buNone/>
              <a:defRPr sz="14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Press Start 2P"/>
              <a:buNone/>
              <a:defRPr sz="14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Press Start 2P"/>
              <a:buNone/>
              <a:defRPr sz="14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Press Start 2P"/>
              <a:buNone/>
              <a:defRPr sz="14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6192" name="Google Shape;6192;p13"/>
          <p:cNvSpPr txBox="1">
            <a:spLocks noGrp="1"/>
          </p:cNvSpPr>
          <p:nvPr>
            <p:ph type="title" idx="2"/>
          </p:nvPr>
        </p:nvSpPr>
        <p:spPr>
          <a:xfrm>
            <a:off x="2157600" y="1438138"/>
            <a:ext cx="4828800" cy="142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dvent Pro Medium"/>
              <a:buNone/>
              <a:defRPr sz="2400">
                <a:solidFill>
                  <a:schemeClr val="dk2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dvent Pro Medium"/>
              <a:buNone/>
              <a:defRPr sz="2400"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dvent Pro Medium"/>
              <a:buNone/>
              <a:defRPr sz="2400"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dvent Pro Medium"/>
              <a:buNone/>
              <a:defRPr sz="2400"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dvent Pro Medium"/>
              <a:buNone/>
              <a:defRPr sz="2400"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dvent Pro Medium"/>
              <a:buNone/>
              <a:defRPr sz="2400"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dvent Pro Medium"/>
              <a:buNone/>
              <a:defRPr sz="2400"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dvent Pro Medium"/>
              <a:buNone/>
              <a:defRPr sz="2400"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dvent Pro Medium"/>
              <a:buNone/>
              <a:defRPr sz="2400"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6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4" name="Google Shape;6194;p14"/>
          <p:cNvGrpSpPr/>
          <p:nvPr/>
        </p:nvGrpSpPr>
        <p:grpSpPr>
          <a:xfrm>
            <a:off x="-637068" y="2309781"/>
            <a:ext cx="1049633" cy="523940"/>
            <a:chOff x="138482" y="584556"/>
            <a:chExt cx="1049633" cy="523940"/>
          </a:xfrm>
        </p:grpSpPr>
        <p:sp>
          <p:nvSpPr>
            <p:cNvPr id="6195" name="Google Shape;6195;p14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14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14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14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14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14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14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14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14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14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14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14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14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14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14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10" name="Google Shape;6210;p14"/>
          <p:cNvGrpSpPr/>
          <p:nvPr/>
        </p:nvGrpSpPr>
        <p:grpSpPr>
          <a:xfrm>
            <a:off x="8641757" y="540006"/>
            <a:ext cx="1049633" cy="523940"/>
            <a:chOff x="138482" y="584556"/>
            <a:chExt cx="1049633" cy="523940"/>
          </a:xfrm>
        </p:grpSpPr>
        <p:sp>
          <p:nvSpPr>
            <p:cNvPr id="6211" name="Google Shape;6211;p14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14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14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14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14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14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14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14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14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14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14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14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14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14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14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26" name="Google Shape;6226;p14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6227" name="Google Shape;6227;p14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6228" name="Google Shape;6228;p1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9" name="Google Shape;6229;p1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0" name="Google Shape;6230;p1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1" name="Google Shape;6231;p1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2" name="Google Shape;6232;p1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3" name="Google Shape;6233;p1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4" name="Google Shape;6234;p1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5" name="Google Shape;6235;p1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6" name="Google Shape;6236;p1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7" name="Google Shape;6237;p1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8" name="Google Shape;6238;p1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9" name="Google Shape;6239;p1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0" name="Google Shape;6240;p1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1" name="Google Shape;6241;p1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2" name="Google Shape;6242;p1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3" name="Google Shape;6243;p1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4" name="Google Shape;6244;p1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5" name="Google Shape;6245;p1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6" name="Google Shape;6246;p1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7" name="Google Shape;6247;p1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8" name="Google Shape;6248;p1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9" name="Google Shape;6249;p1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0" name="Google Shape;6250;p1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1" name="Google Shape;6251;p1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2" name="Google Shape;6252;p1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3" name="Google Shape;6253;p1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4" name="Google Shape;6254;p1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5" name="Google Shape;6255;p1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6" name="Google Shape;6256;p1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7" name="Google Shape;6257;p1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8" name="Google Shape;6258;p1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9" name="Google Shape;6259;p1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0" name="Google Shape;6260;p1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1" name="Google Shape;6261;p1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2" name="Google Shape;6262;p1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3" name="Google Shape;6263;p1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4" name="Google Shape;6264;p1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5" name="Google Shape;6265;p1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6" name="Google Shape;6266;p1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7" name="Google Shape;6267;p1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8" name="Google Shape;6268;p1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9" name="Google Shape;6269;p1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0" name="Google Shape;6270;p1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71" name="Google Shape;6271;p14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6272" name="Google Shape;6272;p1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3" name="Google Shape;6273;p1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4" name="Google Shape;6274;p1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5" name="Google Shape;6275;p1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6" name="Google Shape;6276;p1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7" name="Google Shape;6277;p1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8" name="Google Shape;6278;p1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9" name="Google Shape;6279;p1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0" name="Google Shape;6280;p1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1" name="Google Shape;6281;p1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2" name="Google Shape;6282;p1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3" name="Google Shape;6283;p1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4" name="Google Shape;6284;p1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5" name="Google Shape;6285;p1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6" name="Google Shape;6286;p1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7" name="Google Shape;6287;p1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8" name="Google Shape;6288;p1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9" name="Google Shape;6289;p1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0" name="Google Shape;6290;p1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1" name="Google Shape;6291;p1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2" name="Google Shape;6292;p1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3" name="Google Shape;6293;p1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4" name="Google Shape;6294;p1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5" name="Google Shape;6295;p1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6" name="Google Shape;6296;p1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7" name="Google Shape;6297;p1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8" name="Google Shape;6298;p1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9" name="Google Shape;6299;p1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0" name="Google Shape;6300;p1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1" name="Google Shape;6301;p1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2" name="Google Shape;6302;p1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3" name="Google Shape;6303;p1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4" name="Google Shape;6304;p1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5" name="Google Shape;6305;p1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6" name="Google Shape;6306;p1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7" name="Google Shape;6307;p1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8" name="Google Shape;6308;p1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9" name="Google Shape;6309;p1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0" name="Google Shape;6310;p1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1" name="Google Shape;6311;p1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2" name="Google Shape;6312;p1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3" name="Google Shape;6313;p1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4" name="Google Shape;6314;p1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15" name="Google Shape;6315;p14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6316" name="Google Shape;6316;p1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7" name="Google Shape;6317;p1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8" name="Google Shape;6318;p1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9" name="Google Shape;6319;p1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0" name="Google Shape;6320;p1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1" name="Google Shape;6321;p1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2" name="Google Shape;6322;p1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3" name="Google Shape;6323;p1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4" name="Google Shape;6324;p1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5" name="Google Shape;6325;p1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6" name="Google Shape;6326;p1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7" name="Google Shape;6327;p1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8" name="Google Shape;6328;p1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9" name="Google Shape;6329;p1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0" name="Google Shape;6330;p1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1" name="Google Shape;6331;p1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2" name="Google Shape;6332;p1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3" name="Google Shape;6333;p1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4" name="Google Shape;6334;p1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5" name="Google Shape;6335;p1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6" name="Google Shape;6336;p1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7" name="Google Shape;6337;p1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8" name="Google Shape;6338;p1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9" name="Google Shape;6339;p1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0" name="Google Shape;6340;p1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1" name="Google Shape;6341;p1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2" name="Google Shape;6342;p1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3" name="Google Shape;6343;p1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4" name="Google Shape;6344;p1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5" name="Google Shape;6345;p1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6" name="Google Shape;6346;p1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7" name="Google Shape;6347;p1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8" name="Google Shape;6348;p1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9" name="Google Shape;6349;p1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0" name="Google Shape;6350;p1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1" name="Google Shape;6351;p1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2" name="Google Shape;6352;p1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3" name="Google Shape;6353;p1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4" name="Google Shape;6354;p1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5" name="Google Shape;6355;p1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6" name="Google Shape;6356;p1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7" name="Google Shape;6357;p1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8" name="Google Shape;6358;p1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59" name="Google Shape;6359;p14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6360" name="Google Shape;6360;p1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1" name="Google Shape;6361;p1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2" name="Google Shape;6362;p1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3" name="Google Shape;6363;p1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4" name="Google Shape;6364;p1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5" name="Google Shape;6365;p1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6" name="Google Shape;6366;p1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7" name="Google Shape;6367;p1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8" name="Google Shape;6368;p1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9" name="Google Shape;6369;p1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0" name="Google Shape;6370;p1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1" name="Google Shape;6371;p1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2" name="Google Shape;6372;p1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3" name="Google Shape;6373;p1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4" name="Google Shape;6374;p1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5" name="Google Shape;6375;p1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6" name="Google Shape;6376;p1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7" name="Google Shape;6377;p1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8" name="Google Shape;6378;p1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9" name="Google Shape;6379;p1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0" name="Google Shape;6380;p1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1" name="Google Shape;6381;p1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2" name="Google Shape;6382;p1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3" name="Google Shape;6383;p1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4" name="Google Shape;6384;p1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5" name="Google Shape;6385;p1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6" name="Google Shape;6386;p1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7" name="Google Shape;6387;p1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8" name="Google Shape;6388;p1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9" name="Google Shape;6389;p1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0" name="Google Shape;6390;p1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1" name="Google Shape;6391;p1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2" name="Google Shape;6392;p1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3" name="Google Shape;6393;p1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4" name="Google Shape;6394;p1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5" name="Google Shape;6395;p1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6" name="Google Shape;6396;p1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7" name="Google Shape;6397;p1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8" name="Google Shape;6398;p1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9" name="Google Shape;6399;p1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0" name="Google Shape;6400;p1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1" name="Google Shape;6401;p1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2" name="Google Shape;6402;p1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03" name="Google Shape;6403;p14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6404" name="Google Shape;6404;p1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5" name="Google Shape;6405;p1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6" name="Google Shape;6406;p1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7" name="Google Shape;6407;p1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8" name="Google Shape;6408;p1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9" name="Google Shape;6409;p1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0" name="Google Shape;6410;p1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1" name="Google Shape;6411;p1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2" name="Google Shape;6412;p1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3" name="Google Shape;6413;p1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4" name="Google Shape;6414;p1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5" name="Google Shape;6415;p1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6" name="Google Shape;6416;p1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7" name="Google Shape;6417;p1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8" name="Google Shape;6418;p1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9" name="Google Shape;6419;p1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0" name="Google Shape;6420;p1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1" name="Google Shape;6421;p1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2" name="Google Shape;6422;p1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3" name="Google Shape;6423;p1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4" name="Google Shape;6424;p1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5" name="Google Shape;6425;p1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6" name="Google Shape;6426;p1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7" name="Google Shape;6427;p1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8" name="Google Shape;6428;p1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9" name="Google Shape;6429;p1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0" name="Google Shape;6430;p1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1" name="Google Shape;6431;p1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2" name="Google Shape;6432;p1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3" name="Google Shape;6433;p1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4" name="Google Shape;6434;p1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5" name="Google Shape;6435;p1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6" name="Google Shape;6436;p1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7" name="Google Shape;6437;p1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8" name="Google Shape;6438;p1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9" name="Google Shape;6439;p1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0" name="Google Shape;6440;p1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1" name="Google Shape;6441;p1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2" name="Google Shape;6442;p1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3" name="Google Shape;6443;p1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4" name="Google Shape;6444;p1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5" name="Google Shape;6445;p1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6" name="Google Shape;6446;p1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47" name="Google Shape;6447;p14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6448" name="Google Shape;6448;p1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9" name="Google Shape;6449;p1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0" name="Google Shape;6450;p1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1" name="Google Shape;6451;p1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2" name="Google Shape;6452;p1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3" name="Google Shape;6453;p1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4" name="Google Shape;6454;p1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5" name="Google Shape;6455;p1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6" name="Google Shape;6456;p1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7" name="Google Shape;6457;p1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8" name="Google Shape;6458;p1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9" name="Google Shape;6459;p1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0" name="Google Shape;6460;p1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1" name="Google Shape;6461;p1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2" name="Google Shape;6462;p1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3" name="Google Shape;6463;p1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4" name="Google Shape;6464;p1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5" name="Google Shape;6465;p1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6" name="Google Shape;6466;p1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7" name="Google Shape;6467;p1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8" name="Google Shape;6468;p1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9" name="Google Shape;6469;p1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0" name="Google Shape;6470;p1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1" name="Google Shape;6471;p1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2" name="Google Shape;6472;p1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3" name="Google Shape;6473;p1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4" name="Google Shape;6474;p1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5" name="Google Shape;6475;p1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6" name="Google Shape;6476;p1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7" name="Google Shape;6477;p1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8" name="Google Shape;6478;p1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9" name="Google Shape;6479;p1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0" name="Google Shape;6480;p1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1" name="Google Shape;6481;p1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2" name="Google Shape;6482;p1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3" name="Google Shape;6483;p1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4" name="Google Shape;6484;p1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5" name="Google Shape;6485;p1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6" name="Google Shape;6486;p1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7" name="Google Shape;6487;p1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8" name="Google Shape;6488;p1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9" name="Google Shape;6489;p1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0" name="Google Shape;6490;p1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91" name="Google Shape;6491;p14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6492" name="Google Shape;6492;p1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3" name="Google Shape;6493;p1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4" name="Google Shape;6494;p1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5" name="Google Shape;6495;p1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6" name="Google Shape;6496;p1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7" name="Google Shape;6497;p1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8" name="Google Shape;6498;p1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9" name="Google Shape;6499;p1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0" name="Google Shape;6500;p1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1" name="Google Shape;6501;p1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2" name="Google Shape;6502;p1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3" name="Google Shape;6503;p1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4" name="Google Shape;6504;p1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5" name="Google Shape;6505;p1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6" name="Google Shape;6506;p1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7" name="Google Shape;6507;p1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8" name="Google Shape;6508;p1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9" name="Google Shape;6509;p1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0" name="Google Shape;6510;p1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1" name="Google Shape;6511;p1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2" name="Google Shape;6512;p1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3" name="Google Shape;6513;p1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4" name="Google Shape;6514;p1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5" name="Google Shape;6515;p1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6" name="Google Shape;6516;p1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7" name="Google Shape;6517;p1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8" name="Google Shape;6518;p1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9" name="Google Shape;6519;p1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0" name="Google Shape;6520;p1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1" name="Google Shape;6521;p1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2" name="Google Shape;6522;p1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3" name="Google Shape;6523;p1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4" name="Google Shape;6524;p1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5" name="Google Shape;6525;p1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6" name="Google Shape;6526;p1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7" name="Google Shape;6527;p1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8" name="Google Shape;6528;p1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9" name="Google Shape;6529;p1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0" name="Google Shape;6530;p1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1" name="Google Shape;6531;p1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2" name="Google Shape;6532;p1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3" name="Google Shape;6533;p1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4" name="Google Shape;6534;p1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35" name="Google Shape;6535;p14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6536" name="Google Shape;6536;p1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7" name="Google Shape;6537;p1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8" name="Google Shape;6538;p1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9" name="Google Shape;6539;p1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0" name="Google Shape;6540;p1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1" name="Google Shape;6541;p1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2" name="Google Shape;6542;p1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3" name="Google Shape;6543;p1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4" name="Google Shape;6544;p1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5" name="Google Shape;6545;p1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6" name="Google Shape;6546;p1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7" name="Google Shape;6547;p1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8" name="Google Shape;6548;p1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9" name="Google Shape;6549;p1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0" name="Google Shape;6550;p1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1" name="Google Shape;6551;p1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2" name="Google Shape;6552;p1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3" name="Google Shape;6553;p1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4" name="Google Shape;6554;p1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5" name="Google Shape;6555;p1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6" name="Google Shape;6556;p1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7" name="Google Shape;6557;p1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8" name="Google Shape;6558;p1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9" name="Google Shape;6559;p1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0" name="Google Shape;6560;p1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1" name="Google Shape;6561;p1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2" name="Google Shape;6562;p1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3" name="Google Shape;6563;p1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4" name="Google Shape;6564;p1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5" name="Google Shape;6565;p1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6" name="Google Shape;6566;p1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7" name="Google Shape;6567;p1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8" name="Google Shape;6568;p1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9" name="Google Shape;6569;p1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0" name="Google Shape;6570;p1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1" name="Google Shape;6571;p1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2" name="Google Shape;6572;p1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3" name="Google Shape;6573;p1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4" name="Google Shape;6574;p1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5" name="Google Shape;6575;p1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6" name="Google Shape;6576;p1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7" name="Google Shape;6577;p1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8" name="Google Shape;6578;p1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79" name="Google Shape;6579;p14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6580" name="Google Shape;6580;p1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1" name="Google Shape;6581;p1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2" name="Google Shape;6582;p1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3" name="Google Shape;6583;p1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4" name="Google Shape;6584;p1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5" name="Google Shape;6585;p1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6" name="Google Shape;6586;p1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7" name="Google Shape;6587;p1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8" name="Google Shape;6588;p1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9" name="Google Shape;6589;p1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0" name="Google Shape;6590;p1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1" name="Google Shape;6591;p1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2" name="Google Shape;6592;p1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3" name="Google Shape;6593;p1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4" name="Google Shape;6594;p1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5" name="Google Shape;6595;p1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6" name="Google Shape;6596;p1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7" name="Google Shape;6597;p1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8" name="Google Shape;6598;p1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9" name="Google Shape;6599;p1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0" name="Google Shape;6600;p1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1" name="Google Shape;6601;p1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2" name="Google Shape;6602;p1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3" name="Google Shape;6603;p1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4" name="Google Shape;6604;p1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5" name="Google Shape;6605;p1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6" name="Google Shape;6606;p1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7" name="Google Shape;6607;p1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8" name="Google Shape;6608;p1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9" name="Google Shape;6609;p1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0" name="Google Shape;6610;p1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1" name="Google Shape;6611;p1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2" name="Google Shape;6612;p1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3" name="Google Shape;6613;p1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4" name="Google Shape;6614;p1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5" name="Google Shape;6615;p1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6" name="Google Shape;6616;p1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7" name="Google Shape;6617;p1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8" name="Google Shape;6618;p1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9" name="Google Shape;6619;p1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0" name="Google Shape;6620;p1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1" name="Google Shape;6621;p1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2" name="Google Shape;6622;p1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623" name="Google Shape;6623;p14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6624" name="Google Shape;6624;p14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6625" name="Google Shape;6625;p14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6" name="Google Shape;6626;p14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7" name="Google Shape;6627;p14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8" name="Google Shape;6628;p14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9" name="Google Shape;6629;p14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0" name="Google Shape;6630;p14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1" name="Google Shape;6631;p14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2" name="Google Shape;6632;p14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3" name="Google Shape;6633;p14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4" name="Google Shape;6634;p14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5" name="Google Shape;6635;p14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6" name="Google Shape;6636;p14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7" name="Google Shape;6637;p14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8" name="Google Shape;6638;p14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9" name="Google Shape;6639;p14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0" name="Google Shape;6640;p14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1" name="Google Shape;6641;p14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2" name="Google Shape;6642;p14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3" name="Google Shape;6643;p14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4" name="Google Shape;6644;p14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5" name="Google Shape;6645;p14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6" name="Google Shape;6646;p14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7" name="Google Shape;6647;p14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8" name="Google Shape;6648;p14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9" name="Google Shape;6649;p14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0" name="Google Shape;6650;p14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1" name="Google Shape;6651;p14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52" name="Google Shape;6652;p14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6653" name="Google Shape;6653;p14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4" name="Google Shape;6654;p14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5" name="Google Shape;6655;p14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6" name="Google Shape;6656;p14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7" name="Google Shape;6657;p14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8" name="Google Shape;6658;p14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9" name="Google Shape;6659;p14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0" name="Google Shape;6660;p14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1" name="Google Shape;6661;p14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2" name="Google Shape;6662;p14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3" name="Google Shape;6663;p14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4" name="Google Shape;6664;p14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5" name="Google Shape;6665;p14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6" name="Google Shape;6666;p14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7" name="Google Shape;6667;p14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8" name="Google Shape;6668;p14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9" name="Google Shape;6669;p14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0" name="Google Shape;6670;p14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1" name="Google Shape;6671;p14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2" name="Google Shape;6672;p14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3" name="Google Shape;6673;p14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4" name="Google Shape;6674;p14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5" name="Google Shape;6675;p14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6" name="Google Shape;6676;p14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7" name="Google Shape;6677;p14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8" name="Google Shape;6678;p14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9" name="Google Shape;6679;p14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80" name="Google Shape;6680;p14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6681" name="Google Shape;6681;p14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2" name="Google Shape;6682;p14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3" name="Google Shape;6683;p14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4" name="Google Shape;6684;p14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5" name="Google Shape;6685;p14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6" name="Google Shape;6686;p14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7" name="Google Shape;6687;p14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8" name="Google Shape;6688;p14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9" name="Google Shape;6689;p14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0" name="Google Shape;6690;p14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1" name="Google Shape;6691;p14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2" name="Google Shape;6692;p14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3" name="Google Shape;6693;p14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4" name="Google Shape;6694;p14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5" name="Google Shape;6695;p14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6" name="Google Shape;6696;p14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7" name="Google Shape;6697;p14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8" name="Google Shape;6698;p14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9" name="Google Shape;6699;p14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0" name="Google Shape;6700;p14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1" name="Google Shape;6701;p14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2" name="Google Shape;6702;p14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3" name="Google Shape;6703;p14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4" name="Google Shape;6704;p14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5" name="Google Shape;6705;p14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6" name="Google Shape;6706;p14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7" name="Google Shape;6707;p14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708" name="Google Shape;6708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09" name="Google Shape;6709;p14"/>
          <p:cNvSpPr txBox="1">
            <a:spLocks noGrp="1"/>
          </p:cNvSpPr>
          <p:nvPr>
            <p:ph type="subTitle" idx="1"/>
          </p:nvPr>
        </p:nvSpPr>
        <p:spPr>
          <a:xfrm>
            <a:off x="1782599" y="312635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6710" name="Google Shape;6710;p14"/>
          <p:cNvSpPr txBox="1">
            <a:spLocks noGrp="1"/>
          </p:cNvSpPr>
          <p:nvPr>
            <p:ph type="subTitle" idx="2"/>
          </p:nvPr>
        </p:nvSpPr>
        <p:spPr>
          <a:xfrm>
            <a:off x="1782600" y="359615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711" name="Google Shape;6711;p14"/>
          <p:cNvSpPr txBox="1">
            <a:spLocks noGrp="1"/>
          </p:cNvSpPr>
          <p:nvPr>
            <p:ph type="title" idx="3" hasCustomPrompt="1"/>
          </p:nvPr>
        </p:nvSpPr>
        <p:spPr>
          <a:xfrm>
            <a:off x="793988" y="3336900"/>
            <a:ext cx="814200" cy="61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6712" name="Google Shape;6712;p14"/>
          <p:cNvSpPr txBox="1">
            <a:spLocks noGrp="1"/>
          </p:cNvSpPr>
          <p:nvPr>
            <p:ph type="subTitle" idx="4"/>
          </p:nvPr>
        </p:nvSpPr>
        <p:spPr>
          <a:xfrm>
            <a:off x="6075599" y="312635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6713" name="Google Shape;6713;p14"/>
          <p:cNvSpPr txBox="1">
            <a:spLocks noGrp="1"/>
          </p:cNvSpPr>
          <p:nvPr>
            <p:ph type="subTitle" idx="5"/>
          </p:nvPr>
        </p:nvSpPr>
        <p:spPr>
          <a:xfrm>
            <a:off x="6075600" y="359615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714" name="Google Shape;6714;p14"/>
          <p:cNvSpPr txBox="1">
            <a:spLocks noGrp="1"/>
          </p:cNvSpPr>
          <p:nvPr>
            <p:ph type="title" idx="6" hasCustomPrompt="1"/>
          </p:nvPr>
        </p:nvSpPr>
        <p:spPr>
          <a:xfrm>
            <a:off x="5082500" y="3336900"/>
            <a:ext cx="814200" cy="61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6715" name="Google Shape;6715;p14"/>
          <p:cNvSpPr txBox="1">
            <a:spLocks noGrp="1"/>
          </p:cNvSpPr>
          <p:nvPr>
            <p:ph type="subTitle" idx="7"/>
          </p:nvPr>
        </p:nvSpPr>
        <p:spPr>
          <a:xfrm>
            <a:off x="1782599" y="149060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6716" name="Google Shape;6716;p14"/>
          <p:cNvSpPr txBox="1">
            <a:spLocks noGrp="1"/>
          </p:cNvSpPr>
          <p:nvPr>
            <p:ph type="subTitle" idx="8"/>
          </p:nvPr>
        </p:nvSpPr>
        <p:spPr>
          <a:xfrm>
            <a:off x="1782600" y="196040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717" name="Google Shape;6717;p14"/>
          <p:cNvSpPr txBox="1">
            <a:spLocks noGrp="1"/>
          </p:cNvSpPr>
          <p:nvPr>
            <p:ph type="title" idx="9" hasCustomPrompt="1"/>
          </p:nvPr>
        </p:nvSpPr>
        <p:spPr>
          <a:xfrm>
            <a:off x="794000" y="1703850"/>
            <a:ext cx="814200" cy="61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6718" name="Google Shape;6718;p14"/>
          <p:cNvSpPr txBox="1">
            <a:spLocks noGrp="1"/>
          </p:cNvSpPr>
          <p:nvPr>
            <p:ph type="subTitle" idx="13"/>
          </p:nvPr>
        </p:nvSpPr>
        <p:spPr>
          <a:xfrm>
            <a:off x="6075599" y="149060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6719" name="Google Shape;6719;p14"/>
          <p:cNvSpPr txBox="1">
            <a:spLocks noGrp="1"/>
          </p:cNvSpPr>
          <p:nvPr>
            <p:ph type="subTitle" idx="14"/>
          </p:nvPr>
        </p:nvSpPr>
        <p:spPr>
          <a:xfrm>
            <a:off x="6075600" y="1960400"/>
            <a:ext cx="23484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720" name="Google Shape;6720;p14"/>
          <p:cNvSpPr txBox="1">
            <a:spLocks noGrp="1"/>
          </p:cNvSpPr>
          <p:nvPr>
            <p:ph type="title" idx="15" hasCustomPrompt="1"/>
          </p:nvPr>
        </p:nvSpPr>
        <p:spPr>
          <a:xfrm>
            <a:off x="5082500" y="1703850"/>
            <a:ext cx="814200" cy="61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">
    <p:spTree>
      <p:nvGrpSpPr>
        <p:cNvPr id="1" name="Shape 6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22" name="Google Shape;6722;p15"/>
          <p:cNvGrpSpPr/>
          <p:nvPr/>
        </p:nvGrpSpPr>
        <p:grpSpPr>
          <a:xfrm>
            <a:off x="-689218" y="2767006"/>
            <a:ext cx="1049633" cy="523940"/>
            <a:chOff x="138482" y="584556"/>
            <a:chExt cx="1049633" cy="523940"/>
          </a:xfrm>
        </p:grpSpPr>
        <p:sp>
          <p:nvSpPr>
            <p:cNvPr id="6723" name="Google Shape;6723;p15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4" name="Google Shape;6724;p15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5" name="Google Shape;6725;p15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6" name="Google Shape;6726;p15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7" name="Google Shape;6727;p15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8" name="Google Shape;6728;p15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9" name="Google Shape;6729;p15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0" name="Google Shape;6730;p15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1" name="Google Shape;6731;p15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2" name="Google Shape;6732;p15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3" name="Google Shape;6733;p15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4" name="Google Shape;6734;p15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5" name="Google Shape;6735;p15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6" name="Google Shape;6736;p15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7" name="Google Shape;6737;p15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8" name="Google Shape;6738;p15"/>
          <p:cNvGrpSpPr/>
          <p:nvPr/>
        </p:nvGrpSpPr>
        <p:grpSpPr>
          <a:xfrm flipH="1">
            <a:off x="7684482" y="-69"/>
            <a:ext cx="1049633" cy="523940"/>
            <a:chOff x="138482" y="584556"/>
            <a:chExt cx="1049633" cy="523940"/>
          </a:xfrm>
        </p:grpSpPr>
        <p:sp>
          <p:nvSpPr>
            <p:cNvPr id="6739" name="Google Shape;6739;p15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0" name="Google Shape;6740;p15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1" name="Google Shape;6741;p15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2" name="Google Shape;6742;p15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3" name="Google Shape;6743;p15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4" name="Google Shape;6744;p15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5" name="Google Shape;6745;p15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6" name="Google Shape;6746;p15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7" name="Google Shape;6747;p15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8" name="Google Shape;6748;p15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9" name="Google Shape;6749;p15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0" name="Google Shape;6750;p15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1" name="Google Shape;6751;p15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2" name="Google Shape;6752;p15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3" name="Google Shape;6753;p15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54" name="Google Shape;6754;p15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6755" name="Google Shape;6755;p15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6756" name="Google Shape;6756;p1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7" name="Google Shape;6757;p1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8" name="Google Shape;6758;p1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9" name="Google Shape;6759;p1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0" name="Google Shape;6760;p1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1" name="Google Shape;6761;p1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2" name="Google Shape;6762;p1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3" name="Google Shape;6763;p1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4" name="Google Shape;6764;p1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5" name="Google Shape;6765;p1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6" name="Google Shape;6766;p1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7" name="Google Shape;6767;p1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8" name="Google Shape;6768;p1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9" name="Google Shape;6769;p1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0" name="Google Shape;6770;p1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1" name="Google Shape;6771;p1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2" name="Google Shape;6772;p1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3" name="Google Shape;6773;p1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4" name="Google Shape;6774;p1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5" name="Google Shape;6775;p1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6" name="Google Shape;6776;p1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7" name="Google Shape;6777;p1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8" name="Google Shape;6778;p1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9" name="Google Shape;6779;p1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0" name="Google Shape;6780;p1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1" name="Google Shape;6781;p1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2" name="Google Shape;6782;p1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3" name="Google Shape;6783;p1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4" name="Google Shape;6784;p1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5" name="Google Shape;6785;p1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6" name="Google Shape;6786;p1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7" name="Google Shape;6787;p1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8" name="Google Shape;6788;p1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9" name="Google Shape;6789;p1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0" name="Google Shape;6790;p1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1" name="Google Shape;6791;p1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2" name="Google Shape;6792;p1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3" name="Google Shape;6793;p1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4" name="Google Shape;6794;p1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5" name="Google Shape;6795;p1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6" name="Google Shape;6796;p1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7" name="Google Shape;6797;p1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8" name="Google Shape;6798;p1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99" name="Google Shape;6799;p15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6800" name="Google Shape;6800;p1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1" name="Google Shape;6801;p1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2" name="Google Shape;6802;p1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3" name="Google Shape;6803;p1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4" name="Google Shape;6804;p1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5" name="Google Shape;6805;p1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6" name="Google Shape;6806;p1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7" name="Google Shape;6807;p1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8" name="Google Shape;6808;p1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9" name="Google Shape;6809;p1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0" name="Google Shape;6810;p1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1" name="Google Shape;6811;p1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2" name="Google Shape;6812;p1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3" name="Google Shape;6813;p1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4" name="Google Shape;6814;p1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5" name="Google Shape;6815;p1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6" name="Google Shape;6816;p1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7" name="Google Shape;6817;p1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8" name="Google Shape;6818;p1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9" name="Google Shape;6819;p1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0" name="Google Shape;6820;p1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1" name="Google Shape;6821;p1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2" name="Google Shape;6822;p1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3" name="Google Shape;6823;p1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4" name="Google Shape;6824;p1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5" name="Google Shape;6825;p1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6" name="Google Shape;6826;p1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7" name="Google Shape;6827;p1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8" name="Google Shape;6828;p1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9" name="Google Shape;6829;p1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0" name="Google Shape;6830;p1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1" name="Google Shape;6831;p1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2" name="Google Shape;6832;p1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3" name="Google Shape;6833;p1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4" name="Google Shape;6834;p1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5" name="Google Shape;6835;p1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6" name="Google Shape;6836;p1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7" name="Google Shape;6837;p1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8" name="Google Shape;6838;p1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9" name="Google Shape;6839;p1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0" name="Google Shape;6840;p1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1" name="Google Shape;6841;p1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2" name="Google Shape;6842;p1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43" name="Google Shape;6843;p15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6844" name="Google Shape;6844;p1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5" name="Google Shape;6845;p1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6" name="Google Shape;6846;p1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7" name="Google Shape;6847;p1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8" name="Google Shape;6848;p1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9" name="Google Shape;6849;p1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0" name="Google Shape;6850;p1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1" name="Google Shape;6851;p1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2" name="Google Shape;6852;p1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3" name="Google Shape;6853;p1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4" name="Google Shape;6854;p1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5" name="Google Shape;6855;p1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6" name="Google Shape;6856;p1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7" name="Google Shape;6857;p1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8" name="Google Shape;6858;p1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9" name="Google Shape;6859;p1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0" name="Google Shape;6860;p1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1" name="Google Shape;6861;p1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2" name="Google Shape;6862;p1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3" name="Google Shape;6863;p1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4" name="Google Shape;6864;p1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5" name="Google Shape;6865;p1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6" name="Google Shape;6866;p1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7" name="Google Shape;6867;p1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8" name="Google Shape;6868;p1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9" name="Google Shape;6869;p1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0" name="Google Shape;6870;p1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1" name="Google Shape;6871;p1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2" name="Google Shape;6872;p1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3" name="Google Shape;6873;p1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4" name="Google Shape;6874;p1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5" name="Google Shape;6875;p1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6" name="Google Shape;6876;p1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7" name="Google Shape;6877;p1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8" name="Google Shape;6878;p1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9" name="Google Shape;6879;p1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0" name="Google Shape;6880;p1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1" name="Google Shape;6881;p1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2" name="Google Shape;6882;p1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3" name="Google Shape;6883;p1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4" name="Google Shape;6884;p1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5" name="Google Shape;6885;p1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6" name="Google Shape;6886;p1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87" name="Google Shape;6887;p15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6888" name="Google Shape;6888;p1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9" name="Google Shape;6889;p1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0" name="Google Shape;6890;p1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1" name="Google Shape;6891;p1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2" name="Google Shape;6892;p1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3" name="Google Shape;6893;p1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4" name="Google Shape;6894;p1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5" name="Google Shape;6895;p1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6" name="Google Shape;6896;p1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7" name="Google Shape;6897;p1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8" name="Google Shape;6898;p1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9" name="Google Shape;6899;p1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0" name="Google Shape;6900;p1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1" name="Google Shape;6901;p1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2" name="Google Shape;6902;p1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3" name="Google Shape;6903;p1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4" name="Google Shape;6904;p1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5" name="Google Shape;6905;p1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6" name="Google Shape;6906;p1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7" name="Google Shape;6907;p1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8" name="Google Shape;6908;p1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9" name="Google Shape;6909;p1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0" name="Google Shape;6910;p1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1" name="Google Shape;6911;p1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2" name="Google Shape;6912;p1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3" name="Google Shape;6913;p1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4" name="Google Shape;6914;p1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5" name="Google Shape;6915;p1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6" name="Google Shape;6916;p1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7" name="Google Shape;6917;p1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8" name="Google Shape;6918;p1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9" name="Google Shape;6919;p1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0" name="Google Shape;6920;p1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1" name="Google Shape;6921;p1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2" name="Google Shape;6922;p1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3" name="Google Shape;6923;p1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4" name="Google Shape;6924;p1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5" name="Google Shape;6925;p1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6" name="Google Shape;6926;p1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7" name="Google Shape;6927;p1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8" name="Google Shape;6928;p1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9" name="Google Shape;6929;p1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0" name="Google Shape;6930;p1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31" name="Google Shape;6931;p15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6932" name="Google Shape;6932;p1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3" name="Google Shape;6933;p1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4" name="Google Shape;6934;p1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5" name="Google Shape;6935;p1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6" name="Google Shape;6936;p1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7" name="Google Shape;6937;p1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8" name="Google Shape;6938;p1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9" name="Google Shape;6939;p1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0" name="Google Shape;6940;p1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1" name="Google Shape;6941;p1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2" name="Google Shape;6942;p1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3" name="Google Shape;6943;p1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4" name="Google Shape;6944;p1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5" name="Google Shape;6945;p1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6" name="Google Shape;6946;p1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7" name="Google Shape;6947;p1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8" name="Google Shape;6948;p1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9" name="Google Shape;6949;p1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0" name="Google Shape;6950;p1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1" name="Google Shape;6951;p1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2" name="Google Shape;6952;p1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3" name="Google Shape;6953;p1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4" name="Google Shape;6954;p1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5" name="Google Shape;6955;p1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6" name="Google Shape;6956;p1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7" name="Google Shape;6957;p1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8" name="Google Shape;6958;p1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9" name="Google Shape;6959;p1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0" name="Google Shape;6960;p1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1" name="Google Shape;6961;p1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2" name="Google Shape;6962;p1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3" name="Google Shape;6963;p1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4" name="Google Shape;6964;p1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5" name="Google Shape;6965;p1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6" name="Google Shape;6966;p1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7" name="Google Shape;6967;p1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8" name="Google Shape;6968;p1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9" name="Google Shape;6969;p1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0" name="Google Shape;6970;p1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1" name="Google Shape;6971;p1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2" name="Google Shape;6972;p1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3" name="Google Shape;6973;p1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4" name="Google Shape;6974;p1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75" name="Google Shape;6975;p15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6976" name="Google Shape;6976;p1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7" name="Google Shape;6977;p1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8" name="Google Shape;6978;p1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9" name="Google Shape;6979;p1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0" name="Google Shape;6980;p1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1" name="Google Shape;6981;p1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2" name="Google Shape;6982;p1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3" name="Google Shape;6983;p1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4" name="Google Shape;6984;p1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5" name="Google Shape;6985;p1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6" name="Google Shape;6986;p1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7" name="Google Shape;6987;p1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8" name="Google Shape;6988;p1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9" name="Google Shape;6989;p1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0" name="Google Shape;6990;p1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1" name="Google Shape;6991;p1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2" name="Google Shape;6992;p1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3" name="Google Shape;6993;p1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4" name="Google Shape;6994;p1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5" name="Google Shape;6995;p1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6" name="Google Shape;6996;p1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7" name="Google Shape;6997;p1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8" name="Google Shape;6998;p1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9" name="Google Shape;6999;p1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0" name="Google Shape;7000;p1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1" name="Google Shape;7001;p1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2" name="Google Shape;7002;p1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3" name="Google Shape;7003;p1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4" name="Google Shape;7004;p1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5" name="Google Shape;7005;p1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6" name="Google Shape;7006;p1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7" name="Google Shape;7007;p1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8" name="Google Shape;7008;p1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9" name="Google Shape;7009;p1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0" name="Google Shape;7010;p1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1" name="Google Shape;7011;p1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2" name="Google Shape;7012;p1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3" name="Google Shape;7013;p1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4" name="Google Shape;7014;p1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5" name="Google Shape;7015;p1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6" name="Google Shape;7016;p1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7" name="Google Shape;7017;p1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8" name="Google Shape;7018;p1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19" name="Google Shape;7019;p15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7020" name="Google Shape;7020;p1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1" name="Google Shape;7021;p1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2" name="Google Shape;7022;p1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3" name="Google Shape;7023;p1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4" name="Google Shape;7024;p1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5" name="Google Shape;7025;p1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6" name="Google Shape;7026;p1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7" name="Google Shape;7027;p1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8" name="Google Shape;7028;p1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9" name="Google Shape;7029;p1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0" name="Google Shape;7030;p1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1" name="Google Shape;7031;p1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2" name="Google Shape;7032;p1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3" name="Google Shape;7033;p1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4" name="Google Shape;7034;p1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5" name="Google Shape;7035;p1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6" name="Google Shape;7036;p1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7" name="Google Shape;7037;p1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8" name="Google Shape;7038;p1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9" name="Google Shape;7039;p1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0" name="Google Shape;7040;p1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1" name="Google Shape;7041;p1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2" name="Google Shape;7042;p1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3" name="Google Shape;7043;p1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4" name="Google Shape;7044;p1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5" name="Google Shape;7045;p1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6" name="Google Shape;7046;p1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7" name="Google Shape;7047;p1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8" name="Google Shape;7048;p1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9" name="Google Shape;7049;p1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0" name="Google Shape;7050;p1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1" name="Google Shape;7051;p1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2" name="Google Shape;7052;p1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3" name="Google Shape;7053;p1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4" name="Google Shape;7054;p1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5" name="Google Shape;7055;p1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6" name="Google Shape;7056;p1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7" name="Google Shape;7057;p1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8" name="Google Shape;7058;p1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9" name="Google Shape;7059;p1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0" name="Google Shape;7060;p1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1" name="Google Shape;7061;p1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2" name="Google Shape;7062;p1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63" name="Google Shape;7063;p15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7064" name="Google Shape;7064;p1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5" name="Google Shape;7065;p1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6" name="Google Shape;7066;p1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7" name="Google Shape;7067;p1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8" name="Google Shape;7068;p1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9" name="Google Shape;7069;p1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0" name="Google Shape;7070;p1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1" name="Google Shape;7071;p1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2" name="Google Shape;7072;p1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3" name="Google Shape;7073;p1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4" name="Google Shape;7074;p1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5" name="Google Shape;7075;p1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6" name="Google Shape;7076;p1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7" name="Google Shape;7077;p1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8" name="Google Shape;7078;p1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9" name="Google Shape;7079;p1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0" name="Google Shape;7080;p1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1" name="Google Shape;7081;p1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2" name="Google Shape;7082;p1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3" name="Google Shape;7083;p1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4" name="Google Shape;7084;p1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5" name="Google Shape;7085;p1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6" name="Google Shape;7086;p1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7" name="Google Shape;7087;p1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8" name="Google Shape;7088;p1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9" name="Google Shape;7089;p1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0" name="Google Shape;7090;p1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1" name="Google Shape;7091;p1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2" name="Google Shape;7092;p1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3" name="Google Shape;7093;p1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4" name="Google Shape;7094;p1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5" name="Google Shape;7095;p1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6" name="Google Shape;7096;p1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7" name="Google Shape;7097;p1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8" name="Google Shape;7098;p1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9" name="Google Shape;7099;p1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0" name="Google Shape;7100;p1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1" name="Google Shape;7101;p1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2" name="Google Shape;7102;p1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3" name="Google Shape;7103;p1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4" name="Google Shape;7104;p1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5" name="Google Shape;7105;p1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6" name="Google Shape;7106;p1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07" name="Google Shape;7107;p15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7108" name="Google Shape;7108;p1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9" name="Google Shape;7109;p1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0" name="Google Shape;7110;p1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1" name="Google Shape;7111;p1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2" name="Google Shape;7112;p1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3" name="Google Shape;7113;p1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4" name="Google Shape;7114;p1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5" name="Google Shape;7115;p1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6" name="Google Shape;7116;p1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7" name="Google Shape;7117;p1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8" name="Google Shape;7118;p1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9" name="Google Shape;7119;p1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0" name="Google Shape;7120;p1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1" name="Google Shape;7121;p1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2" name="Google Shape;7122;p1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3" name="Google Shape;7123;p1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4" name="Google Shape;7124;p1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5" name="Google Shape;7125;p1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6" name="Google Shape;7126;p1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7" name="Google Shape;7127;p1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8" name="Google Shape;7128;p1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9" name="Google Shape;7129;p1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0" name="Google Shape;7130;p1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1" name="Google Shape;7131;p1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2" name="Google Shape;7132;p1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3" name="Google Shape;7133;p1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4" name="Google Shape;7134;p1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5" name="Google Shape;7135;p1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6" name="Google Shape;7136;p1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7" name="Google Shape;7137;p1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8" name="Google Shape;7138;p1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9" name="Google Shape;7139;p1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0" name="Google Shape;7140;p1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1" name="Google Shape;7141;p1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2" name="Google Shape;7142;p1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3" name="Google Shape;7143;p1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4" name="Google Shape;7144;p1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5" name="Google Shape;7145;p1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6" name="Google Shape;7146;p1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7" name="Google Shape;7147;p1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8" name="Google Shape;7148;p1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9" name="Google Shape;7149;p1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0" name="Google Shape;7150;p1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151" name="Google Shape;7151;p15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7152" name="Google Shape;7152;p15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7153" name="Google Shape;7153;p15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4" name="Google Shape;7154;p15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5" name="Google Shape;7155;p15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6" name="Google Shape;7156;p15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7" name="Google Shape;7157;p15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8" name="Google Shape;7158;p15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9" name="Google Shape;7159;p15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0" name="Google Shape;7160;p15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1" name="Google Shape;7161;p15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2" name="Google Shape;7162;p15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3" name="Google Shape;7163;p15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4" name="Google Shape;7164;p15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5" name="Google Shape;7165;p15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6" name="Google Shape;7166;p15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7" name="Google Shape;7167;p15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8" name="Google Shape;7168;p15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9" name="Google Shape;7169;p15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0" name="Google Shape;7170;p15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1" name="Google Shape;7171;p15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2" name="Google Shape;7172;p15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3" name="Google Shape;7173;p15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4" name="Google Shape;7174;p15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5" name="Google Shape;7175;p15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6" name="Google Shape;7176;p15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7" name="Google Shape;7177;p15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8" name="Google Shape;7178;p15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9" name="Google Shape;7179;p15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80" name="Google Shape;7180;p15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7181" name="Google Shape;7181;p15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2" name="Google Shape;7182;p15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3" name="Google Shape;7183;p15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4" name="Google Shape;7184;p15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5" name="Google Shape;7185;p15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6" name="Google Shape;7186;p15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7" name="Google Shape;7187;p15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8" name="Google Shape;7188;p15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9" name="Google Shape;7189;p15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0" name="Google Shape;7190;p15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1" name="Google Shape;7191;p15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2" name="Google Shape;7192;p15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3" name="Google Shape;7193;p15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4" name="Google Shape;7194;p15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5" name="Google Shape;7195;p15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6" name="Google Shape;7196;p15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7" name="Google Shape;7197;p15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8" name="Google Shape;7198;p15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9" name="Google Shape;7199;p15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0" name="Google Shape;7200;p15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1" name="Google Shape;7201;p15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2" name="Google Shape;7202;p15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3" name="Google Shape;7203;p15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4" name="Google Shape;7204;p15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5" name="Google Shape;7205;p15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6" name="Google Shape;7206;p15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7" name="Google Shape;7207;p15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08" name="Google Shape;7208;p15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7209" name="Google Shape;7209;p15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0" name="Google Shape;7210;p15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1" name="Google Shape;7211;p15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2" name="Google Shape;7212;p15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3" name="Google Shape;7213;p15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4" name="Google Shape;7214;p15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5" name="Google Shape;7215;p15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6" name="Google Shape;7216;p15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7" name="Google Shape;7217;p15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8" name="Google Shape;7218;p15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9" name="Google Shape;7219;p15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0" name="Google Shape;7220;p15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1" name="Google Shape;7221;p15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2" name="Google Shape;7222;p15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3" name="Google Shape;7223;p15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4" name="Google Shape;7224;p15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5" name="Google Shape;7225;p15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6" name="Google Shape;7226;p15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7" name="Google Shape;7227;p15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8" name="Google Shape;7228;p15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9" name="Google Shape;7229;p15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0" name="Google Shape;7230;p15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1" name="Google Shape;7231;p15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2" name="Google Shape;7232;p15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3" name="Google Shape;7233;p15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4" name="Google Shape;7234;p15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5" name="Google Shape;7235;p15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236" name="Google Shape;7236;p15"/>
          <p:cNvSpPr txBox="1">
            <a:spLocks noGrp="1"/>
          </p:cNvSpPr>
          <p:nvPr>
            <p:ph type="title"/>
          </p:nvPr>
        </p:nvSpPr>
        <p:spPr>
          <a:xfrm>
            <a:off x="720000" y="465825"/>
            <a:ext cx="4388700" cy="832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37" name="Google Shape;7237;p15"/>
          <p:cNvSpPr txBox="1">
            <a:spLocks noGrp="1"/>
          </p:cNvSpPr>
          <p:nvPr>
            <p:ph type="subTitle" idx="1"/>
          </p:nvPr>
        </p:nvSpPr>
        <p:spPr>
          <a:xfrm>
            <a:off x="720000" y="1555225"/>
            <a:ext cx="4388700" cy="2667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">
    <p:spTree>
      <p:nvGrpSpPr>
        <p:cNvPr id="1" name="Shape 7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39" name="Google Shape;7239;p16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7240" name="Google Shape;7240;p16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7241" name="Google Shape;7241;p16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2" name="Google Shape;7242;p16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3" name="Google Shape;7243;p16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4" name="Google Shape;7244;p16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5" name="Google Shape;7245;p16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6" name="Google Shape;7246;p16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7" name="Google Shape;7247;p16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8" name="Google Shape;7248;p16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9" name="Google Shape;7249;p16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0" name="Google Shape;7250;p16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1" name="Google Shape;7251;p16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2" name="Google Shape;7252;p16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3" name="Google Shape;7253;p16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4" name="Google Shape;7254;p16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5" name="Google Shape;7255;p16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6" name="Google Shape;7256;p16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7" name="Google Shape;7257;p16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8" name="Google Shape;7258;p16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9" name="Google Shape;7259;p16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0" name="Google Shape;7260;p16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1" name="Google Shape;7261;p16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2" name="Google Shape;7262;p16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3" name="Google Shape;7263;p16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4" name="Google Shape;7264;p16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5" name="Google Shape;7265;p16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6" name="Google Shape;7266;p16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7" name="Google Shape;7267;p16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68" name="Google Shape;7268;p16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7269" name="Google Shape;7269;p16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0" name="Google Shape;7270;p16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1" name="Google Shape;7271;p16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2" name="Google Shape;7272;p16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3" name="Google Shape;7273;p16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4" name="Google Shape;7274;p16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5" name="Google Shape;7275;p16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6" name="Google Shape;7276;p16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7" name="Google Shape;7277;p16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8" name="Google Shape;7278;p16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9" name="Google Shape;7279;p16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0" name="Google Shape;7280;p16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1" name="Google Shape;7281;p16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2" name="Google Shape;7282;p16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3" name="Google Shape;7283;p16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4" name="Google Shape;7284;p16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5" name="Google Shape;7285;p16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6" name="Google Shape;7286;p16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7" name="Google Shape;7287;p16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8" name="Google Shape;7288;p16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9" name="Google Shape;7289;p16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0" name="Google Shape;7290;p16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1" name="Google Shape;7291;p16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2" name="Google Shape;7292;p16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3" name="Google Shape;7293;p16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4" name="Google Shape;7294;p16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5" name="Google Shape;7295;p16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96" name="Google Shape;7296;p16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7297" name="Google Shape;7297;p16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8" name="Google Shape;7298;p16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9" name="Google Shape;7299;p16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0" name="Google Shape;7300;p16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1" name="Google Shape;7301;p16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2" name="Google Shape;7302;p16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3" name="Google Shape;7303;p16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4" name="Google Shape;7304;p16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5" name="Google Shape;7305;p16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6" name="Google Shape;7306;p16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7" name="Google Shape;7307;p16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8" name="Google Shape;7308;p16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9" name="Google Shape;7309;p16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0" name="Google Shape;7310;p16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1" name="Google Shape;7311;p16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2" name="Google Shape;7312;p16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3" name="Google Shape;7313;p16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4" name="Google Shape;7314;p16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5" name="Google Shape;7315;p16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6" name="Google Shape;7316;p16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7" name="Google Shape;7317;p16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8" name="Google Shape;7318;p16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9" name="Google Shape;7319;p16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0" name="Google Shape;7320;p16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1" name="Google Shape;7321;p16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2" name="Google Shape;7322;p16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3" name="Google Shape;7323;p16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324" name="Google Shape;7324;p16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7325" name="Google Shape;7325;p16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7326" name="Google Shape;7326;p1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7" name="Google Shape;7327;p1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8" name="Google Shape;7328;p1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9" name="Google Shape;7329;p1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0" name="Google Shape;7330;p1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1" name="Google Shape;7331;p1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2" name="Google Shape;7332;p1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3" name="Google Shape;7333;p1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4" name="Google Shape;7334;p1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5" name="Google Shape;7335;p1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6" name="Google Shape;7336;p1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7" name="Google Shape;7337;p1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8" name="Google Shape;7338;p1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9" name="Google Shape;7339;p1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0" name="Google Shape;7340;p1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1" name="Google Shape;7341;p1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2" name="Google Shape;7342;p1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3" name="Google Shape;7343;p1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4" name="Google Shape;7344;p1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5" name="Google Shape;7345;p1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6" name="Google Shape;7346;p1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7" name="Google Shape;7347;p1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8" name="Google Shape;7348;p1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9" name="Google Shape;7349;p1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0" name="Google Shape;7350;p1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1" name="Google Shape;7351;p1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2" name="Google Shape;7352;p1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3" name="Google Shape;7353;p1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4" name="Google Shape;7354;p1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5" name="Google Shape;7355;p1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6" name="Google Shape;7356;p1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7" name="Google Shape;7357;p1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8" name="Google Shape;7358;p1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9" name="Google Shape;7359;p1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0" name="Google Shape;7360;p1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1" name="Google Shape;7361;p1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2" name="Google Shape;7362;p1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3" name="Google Shape;7363;p1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4" name="Google Shape;7364;p1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5" name="Google Shape;7365;p1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6" name="Google Shape;7366;p1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7" name="Google Shape;7367;p1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8" name="Google Shape;7368;p1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69" name="Google Shape;7369;p16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7370" name="Google Shape;7370;p1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1" name="Google Shape;7371;p1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2" name="Google Shape;7372;p1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3" name="Google Shape;7373;p1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4" name="Google Shape;7374;p1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5" name="Google Shape;7375;p1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6" name="Google Shape;7376;p1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7" name="Google Shape;7377;p1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8" name="Google Shape;7378;p1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9" name="Google Shape;7379;p1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0" name="Google Shape;7380;p1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1" name="Google Shape;7381;p1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2" name="Google Shape;7382;p1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3" name="Google Shape;7383;p1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4" name="Google Shape;7384;p1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5" name="Google Shape;7385;p1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6" name="Google Shape;7386;p1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7" name="Google Shape;7387;p1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8" name="Google Shape;7388;p1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9" name="Google Shape;7389;p1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0" name="Google Shape;7390;p1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1" name="Google Shape;7391;p1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2" name="Google Shape;7392;p1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3" name="Google Shape;7393;p1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4" name="Google Shape;7394;p1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5" name="Google Shape;7395;p1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6" name="Google Shape;7396;p1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7" name="Google Shape;7397;p1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8" name="Google Shape;7398;p1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9" name="Google Shape;7399;p1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0" name="Google Shape;7400;p1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1" name="Google Shape;7401;p1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2" name="Google Shape;7402;p1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3" name="Google Shape;7403;p1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4" name="Google Shape;7404;p1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5" name="Google Shape;7405;p1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6" name="Google Shape;7406;p1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7" name="Google Shape;7407;p1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8" name="Google Shape;7408;p1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9" name="Google Shape;7409;p1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0" name="Google Shape;7410;p1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1" name="Google Shape;7411;p1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2" name="Google Shape;7412;p1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13" name="Google Shape;7413;p16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7414" name="Google Shape;7414;p1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5" name="Google Shape;7415;p1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6" name="Google Shape;7416;p1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7" name="Google Shape;7417;p1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8" name="Google Shape;7418;p1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9" name="Google Shape;7419;p1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0" name="Google Shape;7420;p1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1" name="Google Shape;7421;p1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2" name="Google Shape;7422;p1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3" name="Google Shape;7423;p1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4" name="Google Shape;7424;p1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5" name="Google Shape;7425;p1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6" name="Google Shape;7426;p1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7" name="Google Shape;7427;p1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8" name="Google Shape;7428;p1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9" name="Google Shape;7429;p1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0" name="Google Shape;7430;p1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1" name="Google Shape;7431;p1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2" name="Google Shape;7432;p1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3" name="Google Shape;7433;p1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4" name="Google Shape;7434;p1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5" name="Google Shape;7435;p1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6" name="Google Shape;7436;p1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7" name="Google Shape;7437;p1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8" name="Google Shape;7438;p1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9" name="Google Shape;7439;p1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0" name="Google Shape;7440;p1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1" name="Google Shape;7441;p1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2" name="Google Shape;7442;p1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3" name="Google Shape;7443;p1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4" name="Google Shape;7444;p1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5" name="Google Shape;7445;p1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6" name="Google Shape;7446;p1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7" name="Google Shape;7447;p1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8" name="Google Shape;7448;p1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9" name="Google Shape;7449;p1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0" name="Google Shape;7450;p1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1" name="Google Shape;7451;p1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2" name="Google Shape;7452;p1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3" name="Google Shape;7453;p1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4" name="Google Shape;7454;p1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5" name="Google Shape;7455;p1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6" name="Google Shape;7456;p1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57" name="Google Shape;7457;p16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7458" name="Google Shape;7458;p1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9" name="Google Shape;7459;p1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0" name="Google Shape;7460;p1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1" name="Google Shape;7461;p1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2" name="Google Shape;7462;p1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3" name="Google Shape;7463;p1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4" name="Google Shape;7464;p1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5" name="Google Shape;7465;p1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6" name="Google Shape;7466;p1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7" name="Google Shape;7467;p1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8" name="Google Shape;7468;p1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9" name="Google Shape;7469;p1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0" name="Google Shape;7470;p1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1" name="Google Shape;7471;p1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2" name="Google Shape;7472;p1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3" name="Google Shape;7473;p1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4" name="Google Shape;7474;p1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5" name="Google Shape;7475;p1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6" name="Google Shape;7476;p1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7" name="Google Shape;7477;p1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8" name="Google Shape;7478;p1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9" name="Google Shape;7479;p1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0" name="Google Shape;7480;p1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1" name="Google Shape;7481;p1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2" name="Google Shape;7482;p1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3" name="Google Shape;7483;p1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4" name="Google Shape;7484;p1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5" name="Google Shape;7485;p1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6" name="Google Shape;7486;p1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7" name="Google Shape;7487;p1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8" name="Google Shape;7488;p1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9" name="Google Shape;7489;p1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0" name="Google Shape;7490;p1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1" name="Google Shape;7491;p1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2" name="Google Shape;7492;p1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3" name="Google Shape;7493;p1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4" name="Google Shape;7494;p1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5" name="Google Shape;7495;p1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6" name="Google Shape;7496;p1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7" name="Google Shape;7497;p1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8" name="Google Shape;7498;p1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9" name="Google Shape;7499;p1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0" name="Google Shape;7500;p1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01" name="Google Shape;7501;p16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7502" name="Google Shape;7502;p1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3" name="Google Shape;7503;p1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4" name="Google Shape;7504;p1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5" name="Google Shape;7505;p1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6" name="Google Shape;7506;p1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7" name="Google Shape;7507;p1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8" name="Google Shape;7508;p1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9" name="Google Shape;7509;p1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0" name="Google Shape;7510;p1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1" name="Google Shape;7511;p1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2" name="Google Shape;7512;p1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3" name="Google Shape;7513;p1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4" name="Google Shape;7514;p1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5" name="Google Shape;7515;p1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6" name="Google Shape;7516;p1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7" name="Google Shape;7517;p1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8" name="Google Shape;7518;p1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9" name="Google Shape;7519;p1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0" name="Google Shape;7520;p1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1" name="Google Shape;7521;p1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2" name="Google Shape;7522;p1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3" name="Google Shape;7523;p1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4" name="Google Shape;7524;p1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5" name="Google Shape;7525;p1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6" name="Google Shape;7526;p1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7" name="Google Shape;7527;p1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8" name="Google Shape;7528;p1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9" name="Google Shape;7529;p1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0" name="Google Shape;7530;p1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1" name="Google Shape;7531;p1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2" name="Google Shape;7532;p1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3" name="Google Shape;7533;p1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4" name="Google Shape;7534;p1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5" name="Google Shape;7535;p1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6" name="Google Shape;7536;p1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7" name="Google Shape;7537;p1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8" name="Google Shape;7538;p1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9" name="Google Shape;7539;p1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0" name="Google Shape;7540;p1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1" name="Google Shape;7541;p1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2" name="Google Shape;7542;p1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3" name="Google Shape;7543;p1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4" name="Google Shape;7544;p1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45" name="Google Shape;7545;p16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7546" name="Google Shape;7546;p1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7" name="Google Shape;7547;p1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8" name="Google Shape;7548;p1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9" name="Google Shape;7549;p1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0" name="Google Shape;7550;p1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1" name="Google Shape;7551;p1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2" name="Google Shape;7552;p1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3" name="Google Shape;7553;p1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4" name="Google Shape;7554;p1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5" name="Google Shape;7555;p1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6" name="Google Shape;7556;p1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7" name="Google Shape;7557;p1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8" name="Google Shape;7558;p1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9" name="Google Shape;7559;p1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0" name="Google Shape;7560;p1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1" name="Google Shape;7561;p1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2" name="Google Shape;7562;p1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3" name="Google Shape;7563;p1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4" name="Google Shape;7564;p1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5" name="Google Shape;7565;p1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6" name="Google Shape;7566;p1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7" name="Google Shape;7567;p1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8" name="Google Shape;7568;p1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9" name="Google Shape;7569;p1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0" name="Google Shape;7570;p1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1" name="Google Shape;7571;p1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2" name="Google Shape;7572;p1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3" name="Google Shape;7573;p1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4" name="Google Shape;7574;p1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5" name="Google Shape;7575;p1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6" name="Google Shape;7576;p1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7" name="Google Shape;7577;p1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8" name="Google Shape;7578;p1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9" name="Google Shape;7579;p1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0" name="Google Shape;7580;p1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1" name="Google Shape;7581;p1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2" name="Google Shape;7582;p1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3" name="Google Shape;7583;p1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4" name="Google Shape;7584;p1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5" name="Google Shape;7585;p1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6" name="Google Shape;7586;p1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7" name="Google Shape;7587;p1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8" name="Google Shape;7588;p1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89" name="Google Shape;7589;p16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7590" name="Google Shape;7590;p1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1" name="Google Shape;7591;p1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2" name="Google Shape;7592;p1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3" name="Google Shape;7593;p1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4" name="Google Shape;7594;p1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5" name="Google Shape;7595;p1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6" name="Google Shape;7596;p1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7" name="Google Shape;7597;p1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8" name="Google Shape;7598;p1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9" name="Google Shape;7599;p1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0" name="Google Shape;7600;p1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1" name="Google Shape;7601;p1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2" name="Google Shape;7602;p1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3" name="Google Shape;7603;p1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4" name="Google Shape;7604;p1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5" name="Google Shape;7605;p1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6" name="Google Shape;7606;p1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7" name="Google Shape;7607;p1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8" name="Google Shape;7608;p1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9" name="Google Shape;7609;p1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0" name="Google Shape;7610;p1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1" name="Google Shape;7611;p1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2" name="Google Shape;7612;p1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3" name="Google Shape;7613;p1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4" name="Google Shape;7614;p1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5" name="Google Shape;7615;p1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6" name="Google Shape;7616;p1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7" name="Google Shape;7617;p1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8" name="Google Shape;7618;p1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9" name="Google Shape;7619;p1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0" name="Google Shape;7620;p1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1" name="Google Shape;7621;p1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2" name="Google Shape;7622;p1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3" name="Google Shape;7623;p1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4" name="Google Shape;7624;p1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5" name="Google Shape;7625;p1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6" name="Google Shape;7626;p1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7" name="Google Shape;7627;p1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8" name="Google Shape;7628;p1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9" name="Google Shape;7629;p1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0" name="Google Shape;7630;p1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1" name="Google Shape;7631;p1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2" name="Google Shape;7632;p1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33" name="Google Shape;7633;p16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7634" name="Google Shape;7634;p1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5" name="Google Shape;7635;p1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6" name="Google Shape;7636;p1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7" name="Google Shape;7637;p1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8" name="Google Shape;7638;p1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9" name="Google Shape;7639;p1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0" name="Google Shape;7640;p1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1" name="Google Shape;7641;p1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2" name="Google Shape;7642;p1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3" name="Google Shape;7643;p1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4" name="Google Shape;7644;p1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5" name="Google Shape;7645;p1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6" name="Google Shape;7646;p1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7" name="Google Shape;7647;p1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8" name="Google Shape;7648;p1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9" name="Google Shape;7649;p1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0" name="Google Shape;7650;p1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1" name="Google Shape;7651;p1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2" name="Google Shape;7652;p1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3" name="Google Shape;7653;p1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4" name="Google Shape;7654;p1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5" name="Google Shape;7655;p1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6" name="Google Shape;7656;p1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7" name="Google Shape;7657;p1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8" name="Google Shape;7658;p1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9" name="Google Shape;7659;p1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0" name="Google Shape;7660;p1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1" name="Google Shape;7661;p1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2" name="Google Shape;7662;p1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3" name="Google Shape;7663;p1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4" name="Google Shape;7664;p1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5" name="Google Shape;7665;p1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6" name="Google Shape;7666;p1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7" name="Google Shape;7667;p1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8" name="Google Shape;7668;p1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9" name="Google Shape;7669;p1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0" name="Google Shape;7670;p1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1" name="Google Shape;7671;p1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2" name="Google Shape;7672;p1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3" name="Google Shape;7673;p1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4" name="Google Shape;7674;p1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5" name="Google Shape;7675;p1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6" name="Google Shape;7676;p1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77" name="Google Shape;7677;p16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7678" name="Google Shape;7678;p1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9" name="Google Shape;7679;p1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0" name="Google Shape;7680;p1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1" name="Google Shape;7681;p1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2" name="Google Shape;7682;p1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3" name="Google Shape;7683;p1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4" name="Google Shape;7684;p1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5" name="Google Shape;7685;p1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6" name="Google Shape;7686;p1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7" name="Google Shape;7687;p1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8" name="Google Shape;7688;p1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9" name="Google Shape;7689;p1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0" name="Google Shape;7690;p1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1" name="Google Shape;7691;p1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2" name="Google Shape;7692;p1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3" name="Google Shape;7693;p1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4" name="Google Shape;7694;p1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5" name="Google Shape;7695;p1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6" name="Google Shape;7696;p1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7" name="Google Shape;7697;p1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8" name="Google Shape;7698;p1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9" name="Google Shape;7699;p1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0" name="Google Shape;7700;p1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1" name="Google Shape;7701;p1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2" name="Google Shape;7702;p1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3" name="Google Shape;7703;p1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4" name="Google Shape;7704;p1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5" name="Google Shape;7705;p1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6" name="Google Shape;7706;p1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7" name="Google Shape;7707;p1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8" name="Google Shape;7708;p1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9" name="Google Shape;7709;p1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0" name="Google Shape;7710;p1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1" name="Google Shape;7711;p1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2" name="Google Shape;7712;p1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3" name="Google Shape;7713;p1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4" name="Google Shape;7714;p1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5" name="Google Shape;7715;p1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6" name="Google Shape;7716;p1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7" name="Google Shape;7717;p1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8" name="Google Shape;7718;p1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9" name="Google Shape;7719;p1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0" name="Google Shape;7720;p1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721" name="Google Shape;772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722" name="Google Shape;7722;p16"/>
          <p:cNvSpPr txBox="1">
            <a:spLocks noGrp="1"/>
          </p:cNvSpPr>
          <p:nvPr>
            <p:ph type="subTitle" idx="1"/>
          </p:nvPr>
        </p:nvSpPr>
        <p:spPr>
          <a:xfrm>
            <a:off x="720000" y="2777200"/>
            <a:ext cx="2095200" cy="45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723" name="Google Shape;7723;p16"/>
          <p:cNvSpPr txBox="1">
            <a:spLocks noGrp="1"/>
          </p:cNvSpPr>
          <p:nvPr>
            <p:ph type="subTitle" idx="2"/>
          </p:nvPr>
        </p:nvSpPr>
        <p:spPr>
          <a:xfrm>
            <a:off x="720000" y="3236600"/>
            <a:ext cx="2095200" cy="838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7724" name="Google Shape;7724;p16"/>
          <p:cNvGrpSpPr/>
          <p:nvPr/>
        </p:nvGrpSpPr>
        <p:grpSpPr>
          <a:xfrm>
            <a:off x="-512093" y="1482506"/>
            <a:ext cx="1049633" cy="523940"/>
            <a:chOff x="138482" y="584556"/>
            <a:chExt cx="1049633" cy="523940"/>
          </a:xfrm>
        </p:grpSpPr>
        <p:sp>
          <p:nvSpPr>
            <p:cNvPr id="7725" name="Google Shape;7725;p16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6" name="Google Shape;7726;p16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7" name="Google Shape;7727;p16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8" name="Google Shape;7728;p16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9" name="Google Shape;7729;p16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0" name="Google Shape;7730;p16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1" name="Google Shape;7731;p16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2" name="Google Shape;7732;p16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3" name="Google Shape;7733;p16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4" name="Google Shape;7734;p16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5" name="Google Shape;7735;p16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6" name="Google Shape;7736;p16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7" name="Google Shape;7737;p16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8" name="Google Shape;7738;p16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9" name="Google Shape;7739;p16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40" name="Google Shape;7740;p16"/>
          <p:cNvGrpSpPr/>
          <p:nvPr/>
        </p:nvGrpSpPr>
        <p:grpSpPr>
          <a:xfrm flipH="1">
            <a:off x="8858407" y="2571744"/>
            <a:ext cx="1049633" cy="523940"/>
            <a:chOff x="138482" y="584556"/>
            <a:chExt cx="1049633" cy="523940"/>
          </a:xfrm>
        </p:grpSpPr>
        <p:sp>
          <p:nvSpPr>
            <p:cNvPr id="7741" name="Google Shape;7741;p16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2" name="Google Shape;7742;p16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3" name="Google Shape;7743;p16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4" name="Google Shape;7744;p16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5" name="Google Shape;7745;p16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6" name="Google Shape;7746;p16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7" name="Google Shape;7747;p16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8" name="Google Shape;7748;p16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9" name="Google Shape;7749;p16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0" name="Google Shape;7750;p16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1" name="Google Shape;7751;p16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2" name="Google Shape;7752;p16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3" name="Google Shape;7753;p16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4" name="Google Shape;7754;p16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5" name="Google Shape;7755;p16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56" name="Google Shape;7756;p16"/>
          <p:cNvSpPr txBox="1">
            <a:spLocks noGrp="1"/>
          </p:cNvSpPr>
          <p:nvPr>
            <p:ph type="subTitle" idx="3"/>
          </p:nvPr>
        </p:nvSpPr>
        <p:spPr>
          <a:xfrm>
            <a:off x="3524400" y="2777200"/>
            <a:ext cx="2095200" cy="45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757" name="Google Shape;7757;p16"/>
          <p:cNvSpPr txBox="1">
            <a:spLocks noGrp="1"/>
          </p:cNvSpPr>
          <p:nvPr>
            <p:ph type="subTitle" idx="4"/>
          </p:nvPr>
        </p:nvSpPr>
        <p:spPr>
          <a:xfrm>
            <a:off x="3524400" y="3236600"/>
            <a:ext cx="2095200" cy="838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758" name="Google Shape;7758;p16"/>
          <p:cNvSpPr txBox="1">
            <a:spLocks noGrp="1"/>
          </p:cNvSpPr>
          <p:nvPr>
            <p:ph type="subTitle" idx="5"/>
          </p:nvPr>
        </p:nvSpPr>
        <p:spPr>
          <a:xfrm>
            <a:off x="6328800" y="2777200"/>
            <a:ext cx="2095200" cy="45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759" name="Google Shape;7759;p16"/>
          <p:cNvSpPr txBox="1">
            <a:spLocks noGrp="1"/>
          </p:cNvSpPr>
          <p:nvPr>
            <p:ph type="subTitle" idx="6"/>
          </p:nvPr>
        </p:nvSpPr>
        <p:spPr>
          <a:xfrm>
            <a:off x="6328800" y="3236600"/>
            <a:ext cx="2095200" cy="838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4">
    <p:spTree>
      <p:nvGrpSpPr>
        <p:cNvPr id="1" name="Shape 7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61" name="Google Shape;7761;p17"/>
          <p:cNvGrpSpPr/>
          <p:nvPr/>
        </p:nvGrpSpPr>
        <p:grpSpPr>
          <a:xfrm rot="-9127115">
            <a:off x="7857395" y="3629061"/>
            <a:ext cx="316152" cy="1149676"/>
            <a:chOff x="4455175" y="2826325"/>
            <a:chExt cx="114450" cy="416200"/>
          </a:xfrm>
        </p:grpSpPr>
        <p:sp>
          <p:nvSpPr>
            <p:cNvPr id="7762" name="Google Shape;7762;p17"/>
            <p:cNvSpPr/>
            <p:nvPr/>
          </p:nvSpPr>
          <p:spPr>
            <a:xfrm>
              <a:off x="4475950" y="3204475"/>
              <a:ext cx="72900" cy="26675"/>
            </a:xfrm>
            <a:custGeom>
              <a:avLst/>
              <a:gdLst/>
              <a:ahLst/>
              <a:cxnLst/>
              <a:rect l="l" t="t" r="r" b="b"/>
              <a:pathLst>
                <a:path w="2916" h="1067" extrusionOk="0">
                  <a:moveTo>
                    <a:pt x="1" y="1"/>
                  </a:moveTo>
                  <a:lnTo>
                    <a:pt x="1" y="1066"/>
                  </a:lnTo>
                  <a:lnTo>
                    <a:pt x="2916" y="1066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3" name="Google Shape;7763;p17"/>
            <p:cNvSpPr/>
            <p:nvPr/>
          </p:nvSpPr>
          <p:spPr>
            <a:xfrm>
              <a:off x="4475950" y="3188400"/>
              <a:ext cx="72900" cy="27075"/>
            </a:xfrm>
            <a:custGeom>
              <a:avLst/>
              <a:gdLst/>
              <a:ahLst/>
              <a:cxnLst/>
              <a:rect l="l" t="t" r="r" b="b"/>
              <a:pathLst>
                <a:path w="2916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2916" y="1082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4" name="Google Shape;7764;p17"/>
            <p:cNvSpPr/>
            <p:nvPr/>
          </p:nvSpPr>
          <p:spPr>
            <a:xfrm>
              <a:off x="4475950" y="3165675"/>
              <a:ext cx="72900" cy="26675"/>
            </a:xfrm>
            <a:custGeom>
              <a:avLst/>
              <a:gdLst/>
              <a:ahLst/>
              <a:cxnLst/>
              <a:rect l="l" t="t" r="r" b="b"/>
              <a:pathLst>
                <a:path w="2916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2916" y="1067"/>
                  </a:lnTo>
                  <a:lnTo>
                    <a:pt x="29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5" name="Google Shape;7765;p17"/>
            <p:cNvSpPr/>
            <p:nvPr/>
          </p:nvSpPr>
          <p:spPr>
            <a:xfrm>
              <a:off x="4499075" y="315040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6" name="Google Shape;7766;p17"/>
            <p:cNvSpPr/>
            <p:nvPr/>
          </p:nvSpPr>
          <p:spPr>
            <a:xfrm>
              <a:off x="4499075" y="31237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7" name="Google Shape;7767;p17"/>
            <p:cNvSpPr/>
            <p:nvPr/>
          </p:nvSpPr>
          <p:spPr>
            <a:xfrm>
              <a:off x="4499075" y="317745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8" name="Google Shape;7768;p17"/>
            <p:cNvSpPr/>
            <p:nvPr/>
          </p:nvSpPr>
          <p:spPr>
            <a:xfrm>
              <a:off x="4499075" y="32044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9" name="Google Shape;7769;p17"/>
            <p:cNvSpPr/>
            <p:nvPr/>
          </p:nvSpPr>
          <p:spPr>
            <a:xfrm>
              <a:off x="4499075" y="321545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0" name="Google Shape;7770;p17"/>
            <p:cNvSpPr/>
            <p:nvPr/>
          </p:nvSpPr>
          <p:spPr>
            <a:xfrm>
              <a:off x="4499075" y="304265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1" name="Google Shape;7771;p17"/>
            <p:cNvSpPr/>
            <p:nvPr/>
          </p:nvSpPr>
          <p:spPr>
            <a:xfrm>
              <a:off x="4499075" y="301600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2" name="Google Shape;7772;p17"/>
            <p:cNvSpPr/>
            <p:nvPr/>
          </p:nvSpPr>
          <p:spPr>
            <a:xfrm>
              <a:off x="4499075" y="306967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3" name="Google Shape;7773;p17"/>
            <p:cNvSpPr/>
            <p:nvPr/>
          </p:nvSpPr>
          <p:spPr>
            <a:xfrm>
              <a:off x="4499075" y="3096725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4" name="Google Shape;7774;p17"/>
            <p:cNvSpPr/>
            <p:nvPr/>
          </p:nvSpPr>
          <p:spPr>
            <a:xfrm>
              <a:off x="4499075" y="293527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5" name="Google Shape;7775;p17"/>
            <p:cNvSpPr/>
            <p:nvPr/>
          </p:nvSpPr>
          <p:spPr>
            <a:xfrm>
              <a:off x="4499075" y="290822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6" name="Google Shape;7776;p17"/>
            <p:cNvSpPr/>
            <p:nvPr/>
          </p:nvSpPr>
          <p:spPr>
            <a:xfrm>
              <a:off x="4499075" y="2961925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7" name="Google Shape;7777;p17"/>
            <p:cNvSpPr/>
            <p:nvPr/>
          </p:nvSpPr>
          <p:spPr>
            <a:xfrm>
              <a:off x="4499075" y="298895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8" name="Google Shape;7778;p17"/>
            <p:cNvSpPr/>
            <p:nvPr/>
          </p:nvSpPr>
          <p:spPr>
            <a:xfrm>
              <a:off x="4504175" y="2826325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9" name="Google Shape;7779;p17"/>
            <p:cNvSpPr/>
            <p:nvPr/>
          </p:nvSpPr>
          <p:spPr>
            <a:xfrm>
              <a:off x="4504175" y="2842800"/>
              <a:ext cx="16475" cy="16075"/>
            </a:xfrm>
            <a:custGeom>
              <a:avLst/>
              <a:gdLst/>
              <a:ahLst/>
              <a:cxnLst/>
              <a:rect l="l" t="t" r="r" b="b"/>
              <a:pathLst>
                <a:path w="659" h="643" extrusionOk="0">
                  <a:moveTo>
                    <a:pt x="0" y="0"/>
                  </a:moveTo>
                  <a:lnTo>
                    <a:pt x="0" y="643"/>
                  </a:lnTo>
                  <a:lnTo>
                    <a:pt x="658" y="643"/>
                  </a:lnTo>
                  <a:lnTo>
                    <a:pt x="6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0" name="Google Shape;7780;p17"/>
            <p:cNvSpPr/>
            <p:nvPr/>
          </p:nvSpPr>
          <p:spPr>
            <a:xfrm>
              <a:off x="4504175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1" name="Google Shape;7781;p17"/>
            <p:cNvSpPr/>
            <p:nvPr/>
          </p:nvSpPr>
          <p:spPr>
            <a:xfrm>
              <a:off x="4520625" y="2842800"/>
              <a:ext cx="16475" cy="16075"/>
            </a:xfrm>
            <a:custGeom>
              <a:avLst/>
              <a:gdLst/>
              <a:ahLst/>
              <a:cxnLst/>
              <a:rect l="l" t="t" r="r" b="b"/>
              <a:pathLst>
                <a:path w="659" h="643" extrusionOk="0">
                  <a:moveTo>
                    <a:pt x="0" y="0"/>
                  </a:moveTo>
                  <a:lnTo>
                    <a:pt x="0" y="643"/>
                  </a:lnTo>
                  <a:lnTo>
                    <a:pt x="659" y="643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2" name="Google Shape;7782;p17"/>
            <p:cNvSpPr/>
            <p:nvPr/>
          </p:nvSpPr>
          <p:spPr>
            <a:xfrm>
              <a:off x="4520625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3" name="Google Shape;7783;p17"/>
            <p:cNvSpPr/>
            <p:nvPr/>
          </p:nvSpPr>
          <p:spPr>
            <a:xfrm>
              <a:off x="4537075" y="2858850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6E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4" name="Google Shape;7784;p17"/>
            <p:cNvSpPr/>
            <p:nvPr/>
          </p:nvSpPr>
          <p:spPr>
            <a:xfrm>
              <a:off x="4553550" y="2875325"/>
              <a:ext cx="16075" cy="16475"/>
            </a:xfrm>
            <a:custGeom>
              <a:avLst/>
              <a:gdLst/>
              <a:ahLst/>
              <a:cxnLst/>
              <a:rect l="l" t="t" r="r" b="b"/>
              <a:pathLst>
                <a:path w="643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43" y="659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5" name="Google Shape;7785;p17"/>
            <p:cNvSpPr/>
            <p:nvPr/>
          </p:nvSpPr>
          <p:spPr>
            <a:xfrm>
              <a:off x="4487700" y="2842800"/>
              <a:ext cx="16500" cy="16075"/>
            </a:xfrm>
            <a:custGeom>
              <a:avLst/>
              <a:gdLst/>
              <a:ahLst/>
              <a:cxnLst/>
              <a:rect l="l" t="t" r="r" b="b"/>
              <a:pathLst>
                <a:path w="660" h="643" extrusionOk="0">
                  <a:moveTo>
                    <a:pt x="1" y="0"/>
                  </a:moveTo>
                  <a:lnTo>
                    <a:pt x="1" y="643"/>
                  </a:lnTo>
                  <a:lnTo>
                    <a:pt x="659" y="643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6" name="Google Shape;7786;p17"/>
            <p:cNvSpPr/>
            <p:nvPr/>
          </p:nvSpPr>
          <p:spPr>
            <a:xfrm>
              <a:off x="4487700" y="2858850"/>
              <a:ext cx="16500" cy="16500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7" name="Google Shape;7787;p17"/>
            <p:cNvSpPr/>
            <p:nvPr/>
          </p:nvSpPr>
          <p:spPr>
            <a:xfrm>
              <a:off x="4471250" y="2858850"/>
              <a:ext cx="16475" cy="16500"/>
            </a:xfrm>
            <a:custGeom>
              <a:avLst/>
              <a:gdLst/>
              <a:ahLst/>
              <a:cxnLst/>
              <a:rect l="l" t="t" r="r" b="b"/>
              <a:pathLst>
                <a:path w="65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8" name="Google Shape;7788;p17"/>
            <p:cNvSpPr/>
            <p:nvPr/>
          </p:nvSpPr>
          <p:spPr>
            <a:xfrm>
              <a:off x="4504175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9" name="Google Shape;7789;p17"/>
            <p:cNvSpPr/>
            <p:nvPr/>
          </p:nvSpPr>
          <p:spPr>
            <a:xfrm>
              <a:off x="4520625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0" name="Google Shape;7790;p17"/>
            <p:cNvSpPr/>
            <p:nvPr/>
          </p:nvSpPr>
          <p:spPr>
            <a:xfrm>
              <a:off x="4537075" y="28753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1" name="Google Shape;7791;p17"/>
            <p:cNvSpPr/>
            <p:nvPr/>
          </p:nvSpPr>
          <p:spPr>
            <a:xfrm>
              <a:off x="4487700" y="287532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2" name="Google Shape;7792;p17"/>
            <p:cNvSpPr/>
            <p:nvPr/>
          </p:nvSpPr>
          <p:spPr>
            <a:xfrm>
              <a:off x="4504175" y="289177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1"/>
                  </a:moveTo>
                  <a:lnTo>
                    <a:pt x="0" y="659"/>
                  </a:lnTo>
                  <a:lnTo>
                    <a:pt x="658" y="659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3" name="Google Shape;7793;p17"/>
            <p:cNvSpPr/>
            <p:nvPr/>
          </p:nvSpPr>
          <p:spPr>
            <a:xfrm>
              <a:off x="4520625" y="289177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1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4" name="Google Shape;7794;p17"/>
            <p:cNvSpPr/>
            <p:nvPr/>
          </p:nvSpPr>
          <p:spPr>
            <a:xfrm>
              <a:off x="4487700" y="2891775"/>
              <a:ext cx="16500" cy="16475"/>
            </a:xfrm>
            <a:custGeom>
              <a:avLst/>
              <a:gdLst/>
              <a:ahLst/>
              <a:cxnLst/>
              <a:rect l="l" t="t" r="r" b="b"/>
              <a:pathLst>
                <a:path w="660" h="659" extrusionOk="0">
                  <a:moveTo>
                    <a:pt x="1" y="1"/>
                  </a:moveTo>
                  <a:lnTo>
                    <a:pt x="1" y="659"/>
                  </a:lnTo>
                  <a:lnTo>
                    <a:pt x="659" y="659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5" name="Google Shape;7795;p17"/>
            <p:cNvSpPr/>
            <p:nvPr/>
          </p:nvSpPr>
          <p:spPr>
            <a:xfrm>
              <a:off x="4471250" y="2875325"/>
              <a:ext cx="16475" cy="16475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0" y="0"/>
                  </a:moveTo>
                  <a:lnTo>
                    <a:pt x="0" y="659"/>
                  </a:lnTo>
                  <a:lnTo>
                    <a:pt x="659" y="65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6" name="Google Shape;7796;p17"/>
            <p:cNvSpPr/>
            <p:nvPr/>
          </p:nvSpPr>
          <p:spPr>
            <a:xfrm>
              <a:off x="4455175" y="2875325"/>
              <a:ext cx="16100" cy="16475"/>
            </a:xfrm>
            <a:custGeom>
              <a:avLst/>
              <a:gdLst/>
              <a:ahLst/>
              <a:cxnLst/>
              <a:rect l="l" t="t" r="r" b="b"/>
              <a:pathLst>
                <a:path w="644" h="659" extrusionOk="0">
                  <a:moveTo>
                    <a:pt x="1" y="0"/>
                  </a:moveTo>
                  <a:lnTo>
                    <a:pt x="1" y="659"/>
                  </a:lnTo>
                  <a:lnTo>
                    <a:pt x="643" y="659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97" name="Google Shape;7797;p17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7798" name="Google Shape;7798;p17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7799" name="Google Shape;7799;p1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0" name="Google Shape;7800;p1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1" name="Google Shape;7801;p1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2" name="Google Shape;7802;p1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3" name="Google Shape;7803;p1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4" name="Google Shape;7804;p1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5" name="Google Shape;7805;p1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6" name="Google Shape;7806;p1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7" name="Google Shape;7807;p1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8" name="Google Shape;7808;p1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9" name="Google Shape;7809;p1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0" name="Google Shape;7810;p1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1" name="Google Shape;7811;p1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2" name="Google Shape;7812;p1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3" name="Google Shape;7813;p1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4" name="Google Shape;7814;p1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5" name="Google Shape;7815;p1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6" name="Google Shape;7816;p1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7" name="Google Shape;7817;p1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8" name="Google Shape;7818;p1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9" name="Google Shape;7819;p1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0" name="Google Shape;7820;p1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1" name="Google Shape;7821;p1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2" name="Google Shape;7822;p1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3" name="Google Shape;7823;p1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4" name="Google Shape;7824;p1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5" name="Google Shape;7825;p1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6" name="Google Shape;7826;p1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7" name="Google Shape;7827;p1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8" name="Google Shape;7828;p1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9" name="Google Shape;7829;p1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0" name="Google Shape;7830;p1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1" name="Google Shape;7831;p1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2" name="Google Shape;7832;p1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3" name="Google Shape;7833;p1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4" name="Google Shape;7834;p1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5" name="Google Shape;7835;p1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6" name="Google Shape;7836;p1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7" name="Google Shape;7837;p1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8" name="Google Shape;7838;p1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9" name="Google Shape;7839;p1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0" name="Google Shape;7840;p1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1" name="Google Shape;7841;p1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42" name="Google Shape;7842;p17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7843" name="Google Shape;7843;p1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4" name="Google Shape;7844;p1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5" name="Google Shape;7845;p1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6" name="Google Shape;7846;p1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7" name="Google Shape;7847;p1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8" name="Google Shape;7848;p1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9" name="Google Shape;7849;p1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0" name="Google Shape;7850;p1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1" name="Google Shape;7851;p1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2" name="Google Shape;7852;p1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3" name="Google Shape;7853;p1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4" name="Google Shape;7854;p1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5" name="Google Shape;7855;p1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6" name="Google Shape;7856;p1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7" name="Google Shape;7857;p1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8" name="Google Shape;7858;p1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9" name="Google Shape;7859;p1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0" name="Google Shape;7860;p1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1" name="Google Shape;7861;p1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2" name="Google Shape;7862;p1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3" name="Google Shape;7863;p1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4" name="Google Shape;7864;p1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5" name="Google Shape;7865;p1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6" name="Google Shape;7866;p1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7" name="Google Shape;7867;p1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8" name="Google Shape;7868;p1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9" name="Google Shape;7869;p1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0" name="Google Shape;7870;p1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1" name="Google Shape;7871;p1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2" name="Google Shape;7872;p1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3" name="Google Shape;7873;p1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4" name="Google Shape;7874;p1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5" name="Google Shape;7875;p1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6" name="Google Shape;7876;p1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7" name="Google Shape;7877;p1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8" name="Google Shape;7878;p1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9" name="Google Shape;7879;p1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0" name="Google Shape;7880;p1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1" name="Google Shape;7881;p1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2" name="Google Shape;7882;p1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3" name="Google Shape;7883;p1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4" name="Google Shape;7884;p1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5" name="Google Shape;7885;p1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86" name="Google Shape;7886;p17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7887" name="Google Shape;7887;p1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8" name="Google Shape;7888;p1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9" name="Google Shape;7889;p1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0" name="Google Shape;7890;p1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1" name="Google Shape;7891;p1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2" name="Google Shape;7892;p1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3" name="Google Shape;7893;p1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4" name="Google Shape;7894;p1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5" name="Google Shape;7895;p1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6" name="Google Shape;7896;p1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7" name="Google Shape;7897;p1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8" name="Google Shape;7898;p1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9" name="Google Shape;7899;p1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0" name="Google Shape;7900;p1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1" name="Google Shape;7901;p1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2" name="Google Shape;7902;p1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3" name="Google Shape;7903;p1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4" name="Google Shape;7904;p1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5" name="Google Shape;7905;p1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6" name="Google Shape;7906;p1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7" name="Google Shape;7907;p1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8" name="Google Shape;7908;p1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9" name="Google Shape;7909;p1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0" name="Google Shape;7910;p1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1" name="Google Shape;7911;p1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2" name="Google Shape;7912;p1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3" name="Google Shape;7913;p1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4" name="Google Shape;7914;p1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5" name="Google Shape;7915;p1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6" name="Google Shape;7916;p1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7" name="Google Shape;7917;p1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8" name="Google Shape;7918;p1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9" name="Google Shape;7919;p1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0" name="Google Shape;7920;p1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1" name="Google Shape;7921;p1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2" name="Google Shape;7922;p1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3" name="Google Shape;7923;p1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4" name="Google Shape;7924;p1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5" name="Google Shape;7925;p1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6" name="Google Shape;7926;p1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7" name="Google Shape;7927;p1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8" name="Google Shape;7928;p1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9" name="Google Shape;7929;p1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30" name="Google Shape;7930;p17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7931" name="Google Shape;7931;p1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2" name="Google Shape;7932;p1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3" name="Google Shape;7933;p1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4" name="Google Shape;7934;p1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5" name="Google Shape;7935;p1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6" name="Google Shape;7936;p1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7" name="Google Shape;7937;p1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8" name="Google Shape;7938;p1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9" name="Google Shape;7939;p1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0" name="Google Shape;7940;p1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1" name="Google Shape;7941;p1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2" name="Google Shape;7942;p1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3" name="Google Shape;7943;p1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4" name="Google Shape;7944;p1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5" name="Google Shape;7945;p1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6" name="Google Shape;7946;p1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7" name="Google Shape;7947;p1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8" name="Google Shape;7948;p1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9" name="Google Shape;7949;p1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0" name="Google Shape;7950;p1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1" name="Google Shape;7951;p1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2" name="Google Shape;7952;p1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3" name="Google Shape;7953;p1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4" name="Google Shape;7954;p1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5" name="Google Shape;7955;p1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6" name="Google Shape;7956;p1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7" name="Google Shape;7957;p1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8" name="Google Shape;7958;p1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9" name="Google Shape;7959;p1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0" name="Google Shape;7960;p1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1" name="Google Shape;7961;p1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2" name="Google Shape;7962;p1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3" name="Google Shape;7963;p1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4" name="Google Shape;7964;p1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5" name="Google Shape;7965;p1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6" name="Google Shape;7966;p1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7" name="Google Shape;7967;p1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8" name="Google Shape;7968;p1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9" name="Google Shape;7969;p1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0" name="Google Shape;7970;p1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1" name="Google Shape;7971;p1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2" name="Google Shape;7972;p1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3" name="Google Shape;7973;p1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74" name="Google Shape;7974;p17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7975" name="Google Shape;7975;p1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6" name="Google Shape;7976;p1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7" name="Google Shape;7977;p1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8" name="Google Shape;7978;p1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9" name="Google Shape;7979;p1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0" name="Google Shape;7980;p1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1" name="Google Shape;7981;p1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2" name="Google Shape;7982;p1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3" name="Google Shape;7983;p1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4" name="Google Shape;7984;p1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5" name="Google Shape;7985;p1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6" name="Google Shape;7986;p1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7" name="Google Shape;7987;p1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8" name="Google Shape;7988;p1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9" name="Google Shape;7989;p1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0" name="Google Shape;7990;p1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1" name="Google Shape;7991;p1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2" name="Google Shape;7992;p1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3" name="Google Shape;7993;p1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4" name="Google Shape;7994;p1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5" name="Google Shape;7995;p1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6" name="Google Shape;7996;p1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7" name="Google Shape;7997;p1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8" name="Google Shape;7998;p1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9" name="Google Shape;7999;p1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0" name="Google Shape;8000;p1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1" name="Google Shape;8001;p1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2" name="Google Shape;8002;p1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3" name="Google Shape;8003;p1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4" name="Google Shape;8004;p1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5" name="Google Shape;8005;p1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6" name="Google Shape;8006;p1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7" name="Google Shape;8007;p1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8" name="Google Shape;8008;p1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9" name="Google Shape;8009;p1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0" name="Google Shape;8010;p1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1" name="Google Shape;8011;p1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2" name="Google Shape;8012;p1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3" name="Google Shape;8013;p1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4" name="Google Shape;8014;p1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5" name="Google Shape;8015;p1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6" name="Google Shape;8016;p1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7" name="Google Shape;8017;p1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18" name="Google Shape;8018;p17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8019" name="Google Shape;8019;p1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0" name="Google Shape;8020;p1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1" name="Google Shape;8021;p1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2" name="Google Shape;8022;p1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3" name="Google Shape;8023;p1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4" name="Google Shape;8024;p1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5" name="Google Shape;8025;p1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6" name="Google Shape;8026;p1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7" name="Google Shape;8027;p1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8" name="Google Shape;8028;p1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9" name="Google Shape;8029;p1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0" name="Google Shape;8030;p1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1" name="Google Shape;8031;p1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2" name="Google Shape;8032;p1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3" name="Google Shape;8033;p1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4" name="Google Shape;8034;p1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5" name="Google Shape;8035;p1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6" name="Google Shape;8036;p1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7" name="Google Shape;8037;p1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8" name="Google Shape;8038;p1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9" name="Google Shape;8039;p1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0" name="Google Shape;8040;p1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1" name="Google Shape;8041;p1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2" name="Google Shape;8042;p1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3" name="Google Shape;8043;p1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4" name="Google Shape;8044;p1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5" name="Google Shape;8045;p1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6" name="Google Shape;8046;p1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7" name="Google Shape;8047;p1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8" name="Google Shape;8048;p1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9" name="Google Shape;8049;p1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0" name="Google Shape;8050;p1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1" name="Google Shape;8051;p1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2" name="Google Shape;8052;p1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3" name="Google Shape;8053;p1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4" name="Google Shape;8054;p1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5" name="Google Shape;8055;p1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6" name="Google Shape;8056;p1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7" name="Google Shape;8057;p1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8" name="Google Shape;8058;p1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9" name="Google Shape;8059;p1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0" name="Google Shape;8060;p1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1" name="Google Shape;8061;p1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62" name="Google Shape;8062;p17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8063" name="Google Shape;8063;p1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4" name="Google Shape;8064;p1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5" name="Google Shape;8065;p1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6" name="Google Shape;8066;p1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7" name="Google Shape;8067;p1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8" name="Google Shape;8068;p1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9" name="Google Shape;8069;p1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0" name="Google Shape;8070;p1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1" name="Google Shape;8071;p1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2" name="Google Shape;8072;p1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3" name="Google Shape;8073;p1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4" name="Google Shape;8074;p1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5" name="Google Shape;8075;p1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6" name="Google Shape;8076;p1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7" name="Google Shape;8077;p1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8" name="Google Shape;8078;p1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9" name="Google Shape;8079;p1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0" name="Google Shape;8080;p1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1" name="Google Shape;8081;p1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2" name="Google Shape;8082;p1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3" name="Google Shape;8083;p1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4" name="Google Shape;8084;p1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5" name="Google Shape;8085;p1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6" name="Google Shape;8086;p1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7" name="Google Shape;8087;p1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8" name="Google Shape;8088;p1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9" name="Google Shape;8089;p1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0" name="Google Shape;8090;p1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1" name="Google Shape;8091;p1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2" name="Google Shape;8092;p1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3" name="Google Shape;8093;p1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4" name="Google Shape;8094;p1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5" name="Google Shape;8095;p1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6" name="Google Shape;8096;p1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7" name="Google Shape;8097;p1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8" name="Google Shape;8098;p1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9" name="Google Shape;8099;p1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0" name="Google Shape;8100;p1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1" name="Google Shape;8101;p1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2" name="Google Shape;8102;p1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3" name="Google Shape;8103;p1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4" name="Google Shape;8104;p1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5" name="Google Shape;8105;p1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06" name="Google Shape;8106;p17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8107" name="Google Shape;8107;p1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8" name="Google Shape;8108;p1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9" name="Google Shape;8109;p1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0" name="Google Shape;8110;p1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1" name="Google Shape;8111;p1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2" name="Google Shape;8112;p1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3" name="Google Shape;8113;p1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4" name="Google Shape;8114;p1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5" name="Google Shape;8115;p1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6" name="Google Shape;8116;p1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7" name="Google Shape;8117;p1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8" name="Google Shape;8118;p1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9" name="Google Shape;8119;p1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0" name="Google Shape;8120;p1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1" name="Google Shape;8121;p1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2" name="Google Shape;8122;p1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3" name="Google Shape;8123;p1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4" name="Google Shape;8124;p1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5" name="Google Shape;8125;p1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6" name="Google Shape;8126;p1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7" name="Google Shape;8127;p1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8" name="Google Shape;8128;p1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9" name="Google Shape;8129;p1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0" name="Google Shape;8130;p1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1" name="Google Shape;8131;p1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2" name="Google Shape;8132;p1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3" name="Google Shape;8133;p1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4" name="Google Shape;8134;p1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5" name="Google Shape;8135;p1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6" name="Google Shape;8136;p1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7" name="Google Shape;8137;p1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8" name="Google Shape;8138;p1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9" name="Google Shape;8139;p1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0" name="Google Shape;8140;p1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1" name="Google Shape;8141;p1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2" name="Google Shape;8142;p1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3" name="Google Shape;8143;p1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4" name="Google Shape;8144;p1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5" name="Google Shape;8145;p1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6" name="Google Shape;8146;p1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7" name="Google Shape;8147;p1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8" name="Google Shape;8148;p1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9" name="Google Shape;8149;p1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50" name="Google Shape;8150;p17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8151" name="Google Shape;8151;p1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2" name="Google Shape;8152;p1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3" name="Google Shape;8153;p1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4" name="Google Shape;8154;p1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5" name="Google Shape;8155;p1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6" name="Google Shape;8156;p1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7" name="Google Shape;8157;p1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8" name="Google Shape;8158;p1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9" name="Google Shape;8159;p1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0" name="Google Shape;8160;p1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1" name="Google Shape;8161;p1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2" name="Google Shape;8162;p1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3" name="Google Shape;8163;p1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4" name="Google Shape;8164;p1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5" name="Google Shape;8165;p1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6" name="Google Shape;8166;p1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7" name="Google Shape;8167;p1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8" name="Google Shape;8168;p1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9" name="Google Shape;8169;p1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0" name="Google Shape;8170;p1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1" name="Google Shape;8171;p1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2" name="Google Shape;8172;p1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3" name="Google Shape;8173;p1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4" name="Google Shape;8174;p1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5" name="Google Shape;8175;p1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6" name="Google Shape;8176;p1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7" name="Google Shape;8177;p1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8" name="Google Shape;8178;p1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9" name="Google Shape;8179;p1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0" name="Google Shape;8180;p1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1" name="Google Shape;8181;p1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2" name="Google Shape;8182;p1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3" name="Google Shape;8183;p1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4" name="Google Shape;8184;p1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5" name="Google Shape;8185;p1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6" name="Google Shape;8186;p1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7" name="Google Shape;8187;p1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8" name="Google Shape;8188;p1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9" name="Google Shape;8189;p1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0" name="Google Shape;8190;p1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1" name="Google Shape;8191;p1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2" name="Google Shape;8192;p1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3" name="Google Shape;8193;p1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194" name="Google Shape;8194;p17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8195" name="Google Shape;8195;p17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8196" name="Google Shape;8196;p17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7" name="Google Shape;8197;p17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8" name="Google Shape;8198;p17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9" name="Google Shape;8199;p17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0" name="Google Shape;8200;p17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1" name="Google Shape;8201;p17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2" name="Google Shape;8202;p17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3" name="Google Shape;8203;p17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4" name="Google Shape;8204;p17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5" name="Google Shape;8205;p17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6" name="Google Shape;8206;p17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7" name="Google Shape;8207;p17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8" name="Google Shape;8208;p17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9" name="Google Shape;8209;p17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0" name="Google Shape;8210;p17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1" name="Google Shape;8211;p17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2" name="Google Shape;8212;p17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3" name="Google Shape;8213;p17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4" name="Google Shape;8214;p17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5" name="Google Shape;8215;p17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6" name="Google Shape;8216;p17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7" name="Google Shape;8217;p17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8" name="Google Shape;8218;p17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9" name="Google Shape;8219;p17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0" name="Google Shape;8220;p17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1" name="Google Shape;8221;p17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2" name="Google Shape;8222;p17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23" name="Google Shape;8223;p17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8224" name="Google Shape;8224;p17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5" name="Google Shape;8225;p17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6" name="Google Shape;8226;p17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7" name="Google Shape;8227;p17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8" name="Google Shape;8228;p17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9" name="Google Shape;8229;p17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0" name="Google Shape;8230;p17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1" name="Google Shape;8231;p17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2" name="Google Shape;8232;p17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3" name="Google Shape;8233;p17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4" name="Google Shape;8234;p17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5" name="Google Shape;8235;p17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6" name="Google Shape;8236;p17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7" name="Google Shape;8237;p17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8" name="Google Shape;8238;p17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9" name="Google Shape;8239;p17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0" name="Google Shape;8240;p17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1" name="Google Shape;8241;p17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2" name="Google Shape;8242;p17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3" name="Google Shape;8243;p17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4" name="Google Shape;8244;p17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5" name="Google Shape;8245;p17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6" name="Google Shape;8246;p17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7" name="Google Shape;8247;p17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8" name="Google Shape;8248;p17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9" name="Google Shape;8249;p17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0" name="Google Shape;8250;p17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51" name="Google Shape;8251;p17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8252" name="Google Shape;8252;p17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3" name="Google Shape;8253;p17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4" name="Google Shape;8254;p17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5" name="Google Shape;8255;p17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6" name="Google Shape;8256;p17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7" name="Google Shape;8257;p17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8" name="Google Shape;8258;p17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9" name="Google Shape;8259;p17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0" name="Google Shape;8260;p17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1" name="Google Shape;8261;p17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2" name="Google Shape;8262;p17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3" name="Google Shape;8263;p17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4" name="Google Shape;8264;p17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5" name="Google Shape;8265;p17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6" name="Google Shape;8266;p17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7" name="Google Shape;8267;p17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8" name="Google Shape;8268;p17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9" name="Google Shape;8269;p17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0" name="Google Shape;8270;p17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1" name="Google Shape;8271;p17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2" name="Google Shape;8272;p17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3" name="Google Shape;8273;p17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4" name="Google Shape;8274;p17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5" name="Google Shape;8275;p17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6" name="Google Shape;8276;p17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7" name="Google Shape;8277;p17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8" name="Google Shape;8278;p17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79" name="Google Shape;8279;p17"/>
          <p:cNvSpPr txBox="1">
            <a:spLocks noGrp="1"/>
          </p:cNvSpPr>
          <p:nvPr>
            <p:ph type="title"/>
          </p:nvPr>
        </p:nvSpPr>
        <p:spPr>
          <a:xfrm>
            <a:off x="720000" y="2751613"/>
            <a:ext cx="4891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280" name="Google Shape;8280;p17"/>
          <p:cNvSpPr txBox="1">
            <a:spLocks noGrp="1"/>
          </p:cNvSpPr>
          <p:nvPr>
            <p:ph type="subTitle" idx="1"/>
          </p:nvPr>
        </p:nvSpPr>
        <p:spPr>
          <a:xfrm>
            <a:off x="720000" y="3500100"/>
            <a:ext cx="4891800" cy="46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281" name="Google Shape;8281;p17"/>
          <p:cNvSpPr txBox="1">
            <a:spLocks noGrp="1"/>
          </p:cNvSpPr>
          <p:nvPr>
            <p:ph type="title" idx="2" hasCustomPrompt="1"/>
          </p:nvPr>
        </p:nvSpPr>
        <p:spPr>
          <a:xfrm>
            <a:off x="790450" y="1355863"/>
            <a:ext cx="1624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36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grpSp>
        <p:nvGrpSpPr>
          <p:cNvPr id="8282" name="Google Shape;8282;p17"/>
          <p:cNvGrpSpPr/>
          <p:nvPr/>
        </p:nvGrpSpPr>
        <p:grpSpPr>
          <a:xfrm>
            <a:off x="6449654" y="3991276"/>
            <a:ext cx="1120238" cy="612226"/>
            <a:chOff x="4243175" y="1124500"/>
            <a:chExt cx="240250" cy="131300"/>
          </a:xfrm>
        </p:grpSpPr>
        <p:sp>
          <p:nvSpPr>
            <p:cNvPr id="8283" name="Google Shape;8283;p17"/>
            <p:cNvSpPr/>
            <p:nvPr/>
          </p:nvSpPr>
          <p:spPr>
            <a:xfrm>
              <a:off x="4352525" y="1124500"/>
              <a:ext cx="21575" cy="21975"/>
            </a:xfrm>
            <a:custGeom>
              <a:avLst/>
              <a:gdLst/>
              <a:ahLst/>
              <a:cxnLst/>
              <a:rect l="l" t="t" r="r" b="b"/>
              <a:pathLst>
                <a:path w="863" h="879" extrusionOk="0">
                  <a:moveTo>
                    <a:pt x="0" y="0"/>
                  </a:moveTo>
                  <a:lnTo>
                    <a:pt x="0" y="878"/>
                  </a:lnTo>
                  <a:lnTo>
                    <a:pt x="862" y="878"/>
                  </a:lnTo>
                  <a:lnTo>
                    <a:pt x="8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4" name="Google Shape;8284;p17"/>
            <p:cNvSpPr/>
            <p:nvPr/>
          </p:nvSpPr>
          <p:spPr>
            <a:xfrm>
              <a:off x="4352525" y="1146450"/>
              <a:ext cx="21575" cy="21950"/>
            </a:xfrm>
            <a:custGeom>
              <a:avLst/>
              <a:gdLst/>
              <a:ahLst/>
              <a:cxnLst/>
              <a:rect l="l" t="t" r="r" b="b"/>
              <a:pathLst>
                <a:path w="863" h="878" extrusionOk="0">
                  <a:moveTo>
                    <a:pt x="0" y="0"/>
                  </a:moveTo>
                  <a:lnTo>
                    <a:pt x="0" y="878"/>
                  </a:lnTo>
                  <a:lnTo>
                    <a:pt x="862" y="878"/>
                  </a:lnTo>
                  <a:lnTo>
                    <a:pt x="8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5" name="Google Shape;8285;p17"/>
            <p:cNvSpPr/>
            <p:nvPr/>
          </p:nvSpPr>
          <p:spPr>
            <a:xfrm>
              <a:off x="4243175" y="116837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1"/>
                  </a:moveTo>
                  <a:lnTo>
                    <a:pt x="1" y="879"/>
                  </a:lnTo>
                  <a:lnTo>
                    <a:pt x="879" y="879"/>
                  </a:lnTo>
                  <a:lnTo>
                    <a:pt x="8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6" name="Google Shape;8286;p17"/>
            <p:cNvSpPr/>
            <p:nvPr/>
          </p:nvSpPr>
          <p:spPr>
            <a:xfrm>
              <a:off x="4330575" y="116837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0" y="1"/>
                  </a:moveTo>
                  <a:lnTo>
                    <a:pt x="0" y="879"/>
                  </a:lnTo>
                  <a:lnTo>
                    <a:pt x="878" y="879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7" name="Google Shape;8287;p17"/>
            <p:cNvSpPr/>
            <p:nvPr/>
          </p:nvSpPr>
          <p:spPr>
            <a:xfrm>
              <a:off x="4352525" y="1168375"/>
              <a:ext cx="21575" cy="21975"/>
            </a:xfrm>
            <a:custGeom>
              <a:avLst/>
              <a:gdLst/>
              <a:ahLst/>
              <a:cxnLst/>
              <a:rect l="l" t="t" r="r" b="b"/>
              <a:pathLst>
                <a:path w="863" h="879" extrusionOk="0">
                  <a:moveTo>
                    <a:pt x="0" y="1"/>
                  </a:moveTo>
                  <a:lnTo>
                    <a:pt x="0" y="879"/>
                  </a:lnTo>
                  <a:lnTo>
                    <a:pt x="862" y="879"/>
                  </a:lnTo>
                  <a:lnTo>
                    <a:pt x="862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8" name="Google Shape;8288;p17"/>
            <p:cNvSpPr/>
            <p:nvPr/>
          </p:nvSpPr>
          <p:spPr>
            <a:xfrm>
              <a:off x="4374075" y="1168375"/>
              <a:ext cx="21950" cy="21975"/>
            </a:xfrm>
            <a:custGeom>
              <a:avLst/>
              <a:gdLst/>
              <a:ahLst/>
              <a:cxnLst/>
              <a:rect l="l" t="t" r="r" b="b"/>
              <a:pathLst>
                <a:path w="878" h="879" extrusionOk="0">
                  <a:moveTo>
                    <a:pt x="0" y="1"/>
                  </a:moveTo>
                  <a:lnTo>
                    <a:pt x="0" y="879"/>
                  </a:lnTo>
                  <a:lnTo>
                    <a:pt x="878" y="879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9" name="Google Shape;8289;p17"/>
            <p:cNvSpPr/>
            <p:nvPr/>
          </p:nvSpPr>
          <p:spPr>
            <a:xfrm>
              <a:off x="4243175" y="1190325"/>
              <a:ext cx="21975" cy="21575"/>
            </a:xfrm>
            <a:custGeom>
              <a:avLst/>
              <a:gdLst/>
              <a:ahLst/>
              <a:cxnLst/>
              <a:rect l="l" t="t" r="r" b="b"/>
              <a:pathLst>
                <a:path w="879" h="863" extrusionOk="0">
                  <a:moveTo>
                    <a:pt x="1" y="1"/>
                  </a:moveTo>
                  <a:lnTo>
                    <a:pt x="1" y="863"/>
                  </a:lnTo>
                  <a:lnTo>
                    <a:pt x="879" y="863"/>
                  </a:lnTo>
                  <a:lnTo>
                    <a:pt x="8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0" name="Google Shape;8290;p17"/>
            <p:cNvSpPr/>
            <p:nvPr/>
          </p:nvSpPr>
          <p:spPr>
            <a:xfrm>
              <a:off x="4265125" y="1190325"/>
              <a:ext cx="21575" cy="21575"/>
            </a:xfrm>
            <a:custGeom>
              <a:avLst/>
              <a:gdLst/>
              <a:ahLst/>
              <a:cxnLst/>
              <a:rect l="l" t="t" r="r" b="b"/>
              <a:pathLst>
                <a:path w="863" h="863" extrusionOk="0">
                  <a:moveTo>
                    <a:pt x="1" y="1"/>
                  </a:moveTo>
                  <a:lnTo>
                    <a:pt x="1" y="863"/>
                  </a:lnTo>
                  <a:lnTo>
                    <a:pt x="863" y="863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1" name="Google Shape;8291;p17"/>
            <p:cNvSpPr/>
            <p:nvPr/>
          </p:nvSpPr>
          <p:spPr>
            <a:xfrm>
              <a:off x="4308625" y="1190325"/>
              <a:ext cx="21975" cy="21575"/>
            </a:xfrm>
            <a:custGeom>
              <a:avLst/>
              <a:gdLst/>
              <a:ahLst/>
              <a:cxnLst/>
              <a:rect l="l" t="t" r="r" b="b"/>
              <a:pathLst>
                <a:path w="879" h="863" extrusionOk="0">
                  <a:moveTo>
                    <a:pt x="1" y="1"/>
                  </a:moveTo>
                  <a:lnTo>
                    <a:pt x="1" y="863"/>
                  </a:lnTo>
                  <a:lnTo>
                    <a:pt x="878" y="863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2" name="Google Shape;8292;p17"/>
            <p:cNvSpPr/>
            <p:nvPr/>
          </p:nvSpPr>
          <p:spPr>
            <a:xfrm>
              <a:off x="4330575" y="1190325"/>
              <a:ext cx="21975" cy="21575"/>
            </a:xfrm>
            <a:custGeom>
              <a:avLst/>
              <a:gdLst/>
              <a:ahLst/>
              <a:cxnLst/>
              <a:rect l="l" t="t" r="r" b="b"/>
              <a:pathLst>
                <a:path w="879" h="863" extrusionOk="0">
                  <a:moveTo>
                    <a:pt x="0" y="1"/>
                  </a:moveTo>
                  <a:lnTo>
                    <a:pt x="0" y="863"/>
                  </a:lnTo>
                  <a:lnTo>
                    <a:pt x="878" y="863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3" name="Google Shape;8293;p17"/>
            <p:cNvSpPr/>
            <p:nvPr/>
          </p:nvSpPr>
          <p:spPr>
            <a:xfrm>
              <a:off x="4352525" y="1190325"/>
              <a:ext cx="21575" cy="21575"/>
            </a:xfrm>
            <a:custGeom>
              <a:avLst/>
              <a:gdLst/>
              <a:ahLst/>
              <a:cxnLst/>
              <a:rect l="l" t="t" r="r" b="b"/>
              <a:pathLst>
                <a:path w="863" h="863" extrusionOk="0">
                  <a:moveTo>
                    <a:pt x="0" y="1"/>
                  </a:moveTo>
                  <a:lnTo>
                    <a:pt x="0" y="863"/>
                  </a:lnTo>
                  <a:lnTo>
                    <a:pt x="862" y="863"/>
                  </a:lnTo>
                  <a:lnTo>
                    <a:pt x="86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4" name="Google Shape;8294;p17"/>
            <p:cNvSpPr/>
            <p:nvPr/>
          </p:nvSpPr>
          <p:spPr>
            <a:xfrm>
              <a:off x="4374075" y="1190325"/>
              <a:ext cx="21950" cy="21575"/>
            </a:xfrm>
            <a:custGeom>
              <a:avLst/>
              <a:gdLst/>
              <a:ahLst/>
              <a:cxnLst/>
              <a:rect l="l" t="t" r="r" b="b"/>
              <a:pathLst>
                <a:path w="878" h="863" extrusionOk="0">
                  <a:moveTo>
                    <a:pt x="0" y="1"/>
                  </a:moveTo>
                  <a:lnTo>
                    <a:pt x="0" y="863"/>
                  </a:lnTo>
                  <a:lnTo>
                    <a:pt x="878" y="863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5" name="Google Shape;8295;p17"/>
            <p:cNvSpPr/>
            <p:nvPr/>
          </p:nvSpPr>
          <p:spPr>
            <a:xfrm>
              <a:off x="4396000" y="1190325"/>
              <a:ext cx="21975" cy="21575"/>
            </a:xfrm>
            <a:custGeom>
              <a:avLst/>
              <a:gdLst/>
              <a:ahLst/>
              <a:cxnLst/>
              <a:rect l="l" t="t" r="r" b="b"/>
              <a:pathLst>
                <a:path w="879" h="863" extrusionOk="0">
                  <a:moveTo>
                    <a:pt x="1" y="1"/>
                  </a:moveTo>
                  <a:lnTo>
                    <a:pt x="1" y="863"/>
                  </a:lnTo>
                  <a:lnTo>
                    <a:pt x="879" y="863"/>
                  </a:lnTo>
                  <a:lnTo>
                    <a:pt x="879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6" name="Google Shape;8296;p17"/>
            <p:cNvSpPr/>
            <p:nvPr/>
          </p:nvSpPr>
          <p:spPr>
            <a:xfrm>
              <a:off x="4439900" y="1190325"/>
              <a:ext cx="21575" cy="21575"/>
            </a:xfrm>
            <a:custGeom>
              <a:avLst/>
              <a:gdLst/>
              <a:ahLst/>
              <a:cxnLst/>
              <a:rect l="l" t="t" r="r" b="b"/>
              <a:pathLst>
                <a:path w="863" h="863" extrusionOk="0">
                  <a:moveTo>
                    <a:pt x="0" y="1"/>
                  </a:moveTo>
                  <a:lnTo>
                    <a:pt x="0" y="863"/>
                  </a:lnTo>
                  <a:lnTo>
                    <a:pt x="863" y="863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7" name="Google Shape;8297;p17"/>
            <p:cNvSpPr/>
            <p:nvPr/>
          </p:nvSpPr>
          <p:spPr>
            <a:xfrm>
              <a:off x="4243175" y="121187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1"/>
                  </a:moveTo>
                  <a:lnTo>
                    <a:pt x="1" y="878"/>
                  </a:lnTo>
                  <a:lnTo>
                    <a:pt x="879" y="878"/>
                  </a:lnTo>
                  <a:lnTo>
                    <a:pt x="87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8" name="Google Shape;8298;p17"/>
            <p:cNvSpPr/>
            <p:nvPr/>
          </p:nvSpPr>
          <p:spPr>
            <a:xfrm>
              <a:off x="4265125" y="1211875"/>
              <a:ext cx="21575" cy="21975"/>
            </a:xfrm>
            <a:custGeom>
              <a:avLst/>
              <a:gdLst/>
              <a:ahLst/>
              <a:cxnLst/>
              <a:rect l="l" t="t" r="r" b="b"/>
              <a:pathLst>
                <a:path w="863" h="879" extrusionOk="0">
                  <a:moveTo>
                    <a:pt x="1" y="1"/>
                  </a:moveTo>
                  <a:lnTo>
                    <a:pt x="1" y="878"/>
                  </a:lnTo>
                  <a:lnTo>
                    <a:pt x="863" y="878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9" name="Google Shape;8299;p17"/>
            <p:cNvSpPr/>
            <p:nvPr/>
          </p:nvSpPr>
          <p:spPr>
            <a:xfrm>
              <a:off x="4286675" y="121187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1"/>
                  </a:moveTo>
                  <a:lnTo>
                    <a:pt x="1" y="878"/>
                  </a:lnTo>
                  <a:lnTo>
                    <a:pt x="879" y="878"/>
                  </a:lnTo>
                  <a:lnTo>
                    <a:pt x="87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0" name="Google Shape;8300;p17"/>
            <p:cNvSpPr/>
            <p:nvPr/>
          </p:nvSpPr>
          <p:spPr>
            <a:xfrm>
              <a:off x="4308625" y="121187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1"/>
                  </a:moveTo>
                  <a:lnTo>
                    <a:pt x="1" y="878"/>
                  </a:lnTo>
                  <a:lnTo>
                    <a:pt x="878" y="878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1" name="Google Shape;8301;p17"/>
            <p:cNvSpPr/>
            <p:nvPr/>
          </p:nvSpPr>
          <p:spPr>
            <a:xfrm>
              <a:off x="4330575" y="121187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0" y="1"/>
                  </a:moveTo>
                  <a:lnTo>
                    <a:pt x="0" y="878"/>
                  </a:lnTo>
                  <a:lnTo>
                    <a:pt x="878" y="878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2" name="Google Shape;8302;p17"/>
            <p:cNvSpPr/>
            <p:nvPr/>
          </p:nvSpPr>
          <p:spPr>
            <a:xfrm>
              <a:off x="4352525" y="1211875"/>
              <a:ext cx="21575" cy="21975"/>
            </a:xfrm>
            <a:custGeom>
              <a:avLst/>
              <a:gdLst/>
              <a:ahLst/>
              <a:cxnLst/>
              <a:rect l="l" t="t" r="r" b="b"/>
              <a:pathLst>
                <a:path w="863" h="879" extrusionOk="0">
                  <a:moveTo>
                    <a:pt x="0" y="1"/>
                  </a:moveTo>
                  <a:lnTo>
                    <a:pt x="0" y="878"/>
                  </a:lnTo>
                  <a:lnTo>
                    <a:pt x="862" y="878"/>
                  </a:lnTo>
                  <a:lnTo>
                    <a:pt x="862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3" name="Google Shape;8303;p17"/>
            <p:cNvSpPr/>
            <p:nvPr/>
          </p:nvSpPr>
          <p:spPr>
            <a:xfrm>
              <a:off x="4374075" y="1211875"/>
              <a:ext cx="21950" cy="21975"/>
            </a:xfrm>
            <a:custGeom>
              <a:avLst/>
              <a:gdLst/>
              <a:ahLst/>
              <a:cxnLst/>
              <a:rect l="l" t="t" r="r" b="b"/>
              <a:pathLst>
                <a:path w="878" h="879" extrusionOk="0">
                  <a:moveTo>
                    <a:pt x="0" y="1"/>
                  </a:moveTo>
                  <a:lnTo>
                    <a:pt x="0" y="878"/>
                  </a:lnTo>
                  <a:lnTo>
                    <a:pt x="878" y="878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4" name="Google Shape;8304;p17"/>
            <p:cNvSpPr/>
            <p:nvPr/>
          </p:nvSpPr>
          <p:spPr>
            <a:xfrm>
              <a:off x="4396000" y="121187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1"/>
                  </a:moveTo>
                  <a:lnTo>
                    <a:pt x="1" y="878"/>
                  </a:lnTo>
                  <a:lnTo>
                    <a:pt x="879" y="878"/>
                  </a:lnTo>
                  <a:lnTo>
                    <a:pt x="879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5" name="Google Shape;8305;p17"/>
            <p:cNvSpPr/>
            <p:nvPr/>
          </p:nvSpPr>
          <p:spPr>
            <a:xfrm>
              <a:off x="4417950" y="121187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1"/>
                  </a:moveTo>
                  <a:lnTo>
                    <a:pt x="1" y="878"/>
                  </a:lnTo>
                  <a:lnTo>
                    <a:pt x="878" y="878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6" name="Google Shape;8306;p17"/>
            <p:cNvSpPr/>
            <p:nvPr/>
          </p:nvSpPr>
          <p:spPr>
            <a:xfrm>
              <a:off x="4439900" y="1211875"/>
              <a:ext cx="21575" cy="21975"/>
            </a:xfrm>
            <a:custGeom>
              <a:avLst/>
              <a:gdLst/>
              <a:ahLst/>
              <a:cxnLst/>
              <a:rect l="l" t="t" r="r" b="b"/>
              <a:pathLst>
                <a:path w="863" h="879" extrusionOk="0">
                  <a:moveTo>
                    <a:pt x="0" y="1"/>
                  </a:moveTo>
                  <a:lnTo>
                    <a:pt x="0" y="878"/>
                  </a:lnTo>
                  <a:lnTo>
                    <a:pt x="863" y="878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7" name="Google Shape;8307;p17"/>
            <p:cNvSpPr/>
            <p:nvPr/>
          </p:nvSpPr>
          <p:spPr>
            <a:xfrm>
              <a:off x="4243175" y="123382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0"/>
                  </a:moveTo>
                  <a:lnTo>
                    <a:pt x="1" y="878"/>
                  </a:lnTo>
                  <a:lnTo>
                    <a:pt x="879" y="878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8" name="Google Shape;8308;p17"/>
            <p:cNvSpPr/>
            <p:nvPr/>
          </p:nvSpPr>
          <p:spPr>
            <a:xfrm>
              <a:off x="4265125" y="1233825"/>
              <a:ext cx="21575" cy="21975"/>
            </a:xfrm>
            <a:custGeom>
              <a:avLst/>
              <a:gdLst/>
              <a:ahLst/>
              <a:cxnLst/>
              <a:rect l="l" t="t" r="r" b="b"/>
              <a:pathLst>
                <a:path w="863" h="879" extrusionOk="0">
                  <a:moveTo>
                    <a:pt x="1" y="0"/>
                  </a:moveTo>
                  <a:lnTo>
                    <a:pt x="1" y="878"/>
                  </a:lnTo>
                  <a:lnTo>
                    <a:pt x="863" y="878"/>
                  </a:lnTo>
                  <a:lnTo>
                    <a:pt x="8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9" name="Google Shape;8309;p17"/>
            <p:cNvSpPr/>
            <p:nvPr/>
          </p:nvSpPr>
          <p:spPr>
            <a:xfrm>
              <a:off x="4286675" y="123382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0"/>
                  </a:moveTo>
                  <a:lnTo>
                    <a:pt x="1" y="878"/>
                  </a:lnTo>
                  <a:lnTo>
                    <a:pt x="879" y="878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0" name="Google Shape;8310;p17"/>
            <p:cNvSpPr/>
            <p:nvPr/>
          </p:nvSpPr>
          <p:spPr>
            <a:xfrm>
              <a:off x="4308625" y="123382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0"/>
                  </a:moveTo>
                  <a:lnTo>
                    <a:pt x="1" y="878"/>
                  </a:lnTo>
                  <a:lnTo>
                    <a:pt x="878" y="878"/>
                  </a:lnTo>
                  <a:lnTo>
                    <a:pt x="87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1" name="Google Shape;8311;p17"/>
            <p:cNvSpPr/>
            <p:nvPr/>
          </p:nvSpPr>
          <p:spPr>
            <a:xfrm>
              <a:off x="4330575" y="123382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0" y="0"/>
                  </a:moveTo>
                  <a:lnTo>
                    <a:pt x="0" y="878"/>
                  </a:lnTo>
                  <a:lnTo>
                    <a:pt x="878" y="878"/>
                  </a:lnTo>
                  <a:lnTo>
                    <a:pt x="878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2" name="Google Shape;8312;p17"/>
            <p:cNvSpPr/>
            <p:nvPr/>
          </p:nvSpPr>
          <p:spPr>
            <a:xfrm>
              <a:off x="4352525" y="1233825"/>
              <a:ext cx="21575" cy="21975"/>
            </a:xfrm>
            <a:custGeom>
              <a:avLst/>
              <a:gdLst/>
              <a:ahLst/>
              <a:cxnLst/>
              <a:rect l="l" t="t" r="r" b="b"/>
              <a:pathLst>
                <a:path w="863" h="879" extrusionOk="0">
                  <a:moveTo>
                    <a:pt x="0" y="0"/>
                  </a:moveTo>
                  <a:lnTo>
                    <a:pt x="0" y="878"/>
                  </a:lnTo>
                  <a:lnTo>
                    <a:pt x="862" y="878"/>
                  </a:lnTo>
                  <a:lnTo>
                    <a:pt x="862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3" name="Google Shape;8313;p17"/>
            <p:cNvSpPr/>
            <p:nvPr/>
          </p:nvSpPr>
          <p:spPr>
            <a:xfrm>
              <a:off x="4374075" y="1233825"/>
              <a:ext cx="21950" cy="21975"/>
            </a:xfrm>
            <a:custGeom>
              <a:avLst/>
              <a:gdLst/>
              <a:ahLst/>
              <a:cxnLst/>
              <a:rect l="l" t="t" r="r" b="b"/>
              <a:pathLst>
                <a:path w="878" h="879" extrusionOk="0">
                  <a:moveTo>
                    <a:pt x="0" y="0"/>
                  </a:moveTo>
                  <a:lnTo>
                    <a:pt x="0" y="878"/>
                  </a:lnTo>
                  <a:lnTo>
                    <a:pt x="878" y="878"/>
                  </a:lnTo>
                  <a:lnTo>
                    <a:pt x="878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4" name="Google Shape;8314;p17"/>
            <p:cNvSpPr/>
            <p:nvPr/>
          </p:nvSpPr>
          <p:spPr>
            <a:xfrm>
              <a:off x="4396000" y="123382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0"/>
                  </a:moveTo>
                  <a:lnTo>
                    <a:pt x="1" y="878"/>
                  </a:lnTo>
                  <a:lnTo>
                    <a:pt x="879" y="878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5" name="Google Shape;8315;p17"/>
            <p:cNvSpPr/>
            <p:nvPr/>
          </p:nvSpPr>
          <p:spPr>
            <a:xfrm>
              <a:off x="4417950" y="123382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0"/>
                  </a:moveTo>
                  <a:lnTo>
                    <a:pt x="1" y="878"/>
                  </a:lnTo>
                  <a:lnTo>
                    <a:pt x="878" y="878"/>
                  </a:lnTo>
                  <a:lnTo>
                    <a:pt x="878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6" name="Google Shape;8316;p17"/>
            <p:cNvSpPr/>
            <p:nvPr/>
          </p:nvSpPr>
          <p:spPr>
            <a:xfrm>
              <a:off x="4439900" y="1233825"/>
              <a:ext cx="21575" cy="21975"/>
            </a:xfrm>
            <a:custGeom>
              <a:avLst/>
              <a:gdLst/>
              <a:ahLst/>
              <a:cxnLst/>
              <a:rect l="l" t="t" r="r" b="b"/>
              <a:pathLst>
                <a:path w="863" h="879" extrusionOk="0">
                  <a:moveTo>
                    <a:pt x="0" y="0"/>
                  </a:moveTo>
                  <a:lnTo>
                    <a:pt x="0" y="878"/>
                  </a:lnTo>
                  <a:lnTo>
                    <a:pt x="863" y="878"/>
                  </a:lnTo>
                  <a:lnTo>
                    <a:pt x="8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7" name="Google Shape;8317;p17"/>
            <p:cNvSpPr/>
            <p:nvPr/>
          </p:nvSpPr>
          <p:spPr>
            <a:xfrm>
              <a:off x="4461450" y="116837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1"/>
                  </a:moveTo>
                  <a:lnTo>
                    <a:pt x="1" y="879"/>
                  </a:lnTo>
                  <a:lnTo>
                    <a:pt x="878" y="879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8" name="Google Shape;8318;p17"/>
            <p:cNvSpPr/>
            <p:nvPr/>
          </p:nvSpPr>
          <p:spPr>
            <a:xfrm>
              <a:off x="4461450" y="1190325"/>
              <a:ext cx="21975" cy="21575"/>
            </a:xfrm>
            <a:custGeom>
              <a:avLst/>
              <a:gdLst/>
              <a:ahLst/>
              <a:cxnLst/>
              <a:rect l="l" t="t" r="r" b="b"/>
              <a:pathLst>
                <a:path w="879" h="863" extrusionOk="0">
                  <a:moveTo>
                    <a:pt x="1" y="1"/>
                  </a:moveTo>
                  <a:lnTo>
                    <a:pt x="1" y="863"/>
                  </a:lnTo>
                  <a:lnTo>
                    <a:pt x="878" y="863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rgbClr val="FFBD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9" name="Google Shape;8319;p17"/>
            <p:cNvSpPr/>
            <p:nvPr/>
          </p:nvSpPr>
          <p:spPr>
            <a:xfrm>
              <a:off x="4461450" y="121187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1"/>
                  </a:moveTo>
                  <a:lnTo>
                    <a:pt x="1" y="878"/>
                  </a:lnTo>
                  <a:lnTo>
                    <a:pt x="878" y="878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0" name="Google Shape;8320;p17"/>
            <p:cNvSpPr/>
            <p:nvPr/>
          </p:nvSpPr>
          <p:spPr>
            <a:xfrm>
              <a:off x="4461450" y="1233825"/>
              <a:ext cx="21975" cy="21975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1" y="0"/>
                  </a:moveTo>
                  <a:lnTo>
                    <a:pt x="1" y="878"/>
                  </a:lnTo>
                  <a:lnTo>
                    <a:pt x="878" y="878"/>
                  </a:lnTo>
                  <a:lnTo>
                    <a:pt x="878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21" name="Google Shape;8321;p17"/>
          <p:cNvGrpSpPr/>
          <p:nvPr/>
        </p:nvGrpSpPr>
        <p:grpSpPr>
          <a:xfrm>
            <a:off x="7374357" y="1229181"/>
            <a:ext cx="1049633" cy="523940"/>
            <a:chOff x="138482" y="584556"/>
            <a:chExt cx="1049633" cy="523940"/>
          </a:xfrm>
        </p:grpSpPr>
        <p:sp>
          <p:nvSpPr>
            <p:cNvPr id="8322" name="Google Shape;8322;p17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3" name="Google Shape;8323;p17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4" name="Google Shape;8324;p17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5" name="Google Shape;8325;p17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6" name="Google Shape;8326;p17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7" name="Google Shape;8327;p17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8" name="Google Shape;8328;p17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9" name="Google Shape;8329;p17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0" name="Google Shape;8330;p17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1" name="Google Shape;8331;p17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2" name="Google Shape;8332;p17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3" name="Google Shape;8333;p17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4" name="Google Shape;8334;p17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5" name="Google Shape;8335;p17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6" name="Google Shape;8336;p17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37" name="Google Shape;8337;p17"/>
          <p:cNvGrpSpPr/>
          <p:nvPr/>
        </p:nvGrpSpPr>
        <p:grpSpPr>
          <a:xfrm flipH="1">
            <a:off x="4047182" y="540006"/>
            <a:ext cx="1049633" cy="523940"/>
            <a:chOff x="138482" y="584556"/>
            <a:chExt cx="1049633" cy="523940"/>
          </a:xfrm>
        </p:grpSpPr>
        <p:sp>
          <p:nvSpPr>
            <p:cNvPr id="8338" name="Google Shape;8338;p17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9" name="Google Shape;8339;p17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0" name="Google Shape;8340;p17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1" name="Google Shape;8341;p17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2" name="Google Shape;8342;p17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3" name="Google Shape;8343;p17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4" name="Google Shape;8344;p17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5" name="Google Shape;8345;p17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6" name="Google Shape;8346;p17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7" name="Google Shape;8347;p17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8" name="Google Shape;8348;p17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9" name="Google Shape;8349;p17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0" name="Google Shape;8350;p17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1" name="Google Shape;8351;p17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2" name="Google Shape;8352;p17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4_1">
    <p:spTree>
      <p:nvGrpSpPr>
        <p:cNvPr id="1" name="Shape 8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54" name="Google Shape;8354;p18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8355" name="Google Shape;8355;p18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8356" name="Google Shape;8356;p1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7" name="Google Shape;8357;p1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8" name="Google Shape;8358;p1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9" name="Google Shape;8359;p1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0" name="Google Shape;8360;p1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1" name="Google Shape;8361;p1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2" name="Google Shape;8362;p1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3" name="Google Shape;8363;p1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4" name="Google Shape;8364;p1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5" name="Google Shape;8365;p1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6" name="Google Shape;8366;p1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7" name="Google Shape;8367;p1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8" name="Google Shape;8368;p1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9" name="Google Shape;8369;p1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0" name="Google Shape;8370;p1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1" name="Google Shape;8371;p1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2" name="Google Shape;8372;p1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3" name="Google Shape;8373;p1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4" name="Google Shape;8374;p1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5" name="Google Shape;8375;p1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6" name="Google Shape;8376;p1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7" name="Google Shape;8377;p1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8" name="Google Shape;8378;p1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9" name="Google Shape;8379;p1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0" name="Google Shape;8380;p1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1" name="Google Shape;8381;p1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2" name="Google Shape;8382;p1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3" name="Google Shape;8383;p1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4" name="Google Shape;8384;p1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5" name="Google Shape;8385;p1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6" name="Google Shape;8386;p1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7" name="Google Shape;8387;p1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8" name="Google Shape;8388;p1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9" name="Google Shape;8389;p1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0" name="Google Shape;8390;p1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1" name="Google Shape;8391;p1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2" name="Google Shape;8392;p1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3" name="Google Shape;8393;p1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4" name="Google Shape;8394;p1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5" name="Google Shape;8395;p1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6" name="Google Shape;8396;p1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7" name="Google Shape;8397;p1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8" name="Google Shape;8398;p1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99" name="Google Shape;8399;p18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8400" name="Google Shape;8400;p1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1" name="Google Shape;8401;p1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2" name="Google Shape;8402;p1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3" name="Google Shape;8403;p1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4" name="Google Shape;8404;p1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5" name="Google Shape;8405;p1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6" name="Google Shape;8406;p1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7" name="Google Shape;8407;p1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8" name="Google Shape;8408;p1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9" name="Google Shape;8409;p1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0" name="Google Shape;8410;p1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1" name="Google Shape;8411;p1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2" name="Google Shape;8412;p1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3" name="Google Shape;8413;p1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4" name="Google Shape;8414;p1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5" name="Google Shape;8415;p1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6" name="Google Shape;8416;p1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7" name="Google Shape;8417;p1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8" name="Google Shape;8418;p1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9" name="Google Shape;8419;p1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0" name="Google Shape;8420;p1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1" name="Google Shape;8421;p1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2" name="Google Shape;8422;p1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3" name="Google Shape;8423;p1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4" name="Google Shape;8424;p1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5" name="Google Shape;8425;p1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6" name="Google Shape;8426;p1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7" name="Google Shape;8427;p1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8" name="Google Shape;8428;p1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9" name="Google Shape;8429;p1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0" name="Google Shape;8430;p1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1" name="Google Shape;8431;p1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2" name="Google Shape;8432;p1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3" name="Google Shape;8433;p1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4" name="Google Shape;8434;p1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5" name="Google Shape;8435;p1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6" name="Google Shape;8436;p1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7" name="Google Shape;8437;p1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8" name="Google Shape;8438;p1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9" name="Google Shape;8439;p1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0" name="Google Shape;8440;p1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1" name="Google Shape;8441;p1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2" name="Google Shape;8442;p1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43" name="Google Shape;8443;p18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8444" name="Google Shape;8444;p1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5" name="Google Shape;8445;p1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6" name="Google Shape;8446;p1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7" name="Google Shape;8447;p1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8" name="Google Shape;8448;p1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9" name="Google Shape;8449;p1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0" name="Google Shape;8450;p1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1" name="Google Shape;8451;p1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2" name="Google Shape;8452;p1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3" name="Google Shape;8453;p1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4" name="Google Shape;8454;p1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5" name="Google Shape;8455;p1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6" name="Google Shape;8456;p1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7" name="Google Shape;8457;p1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8" name="Google Shape;8458;p1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9" name="Google Shape;8459;p1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0" name="Google Shape;8460;p1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1" name="Google Shape;8461;p1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2" name="Google Shape;8462;p1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3" name="Google Shape;8463;p1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4" name="Google Shape;8464;p1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5" name="Google Shape;8465;p1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6" name="Google Shape;8466;p1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7" name="Google Shape;8467;p1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8" name="Google Shape;8468;p1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9" name="Google Shape;8469;p1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0" name="Google Shape;8470;p1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1" name="Google Shape;8471;p1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2" name="Google Shape;8472;p1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3" name="Google Shape;8473;p1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4" name="Google Shape;8474;p1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5" name="Google Shape;8475;p1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6" name="Google Shape;8476;p1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7" name="Google Shape;8477;p1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8" name="Google Shape;8478;p1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9" name="Google Shape;8479;p1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0" name="Google Shape;8480;p1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1" name="Google Shape;8481;p1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2" name="Google Shape;8482;p1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3" name="Google Shape;8483;p1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4" name="Google Shape;8484;p1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5" name="Google Shape;8485;p1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6" name="Google Shape;8486;p1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87" name="Google Shape;8487;p18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8488" name="Google Shape;8488;p1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9" name="Google Shape;8489;p1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0" name="Google Shape;8490;p1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1" name="Google Shape;8491;p1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2" name="Google Shape;8492;p1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3" name="Google Shape;8493;p1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4" name="Google Shape;8494;p1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5" name="Google Shape;8495;p1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6" name="Google Shape;8496;p1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7" name="Google Shape;8497;p1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8" name="Google Shape;8498;p1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9" name="Google Shape;8499;p1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0" name="Google Shape;8500;p1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1" name="Google Shape;8501;p1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2" name="Google Shape;8502;p1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3" name="Google Shape;8503;p1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4" name="Google Shape;8504;p1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5" name="Google Shape;8505;p1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6" name="Google Shape;8506;p1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7" name="Google Shape;8507;p1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8" name="Google Shape;8508;p1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9" name="Google Shape;8509;p1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0" name="Google Shape;8510;p1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1" name="Google Shape;8511;p1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2" name="Google Shape;8512;p1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3" name="Google Shape;8513;p1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4" name="Google Shape;8514;p1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5" name="Google Shape;8515;p1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6" name="Google Shape;8516;p1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7" name="Google Shape;8517;p1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8" name="Google Shape;8518;p1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9" name="Google Shape;8519;p1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0" name="Google Shape;8520;p1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1" name="Google Shape;8521;p1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2" name="Google Shape;8522;p1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3" name="Google Shape;8523;p1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4" name="Google Shape;8524;p1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5" name="Google Shape;8525;p1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6" name="Google Shape;8526;p1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7" name="Google Shape;8527;p1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8" name="Google Shape;8528;p1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9" name="Google Shape;8529;p1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0" name="Google Shape;8530;p1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31" name="Google Shape;8531;p18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8532" name="Google Shape;8532;p1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3" name="Google Shape;8533;p1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4" name="Google Shape;8534;p1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5" name="Google Shape;8535;p1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6" name="Google Shape;8536;p1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7" name="Google Shape;8537;p1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8" name="Google Shape;8538;p1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9" name="Google Shape;8539;p1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0" name="Google Shape;8540;p1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1" name="Google Shape;8541;p1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2" name="Google Shape;8542;p1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3" name="Google Shape;8543;p1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4" name="Google Shape;8544;p1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5" name="Google Shape;8545;p1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6" name="Google Shape;8546;p1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7" name="Google Shape;8547;p1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8" name="Google Shape;8548;p1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9" name="Google Shape;8549;p1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0" name="Google Shape;8550;p1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1" name="Google Shape;8551;p1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2" name="Google Shape;8552;p1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3" name="Google Shape;8553;p1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4" name="Google Shape;8554;p1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5" name="Google Shape;8555;p1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6" name="Google Shape;8556;p1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7" name="Google Shape;8557;p1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8" name="Google Shape;8558;p1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9" name="Google Shape;8559;p1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0" name="Google Shape;8560;p1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1" name="Google Shape;8561;p1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2" name="Google Shape;8562;p1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3" name="Google Shape;8563;p1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4" name="Google Shape;8564;p1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5" name="Google Shape;8565;p1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6" name="Google Shape;8566;p1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7" name="Google Shape;8567;p1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8" name="Google Shape;8568;p1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9" name="Google Shape;8569;p1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0" name="Google Shape;8570;p1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1" name="Google Shape;8571;p1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2" name="Google Shape;8572;p1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3" name="Google Shape;8573;p1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4" name="Google Shape;8574;p1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75" name="Google Shape;8575;p18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8576" name="Google Shape;8576;p1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7" name="Google Shape;8577;p1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8" name="Google Shape;8578;p1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9" name="Google Shape;8579;p1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0" name="Google Shape;8580;p1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1" name="Google Shape;8581;p1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2" name="Google Shape;8582;p1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3" name="Google Shape;8583;p1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4" name="Google Shape;8584;p1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5" name="Google Shape;8585;p1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6" name="Google Shape;8586;p1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7" name="Google Shape;8587;p1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8" name="Google Shape;8588;p1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9" name="Google Shape;8589;p1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0" name="Google Shape;8590;p1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1" name="Google Shape;8591;p1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2" name="Google Shape;8592;p1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3" name="Google Shape;8593;p1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4" name="Google Shape;8594;p1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5" name="Google Shape;8595;p1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6" name="Google Shape;8596;p1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7" name="Google Shape;8597;p1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8" name="Google Shape;8598;p1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9" name="Google Shape;8599;p1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0" name="Google Shape;8600;p1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1" name="Google Shape;8601;p1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2" name="Google Shape;8602;p1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3" name="Google Shape;8603;p1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4" name="Google Shape;8604;p1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5" name="Google Shape;8605;p1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6" name="Google Shape;8606;p1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7" name="Google Shape;8607;p1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8" name="Google Shape;8608;p1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9" name="Google Shape;8609;p1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0" name="Google Shape;8610;p1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1" name="Google Shape;8611;p1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2" name="Google Shape;8612;p1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3" name="Google Shape;8613;p1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4" name="Google Shape;8614;p1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5" name="Google Shape;8615;p1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6" name="Google Shape;8616;p1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7" name="Google Shape;8617;p1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8" name="Google Shape;8618;p1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19" name="Google Shape;8619;p18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8620" name="Google Shape;8620;p1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1" name="Google Shape;8621;p1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2" name="Google Shape;8622;p1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3" name="Google Shape;8623;p1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4" name="Google Shape;8624;p1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5" name="Google Shape;8625;p1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6" name="Google Shape;8626;p1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7" name="Google Shape;8627;p1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8" name="Google Shape;8628;p1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9" name="Google Shape;8629;p1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0" name="Google Shape;8630;p1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1" name="Google Shape;8631;p1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2" name="Google Shape;8632;p1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3" name="Google Shape;8633;p1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4" name="Google Shape;8634;p1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5" name="Google Shape;8635;p1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6" name="Google Shape;8636;p1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7" name="Google Shape;8637;p1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8" name="Google Shape;8638;p1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9" name="Google Shape;8639;p1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0" name="Google Shape;8640;p1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1" name="Google Shape;8641;p1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2" name="Google Shape;8642;p1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3" name="Google Shape;8643;p1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4" name="Google Shape;8644;p1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5" name="Google Shape;8645;p1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6" name="Google Shape;8646;p1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7" name="Google Shape;8647;p1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8" name="Google Shape;8648;p1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9" name="Google Shape;8649;p1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0" name="Google Shape;8650;p1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1" name="Google Shape;8651;p1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2" name="Google Shape;8652;p1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3" name="Google Shape;8653;p1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4" name="Google Shape;8654;p1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5" name="Google Shape;8655;p1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6" name="Google Shape;8656;p1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7" name="Google Shape;8657;p1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8" name="Google Shape;8658;p1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9" name="Google Shape;8659;p1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0" name="Google Shape;8660;p1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1" name="Google Shape;8661;p1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2" name="Google Shape;8662;p1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63" name="Google Shape;8663;p18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8664" name="Google Shape;8664;p1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5" name="Google Shape;8665;p1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6" name="Google Shape;8666;p1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7" name="Google Shape;8667;p1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8" name="Google Shape;8668;p1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9" name="Google Shape;8669;p1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0" name="Google Shape;8670;p1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1" name="Google Shape;8671;p1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2" name="Google Shape;8672;p1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3" name="Google Shape;8673;p1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4" name="Google Shape;8674;p1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5" name="Google Shape;8675;p1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6" name="Google Shape;8676;p1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7" name="Google Shape;8677;p1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8" name="Google Shape;8678;p1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9" name="Google Shape;8679;p1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0" name="Google Shape;8680;p1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1" name="Google Shape;8681;p1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2" name="Google Shape;8682;p1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3" name="Google Shape;8683;p1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4" name="Google Shape;8684;p1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5" name="Google Shape;8685;p1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6" name="Google Shape;8686;p1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7" name="Google Shape;8687;p1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8" name="Google Shape;8688;p1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9" name="Google Shape;8689;p1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0" name="Google Shape;8690;p1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1" name="Google Shape;8691;p1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2" name="Google Shape;8692;p1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3" name="Google Shape;8693;p1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4" name="Google Shape;8694;p1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5" name="Google Shape;8695;p1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6" name="Google Shape;8696;p1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7" name="Google Shape;8697;p1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8" name="Google Shape;8698;p1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9" name="Google Shape;8699;p1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0" name="Google Shape;8700;p1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1" name="Google Shape;8701;p1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2" name="Google Shape;8702;p1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3" name="Google Shape;8703;p1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4" name="Google Shape;8704;p1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5" name="Google Shape;8705;p1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6" name="Google Shape;8706;p1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07" name="Google Shape;8707;p18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8708" name="Google Shape;8708;p18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9" name="Google Shape;8709;p18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0" name="Google Shape;8710;p18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1" name="Google Shape;8711;p18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2" name="Google Shape;8712;p18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3" name="Google Shape;8713;p18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4" name="Google Shape;8714;p18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5" name="Google Shape;8715;p18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6" name="Google Shape;8716;p18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7" name="Google Shape;8717;p18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8" name="Google Shape;8718;p18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9" name="Google Shape;8719;p18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0" name="Google Shape;8720;p18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1" name="Google Shape;8721;p18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2" name="Google Shape;8722;p18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3" name="Google Shape;8723;p18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4" name="Google Shape;8724;p18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5" name="Google Shape;8725;p18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6" name="Google Shape;8726;p18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7" name="Google Shape;8727;p18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8" name="Google Shape;8728;p18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9" name="Google Shape;8729;p18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0" name="Google Shape;8730;p18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1" name="Google Shape;8731;p18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2" name="Google Shape;8732;p18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3" name="Google Shape;8733;p18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4" name="Google Shape;8734;p18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5" name="Google Shape;8735;p18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6" name="Google Shape;8736;p18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7" name="Google Shape;8737;p18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8" name="Google Shape;8738;p18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9" name="Google Shape;8739;p18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0" name="Google Shape;8740;p18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1" name="Google Shape;8741;p18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2" name="Google Shape;8742;p18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3" name="Google Shape;8743;p18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4" name="Google Shape;8744;p18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5" name="Google Shape;8745;p18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6" name="Google Shape;8746;p18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7" name="Google Shape;8747;p18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8" name="Google Shape;8748;p18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9" name="Google Shape;8749;p18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0" name="Google Shape;8750;p18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751" name="Google Shape;8751;p18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8752" name="Google Shape;8752;p18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8753" name="Google Shape;8753;p18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4" name="Google Shape;8754;p18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5" name="Google Shape;8755;p18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6" name="Google Shape;8756;p18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7" name="Google Shape;8757;p18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8" name="Google Shape;8758;p18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9" name="Google Shape;8759;p18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0" name="Google Shape;8760;p18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1" name="Google Shape;8761;p18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2" name="Google Shape;8762;p18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3" name="Google Shape;8763;p18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4" name="Google Shape;8764;p18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5" name="Google Shape;8765;p18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6" name="Google Shape;8766;p18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7" name="Google Shape;8767;p18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8" name="Google Shape;8768;p18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9" name="Google Shape;8769;p18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0" name="Google Shape;8770;p18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1" name="Google Shape;8771;p18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2" name="Google Shape;8772;p18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3" name="Google Shape;8773;p18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4" name="Google Shape;8774;p18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5" name="Google Shape;8775;p18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6" name="Google Shape;8776;p18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7" name="Google Shape;8777;p18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8" name="Google Shape;8778;p18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9" name="Google Shape;8779;p18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80" name="Google Shape;8780;p18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8781" name="Google Shape;8781;p18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2" name="Google Shape;8782;p18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3" name="Google Shape;8783;p18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4" name="Google Shape;8784;p18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5" name="Google Shape;8785;p18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6" name="Google Shape;8786;p18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7" name="Google Shape;8787;p18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8" name="Google Shape;8788;p18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9" name="Google Shape;8789;p18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0" name="Google Shape;8790;p18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1" name="Google Shape;8791;p18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2" name="Google Shape;8792;p18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3" name="Google Shape;8793;p18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4" name="Google Shape;8794;p18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5" name="Google Shape;8795;p18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6" name="Google Shape;8796;p18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7" name="Google Shape;8797;p18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8" name="Google Shape;8798;p18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9" name="Google Shape;8799;p18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0" name="Google Shape;8800;p18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1" name="Google Shape;8801;p18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2" name="Google Shape;8802;p18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3" name="Google Shape;8803;p18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4" name="Google Shape;8804;p18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5" name="Google Shape;8805;p18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6" name="Google Shape;8806;p18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7" name="Google Shape;8807;p18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08" name="Google Shape;8808;p18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8809" name="Google Shape;8809;p18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0" name="Google Shape;8810;p18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1" name="Google Shape;8811;p18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2" name="Google Shape;8812;p18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3" name="Google Shape;8813;p18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4" name="Google Shape;8814;p18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5" name="Google Shape;8815;p18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6" name="Google Shape;8816;p18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7" name="Google Shape;8817;p18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8" name="Google Shape;8818;p18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9" name="Google Shape;8819;p18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0" name="Google Shape;8820;p18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1" name="Google Shape;8821;p18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2" name="Google Shape;8822;p18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3" name="Google Shape;8823;p18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4" name="Google Shape;8824;p18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5" name="Google Shape;8825;p18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6" name="Google Shape;8826;p18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7" name="Google Shape;8827;p18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8" name="Google Shape;8828;p18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9" name="Google Shape;8829;p18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0" name="Google Shape;8830;p18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1" name="Google Shape;8831;p18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2" name="Google Shape;8832;p18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3" name="Google Shape;8833;p18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4" name="Google Shape;8834;p18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5" name="Google Shape;8835;p18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836" name="Google Shape;8836;p18"/>
          <p:cNvSpPr txBox="1">
            <a:spLocks noGrp="1"/>
          </p:cNvSpPr>
          <p:nvPr>
            <p:ph type="title"/>
          </p:nvPr>
        </p:nvSpPr>
        <p:spPr>
          <a:xfrm>
            <a:off x="3532200" y="2751613"/>
            <a:ext cx="4891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837" name="Google Shape;8837;p18"/>
          <p:cNvSpPr txBox="1">
            <a:spLocks noGrp="1"/>
          </p:cNvSpPr>
          <p:nvPr>
            <p:ph type="subTitle" idx="1"/>
          </p:nvPr>
        </p:nvSpPr>
        <p:spPr>
          <a:xfrm>
            <a:off x="3716550" y="3500100"/>
            <a:ext cx="4707300" cy="46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838" name="Google Shape;8838;p18"/>
          <p:cNvSpPr txBox="1">
            <a:spLocks noGrp="1"/>
          </p:cNvSpPr>
          <p:nvPr>
            <p:ph type="title" idx="2" hasCustomPrompt="1"/>
          </p:nvPr>
        </p:nvSpPr>
        <p:spPr>
          <a:xfrm>
            <a:off x="6955575" y="1355863"/>
            <a:ext cx="1624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36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grpSp>
        <p:nvGrpSpPr>
          <p:cNvPr id="8839" name="Google Shape;8839;p18"/>
          <p:cNvGrpSpPr/>
          <p:nvPr/>
        </p:nvGrpSpPr>
        <p:grpSpPr>
          <a:xfrm>
            <a:off x="720288" y="3854987"/>
            <a:ext cx="748469" cy="748491"/>
            <a:chOff x="3296450" y="2545375"/>
            <a:chExt cx="212025" cy="212025"/>
          </a:xfrm>
        </p:grpSpPr>
        <p:sp>
          <p:nvSpPr>
            <p:cNvPr id="8840" name="Google Shape;8840;p18"/>
            <p:cNvSpPr/>
            <p:nvPr/>
          </p:nvSpPr>
          <p:spPr>
            <a:xfrm>
              <a:off x="3417550" y="2545375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0" y="0"/>
                  </a:moveTo>
                  <a:lnTo>
                    <a:pt x="0" y="1207"/>
                  </a:lnTo>
                  <a:lnTo>
                    <a:pt x="1207" y="1207"/>
                  </a:lnTo>
                  <a:lnTo>
                    <a:pt x="12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1" name="Google Shape;8841;p18"/>
            <p:cNvSpPr/>
            <p:nvPr/>
          </p:nvSpPr>
          <p:spPr>
            <a:xfrm>
              <a:off x="3386975" y="2575550"/>
              <a:ext cx="30600" cy="30575"/>
            </a:xfrm>
            <a:custGeom>
              <a:avLst/>
              <a:gdLst/>
              <a:ahLst/>
              <a:cxnLst/>
              <a:rect l="l" t="t" r="r" b="b"/>
              <a:pathLst>
                <a:path w="1224" h="1223" extrusionOk="0">
                  <a:moveTo>
                    <a:pt x="1" y="0"/>
                  </a:moveTo>
                  <a:lnTo>
                    <a:pt x="1" y="1223"/>
                  </a:lnTo>
                  <a:lnTo>
                    <a:pt x="1223" y="1223"/>
                  </a:lnTo>
                  <a:lnTo>
                    <a:pt x="12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2" name="Google Shape;8842;p18"/>
            <p:cNvSpPr/>
            <p:nvPr/>
          </p:nvSpPr>
          <p:spPr>
            <a:xfrm>
              <a:off x="3296450" y="260610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08" y="1208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C5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3" name="Google Shape;8843;p18"/>
            <p:cNvSpPr/>
            <p:nvPr/>
          </p:nvSpPr>
          <p:spPr>
            <a:xfrm>
              <a:off x="3326625" y="260610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08" y="1208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C5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4" name="Google Shape;8844;p18"/>
            <p:cNvSpPr/>
            <p:nvPr/>
          </p:nvSpPr>
          <p:spPr>
            <a:xfrm>
              <a:off x="3356800" y="260610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08" y="1208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5" name="Google Shape;8845;p18"/>
            <p:cNvSpPr/>
            <p:nvPr/>
          </p:nvSpPr>
          <p:spPr>
            <a:xfrm>
              <a:off x="3386975" y="2606100"/>
              <a:ext cx="30600" cy="30200"/>
            </a:xfrm>
            <a:custGeom>
              <a:avLst/>
              <a:gdLst/>
              <a:ahLst/>
              <a:cxnLst/>
              <a:rect l="l" t="t" r="r" b="b"/>
              <a:pathLst>
                <a:path w="1224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23" y="1208"/>
                  </a:lnTo>
                  <a:lnTo>
                    <a:pt x="1223" y="1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6" name="Google Shape;8846;p18"/>
            <p:cNvSpPr/>
            <p:nvPr/>
          </p:nvSpPr>
          <p:spPr>
            <a:xfrm>
              <a:off x="3417550" y="260610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0" y="1"/>
                  </a:moveTo>
                  <a:lnTo>
                    <a:pt x="0" y="1208"/>
                  </a:lnTo>
                  <a:lnTo>
                    <a:pt x="1207" y="1208"/>
                  </a:lnTo>
                  <a:lnTo>
                    <a:pt x="1207" y="1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7" name="Google Shape;8847;p18"/>
            <p:cNvSpPr/>
            <p:nvPr/>
          </p:nvSpPr>
          <p:spPr>
            <a:xfrm>
              <a:off x="3447725" y="260610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0" y="1"/>
                  </a:moveTo>
                  <a:lnTo>
                    <a:pt x="0" y="1208"/>
                  </a:lnTo>
                  <a:lnTo>
                    <a:pt x="1207" y="1208"/>
                  </a:lnTo>
                  <a:lnTo>
                    <a:pt x="1207" y="1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8" name="Google Shape;8848;p18"/>
            <p:cNvSpPr/>
            <p:nvPr/>
          </p:nvSpPr>
          <p:spPr>
            <a:xfrm>
              <a:off x="3296450" y="2636275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08" y="1208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9" name="Google Shape;8849;p18"/>
            <p:cNvSpPr/>
            <p:nvPr/>
          </p:nvSpPr>
          <p:spPr>
            <a:xfrm>
              <a:off x="3326625" y="2636275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08" y="1208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B036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0" name="Google Shape;8850;p18"/>
            <p:cNvSpPr/>
            <p:nvPr/>
          </p:nvSpPr>
          <p:spPr>
            <a:xfrm>
              <a:off x="3356800" y="2636275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08" y="1208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1" name="Google Shape;8851;p18"/>
            <p:cNvSpPr/>
            <p:nvPr/>
          </p:nvSpPr>
          <p:spPr>
            <a:xfrm>
              <a:off x="3386975" y="2636275"/>
              <a:ext cx="30600" cy="30200"/>
            </a:xfrm>
            <a:custGeom>
              <a:avLst/>
              <a:gdLst/>
              <a:ahLst/>
              <a:cxnLst/>
              <a:rect l="l" t="t" r="r" b="b"/>
              <a:pathLst>
                <a:path w="1224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23" y="1208"/>
                  </a:lnTo>
                  <a:lnTo>
                    <a:pt x="1223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2" name="Google Shape;8852;p18"/>
            <p:cNvSpPr/>
            <p:nvPr/>
          </p:nvSpPr>
          <p:spPr>
            <a:xfrm>
              <a:off x="3417550" y="2636275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0" y="1"/>
                  </a:moveTo>
                  <a:lnTo>
                    <a:pt x="0" y="1208"/>
                  </a:lnTo>
                  <a:lnTo>
                    <a:pt x="1207" y="1208"/>
                  </a:lnTo>
                  <a:lnTo>
                    <a:pt x="1207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3" name="Google Shape;8853;p18"/>
            <p:cNvSpPr/>
            <p:nvPr/>
          </p:nvSpPr>
          <p:spPr>
            <a:xfrm>
              <a:off x="3447725" y="2636275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0" y="1"/>
                  </a:moveTo>
                  <a:lnTo>
                    <a:pt x="0" y="1208"/>
                  </a:lnTo>
                  <a:lnTo>
                    <a:pt x="1207" y="1208"/>
                  </a:lnTo>
                  <a:lnTo>
                    <a:pt x="1207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4" name="Google Shape;8854;p18"/>
            <p:cNvSpPr/>
            <p:nvPr/>
          </p:nvSpPr>
          <p:spPr>
            <a:xfrm>
              <a:off x="3296450" y="266645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08" y="1208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C5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5" name="Google Shape;8855;p18"/>
            <p:cNvSpPr/>
            <p:nvPr/>
          </p:nvSpPr>
          <p:spPr>
            <a:xfrm>
              <a:off x="3326625" y="266645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08" y="1208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6" name="Google Shape;8856;p18"/>
            <p:cNvSpPr/>
            <p:nvPr/>
          </p:nvSpPr>
          <p:spPr>
            <a:xfrm>
              <a:off x="3356800" y="266645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08" y="1208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7" name="Google Shape;8857;p18"/>
            <p:cNvSpPr/>
            <p:nvPr/>
          </p:nvSpPr>
          <p:spPr>
            <a:xfrm>
              <a:off x="3386975" y="2666450"/>
              <a:ext cx="30600" cy="30200"/>
            </a:xfrm>
            <a:custGeom>
              <a:avLst/>
              <a:gdLst/>
              <a:ahLst/>
              <a:cxnLst/>
              <a:rect l="l" t="t" r="r" b="b"/>
              <a:pathLst>
                <a:path w="1224" h="1208" extrusionOk="0">
                  <a:moveTo>
                    <a:pt x="1" y="1"/>
                  </a:moveTo>
                  <a:lnTo>
                    <a:pt x="1" y="1208"/>
                  </a:lnTo>
                  <a:lnTo>
                    <a:pt x="1223" y="1208"/>
                  </a:lnTo>
                  <a:lnTo>
                    <a:pt x="1223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8" name="Google Shape;8858;p18"/>
            <p:cNvSpPr/>
            <p:nvPr/>
          </p:nvSpPr>
          <p:spPr>
            <a:xfrm>
              <a:off x="3417550" y="266645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0" y="1"/>
                  </a:moveTo>
                  <a:lnTo>
                    <a:pt x="0" y="1208"/>
                  </a:lnTo>
                  <a:lnTo>
                    <a:pt x="1207" y="1208"/>
                  </a:lnTo>
                  <a:lnTo>
                    <a:pt x="1207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9" name="Google Shape;8859;p18"/>
            <p:cNvSpPr/>
            <p:nvPr/>
          </p:nvSpPr>
          <p:spPr>
            <a:xfrm>
              <a:off x="3447725" y="266645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0" y="1"/>
                  </a:moveTo>
                  <a:lnTo>
                    <a:pt x="0" y="1208"/>
                  </a:lnTo>
                  <a:lnTo>
                    <a:pt x="1207" y="1208"/>
                  </a:lnTo>
                  <a:lnTo>
                    <a:pt x="1207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0" name="Google Shape;8860;p18"/>
            <p:cNvSpPr/>
            <p:nvPr/>
          </p:nvSpPr>
          <p:spPr>
            <a:xfrm>
              <a:off x="3296450" y="2696625"/>
              <a:ext cx="30200" cy="30600"/>
            </a:xfrm>
            <a:custGeom>
              <a:avLst/>
              <a:gdLst/>
              <a:ahLst/>
              <a:cxnLst/>
              <a:rect l="l" t="t" r="r" b="b"/>
              <a:pathLst>
                <a:path w="1208" h="1224" extrusionOk="0">
                  <a:moveTo>
                    <a:pt x="1" y="1"/>
                  </a:moveTo>
                  <a:lnTo>
                    <a:pt x="1" y="1223"/>
                  </a:lnTo>
                  <a:lnTo>
                    <a:pt x="1208" y="1223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1" name="Google Shape;8861;p18"/>
            <p:cNvSpPr/>
            <p:nvPr/>
          </p:nvSpPr>
          <p:spPr>
            <a:xfrm>
              <a:off x="3326625" y="2696625"/>
              <a:ext cx="30200" cy="30600"/>
            </a:xfrm>
            <a:custGeom>
              <a:avLst/>
              <a:gdLst/>
              <a:ahLst/>
              <a:cxnLst/>
              <a:rect l="l" t="t" r="r" b="b"/>
              <a:pathLst>
                <a:path w="1208" h="1224" extrusionOk="0">
                  <a:moveTo>
                    <a:pt x="1" y="1"/>
                  </a:moveTo>
                  <a:lnTo>
                    <a:pt x="1" y="1223"/>
                  </a:lnTo>
                  <a:lnTo>
                    <a:pt x="1208" y="1223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C5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2" name="Google Shape;8862;p18"/>
            <p:cNvSpPr/>
            <p:nvPr/>
          </p:nvSpPr>
          <p:spPr>
            <a:xfrm>
              <a:off x="3356800" y="2696625"/>
              <a:ext cx="30200" cy="30600"/>
            </a:xfrm>
            <a:custGeom>
              <a:avLst/>
              <a:gdLst/>
              <a:ahLst/>
              <a:cxnLst/>
              <a:rect l="l" t="t" r="r" b="b"/>
              <a:pathLst>
                <a:path w="1208" h="1224" extrusionOk="0">
                  <a:moveTo>
                    <a:pt x="1" y="1"/>
                  </a:moveTo>
                  <a:lnTo>
                    <a:pt x="1" y="1223"/>
                  </a:lnTo>
                  <a:lnTo>
                    <a:pt x="1208" y="1223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3" name="Google Shape;8863;p18"/>
            <p:cNvSpPr/>
            <p:nvPr/>
          </p:nvSpPr>
          <p:spPr>
            <a:xfrm>
              <a:off x="3386975" y="2696625"/>
              <a:ext cx="30600" cy="30600"/>
            </a:xfrm>
            <a:custGeom>
              <a:avLst/>
              <a:gdLst/>
              <a:ahLst/>
              <a:cxnLst/>
              <a:rect l="l" t="t" r="r" b="b"/>
              <a:pathLst>
                <a:path w="1224" h="1224" extrusionOk="0">
                  <a:moveTo>
                    <a:pt x="1" y="1"/>
                  </a:moveTo>
                  <a:lnTo>
                    <a:pt x="1" y="1223"/>
                  </a:lnTo>
                  <a:lnTo>
                    <a:pt x="1223" y="1223"/>
                  </a:lnTo>
                  <a:lnTo>
                    <a:pt x="1223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4" name="Google Shape;8864;p18"/>
            <p:cNvSpPr/>
            <p:nvPr/>
          </p:nvSpPr>
          <p:spPr>
            <a:xfrm>
              <a:off x="3417550" y="2696625"/>
              <a:ext cx="30200" cy="30600"/>
            </a:xfrm>
            <a:custGeom>
              <a:avLst/>
              <a:gdLst/>
              <a:ahLst/>
              <a:cxnLst/>
              <a:rect l="l" t="t" r="r" b="b"/>
              <a:pathLst>
                <a:path w="1208" h="1224" extrusionOk="0">
                  <a:moveTo>
                    <a:pt x="0" y="1"/>
                  </a:moveTo>
                  <a:lnTo>
                    <a:pt x="0" y="1223"/>
                  </a:lnTo>
                  <a:lnTo>
                    <a:pt x="1207" y="1223"/>
                  </a:lnTo>
                  <a:lnTo>
                    <a:pt x="1207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5" name="Google Shape;8865;p18"/>
            <p:cNvSpPr/>
            <p:nvPr/>
          </p:nvSpPr>
          <p:spPr>
            <a:xfrm>
              <a:off x="3447725" y="2696625"/>
              <a:ext cx="30200" cy="30600"/>
            </a:xfrm>
            <a:custGeom>
              <a:avLst/>
              <a:gdLst/>
              <a:ahLst/>
              <a:cxnLst/>
              <a:rect l="l" t="t" r="r" b="b"/>
              <a:pathLst>
                <a:path w="1208" h="1224" extrusionOk="0">
                  <a:moveTo>
                    <a:pt x="0" y="1"/>
                  </a:moveTo>
                  <a:lnTo>
                    <a:pt x="0" y="1223"/>
                  </a:lnTo>
                  <a:lnTo>
                    <a:pt x="1207" y="1223"/>
                  </a:lnTo>
                  <a:lnTo>
                    <a:pt x="1207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6" name="Google Shape;8866;p18"/>
            <p:cNvSpPr/>
            <p:nvPr/>
          </p:nvSpPr>
          <p:spPr>
            <a:xfrm>
              <a:off x="3326625" y="272720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0"/>
                  </a:moveTo>
                  <a:lnTo>
                    <a:pt x="1" y="1207"/>
                  </a:lnTo>
                  <a:lnTo>
                    <a:pt x="1208" y="1207"/>
                  </a:lnTo>
                  <a:lnTo>
                    <a:pt x="1208" y="0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7" name="Google Shape;8867;p18"/>
            <p:cNvSpPr/>
            <p:nvPr/>
          </p:nvSpPr>
          <p:spPr>
            <a:xfrm>
              <a:off x="3356800" y="272720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1" y="0"/>
                  </a:moveTo>
                  <a:lnTo>
                    <a:pt x="1" y="1207"/>
                  </a:lnTo>
                  <a:lnTo>
                    <a:pt x="1208" y="1207"/>
                  </a:lnTo>
                  <a:lnTo>
                    <a:pt x="120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8" name="Google Shape;8868;p18"/>
            <p:cNvSpPr/>
            <p:nvPr/>
          </p:nvSpPr>
          <p:spPr>
            <a:xfrm>
              <a:off x="3386975" y="2727200"/>
              <a:ext cx="30600" cy="30200"/>
            </a:xfrm>
            <a:custGeom>
              <a:avLst/>
              <a:gdLst/>
              <a:ahLst/>
              <a:cxnLst/>
              <a:rect l="l" t="t" r="r" b="b"/>
              <a:pathLst>
                <a:path w="1224" h="1208" extrusionOk="0">
                  <a:moveTo>
                    <a:pt x="1" y="0"/>
                  </a:moveTo>
                  <a:lnTo>
                    <a:pt x="1" y="1207"/>
                  </a:lnTo>
                  <a:lnTo>
                    <a:pt x="1223" y="1207"/>
                  </a:lnTo>
                  <a:lnTo>
                    <a:pt x="12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9" name="Google Shape;8869;p18"/>
            <p:cNvSpPr/>
            <p:nvPr/>
          </p:nvSpPr>
          <p:spPr>
            <a:xfrm>
              <a:off x="3417550" y="272720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0" y="0"/>
                  </a:moveTo>
                  <a:lnTo>
                    <a:pt x="0" y="1207"/>
                  </a:lnTo>
                  <a:lnTo>
                    <a:pt x="1207" y="1207"/>
                  </a:lnTo>
                  <a:lnTo>
                    <a:pt x="12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0" name="Google Shape;8870;p18"/>
            <p:cNvSpPr/>
            <p:nvPr/>
          </p:nvSpPr>
          <p:spPr>
            <a:xfrm>
              <a:off x="3447725" y="2727200"/>
              <a:ext cx="30200" cy="30200"/>
            </a:xfrm>
            <a:custGeom>
              <a:avLst/>
              <a:gdLst/>
              <a:ahLst/>
              <a:cxnLst/>
              <a:rect l="l" t="t" r="r" b="b"/>
              <a:pathLst>
                <a:path w="1208" h="1208" extrusionOk="0">
                  <a:moveTo>
                    <a:pt x="0" y="0"/>
                  </a:moveTo>
                  <a:lnTo>
                    <a:pt x="0" y="1207"/>
                  </a:lnTo>
                  <a:lnTo>
                    <a:pt x="1207" y="1207"/>
                  </a:lnTo>
                  <a:lnTo>
                    <a:pt x="12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1" name="Google Shape;8871;p18"/>
            <p:cNvSpPr/>
            <p:nvPr/>
          </p:nvSpPr>
          <p:spPr>
            <a:xfrm>
              <a:off x="3477900" y="2606100"/>
              <a:ext cx="30575" cy="30200"/>
            </a:xfrm>
            <a:custGeom>
              <a:avLst/>
              <a:gdLst/>
              <a:ahLst/>
              <a:cxnLst/>
              <a:rect l="l" t="t" r="r" b="b"/>
              <a:pathLst>
                <a:path w="1223" h="1208" extrusionOk="0">
                  <a:moveTo>
                    <a:pt x="0" y="1"/>
                  </a:moveTo>
                  <a:lnTo>
                    <a:pt x="0" y="1208"/>
                  </a:lnTo>
                  <a:lnTo>
                    <a:pt x="1223" y="1208"/>
                  </a:lnTo>
                  <a:lnTo>
                    <a:pt x="1223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2" name="Google Shape;8872;p18"/>
            <p:cNvSpPr/>
            <p:nvPr/>
          </p:nvSpPr>
          <p:spPr>
            <a:xfrm>
              <a:off x="3477900" y="2636275"/>
              <a:ext cx="30575" cy="30200"/>
            </a:xfrm>
            <a:custGeom>
              <a:avLst/>
              <a:gdLst/>
              <a:ahLst/>
              <a:cxnLst/>
              <a:rect l="l" t="t" r="r" b="b"/>
              <a:pathLst>
                <a:path w="1223" h="1208" extrusionOk="0">
                  <a:moveTo>
                    <a:pt x="0" y="1"/>
                  </a:moveTo>
                  <a:lnTo>
                    <a:pt x="0" y="1208"/>
                  </a:lnTo>
                  <a:lnTo>
                    <a:pt x="1223" y="1208"/>
                  </a:lnTo>
                  <a:lnTo>
                    <a:pt x="1223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3" name="Google Shape;8873;p18"/>
            <p:cNvSpPr/>
            <p:nvPr/>
          </p:nvSpPr>
          <p:spPr>
            <a:xfrm>
              <a:off x="3477900" y="2666450"/>
              <a:ext cx="30575" cy="30200"/>
            </a:xfrm>
            <a:custGeom>
              <a:avLst/>
              <a:gdLst/>
              <a:ahLst/>
              <a:cxnLst/>
              <a:rect l="l" t="t" r="r" b="b"/>
              <a:pathLst>
                <a:path w="1223" h="1208" extrusionOk="0">
                  <a:moveTo>
                    <a:pt x="0" y="1"/>
                  </a:moveTo>
                  <a:lnTo>
                    <a:pt x="0" y="1208"/>
                  </a:lnTo>
                  <a:lnTo>
                    <a:pt x="1223" y="1208"/>
                  </a:lnTo>
                  <a:lnTo>
                    <a:pt x="1223" y="1"/>
                  </a:lnTo>
                  <a:close/>
                </a:path>
              </a:pathLst>
            </a:custGeom>
            <a:solidFill>
              <a:srgbClr val="B7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4" name="Google Shape;8874;p18"/>
            <p:cNvSpPr/>
            <p:nvPr/>
          </p:nvSpPr>
          <p:spPr>
            <a:xfrm>
              <a:off x="3477900" y="2696625"/>
              <a:ext cx="30575" cy="30600"/>
            </a:xfrm>
            <a:custGeom>
              <a:avLst/>
              <a:gdLst/>
              <a:ahLst/>
              <a:cxnLst/>
              <a:rect l="l" t="t" r="r" b="b"/>
              <a:pathLst>
                <a:path w="1223" h="1224" extrusionOk="0">
                  <a:moveTo>
                    <a:pt x="0" y="1"/>
                  </a:moveTo>
                  <a:lnTo>
                    <a:pt x="0" y="1223"/>
                  </a:lnTo>
                  <a:lnTo>
                    <a:pt x="1223" y="1223"/>
                  </a:lnTo>
                  <a:lnTo>
                    <a:pt x="122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75" name="Google Shape;8875;p18"/>
          <p:cNvGrpSpPr/>
          <p:nvPr/>
        </p:nvGrpSpPr>
        <p:grpSpPr>
          <a:xfrm rot="10800000">
            <a:off x="2176911" y="2788893"/>
            <a:ext cx="698971" cy="1814615"/>
            <a:chOff x="5283950" y="3156675"/>
            <a:chExt cx="141900" cy="368375"/>
          </a:xfrm>
        </p:grpSpPr>
        <p:sp>
          <p:nvSpPr>
            <p:cNvPr id="8876" name="Google Shape;8876;p18"/>
            <p:cNvSpPr/>
            <p:nvPr/>
          </p:nvSpPr>
          <p:spPr>
            <a:xfrm>
              <a:off x="5369000" y="3156675"/>
              <a:ext cx="28225" cy="28225"/>
            </a:xfrm>
            <a:custGeom>
              <a:avLst/>
              <a:gdLst/>
              <a:ahLst/>
              <a:cxnLst/>
              <a:rect l="l" t="t" r="r" b="b"/>
              <a:pathLst>
                <a:path w="1129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1129" y="1129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7" name="Google Shape;8877;p18"/>
            <p:cNvSpPr/>
            <p:nvPr/>
          </p:nvSpPr>
          <p:spPr>
            <a:xfrm>
              <a:off x="5340775" y="3156675"/>
              <a:ext cx="28250" cy="28225"/>
            </a:xfrm>
            <a:custGeom>
              <a:avLst/>
              <a:gdLst/>
              <a:ahLst/>
              <a:cxnLst/>
              <a:rect l="l" t="t" r="r" b="b"/>
              <a:pathLst>
                <a:path w="1130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29" y="1129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8" name="Google Shape;8878;p18"/>
            <p:cNvSpPr/>
            <p:nvPr/>
          </p:nvSpPr>
          <p:spPr>
            <a:xfrm>
              <a:off x="5312175" y="3156675"/>
              <a:ext cx="28625" cy="28225"/>
            </a:xfrm>
            <a:custGeom>
              <a:avLst/>
              <a:gdLst/>
              <a:ahLst/>
              <a:cxnLst/>
              <a:rect l="l" t="t" r="r" b="b"/>
              <a:pathLst>
                <a:path w="1145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45" y="1129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9" name="Google Shape;8879;p18"/>
            <p:cNvSpPr/>
            <p:nvPr/>
          </p:nvSpPr>
          <p:spPr>
            <a:xfrm>
              <a:off x="5369000" y="3184875"/>
              <a:ext cx="28225" cy="28650"/>
            </a:xfrm>
            <a:custGeom>
              <a:avLst/>
              <a:gdLst/>
              <a:ahLst/>
              <a:cxnLst/>
              <a:rect l="l" t="t" r="r" b="b"/>
              <a:pathLst>
                <a:path w="1129" h="1146" extrusionOk="0">
                  <a:moveTo>
                    <a:pt x="0" y="1"/>
                  </a:moveTo>
                  <a:lnTo>
                    <a:pt x="0" y="1145"/>
                  </a:lnTo>
                  <a:lnTo>
                    <a:pt x="1129" y="1145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0" name="Google Shape;8880;p18"/>
            <p:cNvSpPr/>
            <p:nvPr/>
          </p:nvSpPr>
          <p:spPr>
            <a:xfrm>
              <a:off x="5340775" y="3184875"/>
              <a:ext cx="28250" cy="28650"/>
            </a:xfrm>
            <a:custGeom>
              <a:avLst/>
              <a:gdLst/>
              <a:ahLst/>
              <a:cxnLst/>
              <a:rect l="l" t="t" r="r" b="b"/>
              <a:pathLst>
                <a:path w="1130" h="1146" extrusionOk="0">
                  <a:moveTo>
                    <a:pt x="1" y="1"/>
                  </a:moveTo>
                  <a:lnTo>
                    <a:pt x="1" y="1145"/>
                  </a:lnTo>
                  <a:lnTo>
                    <a:pt x="1129" y="1145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1" name="Google Shape;8881;p18"/>
            <p:cNvSpPr/>
            <p:nvPr/>
          </p:nvSpPr>
          <p:spPr>
            <a:xfrm>
              <a:off x="5312175" y="3184875"/>
              <a:ext cx="28625" cy="28650"/>
            </a:xfrm>
            <a:custGeom>
              <a:avLst/>
              <a:gdLst/>
              <a:ahLst/>
              <a:cxnLst/>
              <a:rect l="l" t="t" r="r" b="b"/>
              <a:pathLst>
                <a:path w="1145" h="1146" extrusionOk="0">
                  <a:moveTo>
                    <a:pt x="1" y="1"/>
                  </a:moveTo>
                  <a:lnTo>
                    <a:pt x="1" y="1145"/>
                  </a:lnTo>
                  <a:lnTo>
                    <a:pt x="1145" y="1145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2" name="Google Shape;8882;p18"/>
            <p:cNvSpPr/>
            <p:nvPr/>
          </p:nvSpPr>
          <p:spPr>
            <a:xfrm>
              <a:off x="5369000" y="3213500"/>
              <a:ext cx="28225" cy="28225"/>
            </a:xfrm>
            <a:custGeom>
              <a:avLst/>
              <a:gdLst/>
              <a:ahLst/>
              <a:cxnLst/>
              <a:rect l="l" t="t" r="r" b="b"/>
              <a:pathLst>
                <a:path w="1129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1129" y="1129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3" name="Google Shape;8883;p18"/>
            <p:cNvSpPr/>
            <p:nvPr/>
          </p:nvSpPr>
          <p:spPr>
            <a:xfrm>
              <a:off x="5340775" y="3213500"/>
              <a:ext cx="28250" cy="28225"/>
            </a:xfrm>
            <a:custGeom>
              <a:avLst/>
              <a:gdLst/>
              <a:ahLst/>
              <a:cxnLst/>
              <a:rect l="l" t="t" r="r" b="b"/>
              <a:pathLst>
                <a:path w="1130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29" y="1129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4" name="Google Shape;8884;p18"/>
            <p:cNvSpPr/>
            <p:nvPr/>
          </p:nvSpPr>
          <p:spPr>
            <a:xfrm>
              <a:off x="5312175" y="3213500"/>
              <a:ext cx="28625" cy="28225"/>
            </a:xfrm>
            <a:custGeom>
              <a:avLst/>
              <a:gdLst/>
              <a:ahLst/>
              <a:cxnLst/>
              <a:rect l="l" t="t" r="r" b="b"/>
              <a:pathLst>
                <a:path w="1145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45" y="1129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5" name="Google Shape;8885;p18"/>
            <p:cNvSpPr/>
            <p:nvPr/>
          </p:nvSpPr>
          <p:spPr>
            <a:xfrm>
              <a:off x="5369000" y="3241700"/>
              <a:ext cx="28225" cy="28250"/>
            </a:xfrm>
            <a:custGeom>
              <a:avLst/>
              <a:gdLst/>
              <a:ahLst/>
              <a:cxnLst/>
              <a:rect l="l" t="t" r="r" b="b"/>
              <a:pathLst>
                <a:path w="1129" h="1130" extrusionOk="0">
                  <a:moveTo>
                    <a:pt x="0" y="1"/>
                  </a:moveTo>
                  <a:lnTo>
                    <a:pt x="0" y="1129"/>
                  </a:lnTo>
                  <a:lnTo>
                    <a:pt x="1129" y="1129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6" name="Google Shape;8886;p18"/>
            <p:cNvSpPr/>
            <p:nvPr/>
          </p:nvSpPr>
          <p:spPr>
            <a:xfrm>
              <a:off x="5340775" y="324170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1" y="1"/>
                  </a:moveTo>
                  <a:lnTo>
                    <a:pt x="1" y="1129"/>
                  </a:lnTo>
                  <a:lnTo>
                    <a:pt x="1129" y="1129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7" name="Google Shape;8887;p18"/>
            <p:cNvSpPr/>
            <p:nvPr/>
          </p:nvSpPr>
          <p:spPr>
            <a:xfrm>
              <a:off x="5312175" y="3241700"/>
              <a:ext cx="28625" cy="28250"/>
            </a:xfrm>
            <a:custGeom>
              <a:avLst/>
              <a:gdLst/>
              <a:ahLst/>
              <a:cxnLst/>
              <a:rect l="l" t="t" r="r" b="b"/>
              <a:pathLst>
                <a:path w="1145" h="1130" extrusionOk="0">
                  <a:moveTo>
                    <a:pt x="1" y="1"/>
                  </a:moveTo>
                  <a:lnTo>
                    <a:pt x="1" y="1129"/>
                  </a:lnTo>
                  <a:lnTo>
                    <a:pt x="1145" y="1129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8" name="Google Shape;8888;p18"/>
            <p:cNvSpPr/>
            <p:nvPr/>
          </p:nvSpPr>
          <p:spPr>
            <a:xfrm>
              <a:off x="5369000" y="3269925"/>
              <a:ext cx="28225" cy="28225"/>
            </a:xfrm>
            <a:custGeom>
              <a:avLst/>
              <a:gdLst/>
              <a:ahLst/>
              <a:cxnLst/>
              <a:rect l="l" t="t" r="r" b="b"/>
              <a:pathLst>
                <a:path w="1129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1129" y="1129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9" name="Google Shape;8889;p18"/>
            <p:cNvSpPr/>
            <p:nvPr/>
          </p:nvSpPr>
          <p:spPr>
            <a:xfrm>
              <a:off x="5340775" y="3269925"/>
              <a:ext cx="28250" cy="28225"/>
            </a:xfrm>
            <a:custGeom>
              <a:avLst/>
              <a:gdLst/>
              <a:ahLst/>
              <a:cxnLst/>
              <a:rect l="l" t="t" r="r" b="b"/>
              <a:pathLst>
                <a:path w="1130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29" y="1129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0" name="Google Shape;8890;p18"/>
            <p:cNvSpPr/>
            <p:nvPr/>
          </p:nvSpPr>
          <p:spPr>
            <a:xfrm>
              <a:off x="5312175" y="3269925"/>
              <a:ext cx="28625" cy="28225"/>
            </a:xfrm>
            <a:custGeom>
              <a:avLst/>
              <a:gdLst/>
              <a:ahLst/>
              <a:cxnLst/>
              <a:rect l="l" t="t" r="r" b="b"/>
              <a:pathLst>
                <a:path w="1145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45" y="1129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1" name="Google Shape;8891;p18"/>
            <p:cNvSpPr/>
            <p:nvPr/>
          </p:nvSpPr>
          <p:spPr>
            <a:xfrm>
              <a:off x="5369000" y="3298125"/>
              <a:ext cx="28225" cy="28625"/>
            </a:xfrm>
            <a:custGeom>
              <a:avLst/>
              <a:gdLst/>
              <a:ahLst/>
              <a:cxnLst/>
              <a:rect l="l" t="t" r="r" b="b"/>
              <a:pathLst>
                <a:path w="1129" h="1145" extrusionOk="0">
                  <a:moveTo>
                    <a:pt x="0" y="1"/>
                  </a:moveTo>
                  <a:lnTo>
                    <a:pt x="0" y="1145"/>
                  </a:lnTo>
                  <a:lnTo>
                    <a:pt x="1129" y="1145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2" name="Google Shape;8892;p18"/>
            <p:cNvSpPr/>
            <p:nvPr/>
          </p:nvSpPr>
          <p:spPr>
            <a:xfrm>
              <a:off x="5340775" y="3298125"/>
              <a:ext cx="28250" cy="28625"/>
            </a:xfrm>
            <a:custGeom>
              <a:avLst/>
              <a:gdLst/>
              <a:ahLst/>
              <a:cxnLst/>
              <a:rect l="l" t="t" r="r" b="b"/>
              <a:pathLst>
                <a:path w="1130" h="1145" extrusionOk="0">
                  <a:moveTo>
                    <a:pt x="1" y="1"/>
                  </a:moveTo>
                  <a:lnTo>
                    <a:pt x="1" y="1145"/>
                  </a:lnTo>
                  <a:lnTo>
                    <a:pt x="1129" y="1145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3" name="Google Shape;8893;p18"/>
            <p:cNvSpPr/>
            <p:nvPr/>
          </p:nvSpPr>
          <p:spPr>
            <a:xfrm>
              <a:off x="5312175" y="3298125"/>
              <a:ext cx="28625" cy="28625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1" y="1"/>
                  </a:moveTo>
                  <a:lnTo>
                    <a:pt x="1" y="1145"/>
                  </a:lnTo>
                  <a:lnTo>
                    <a:pt x="1145" y="1145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4" name="Google Shape;8894;p18"/>
            <p:cNvSpPr/>
            <p:nvPr/>
          </p:nvSpPr>
          <p:spPr>
            <a:xfrm>
              <a:off x="5369000" y="3326750"/>
              <a:ext cx="28225" cy="28225"/>
            </a:xfrm>
            <a:custGeom>
              <a:avLst/>
              <a:gdLst/>
              <a:ahLst/>
              <a:cxnLst/>
              <a:rect l="l" t="t" r="r" b="b"/>
              <a:pathLst>
                <a:path w="1129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1129" y="1129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5" name="Google Shape;8895;p18"/>
            <p:cNvSpPr/>
            <p:nvPr/>
          </p:nvSpPr>
          <p:spPr>
            <a:xfrm>
              <a:off x="5340775" y="3326750"/>
              <a:ext cx="28250" cy="28225"/>
            </a:xfrm>
            <a:custGeom>
              <a:avLst/>
              <a:gdLst/>
              <a:ahLst/>
              <a:cxnLst/>
              <a:rect l="l" t="t" r="r" b="b"/>
              <a:pathLst>
                <a:path w="1130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29" y="1129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6" name="Google Shape;8896;p18"/>
            <p:cNvSpPr/>
            <p:nvPr/>
          </p:nvSpPr>
          <p:spPr>
            <a:xfrm>
              <a:off x="5312175" y="3326750"/>
              <a:ext cx="28625" cy="28225"/>
            </a:xfrm>
            <a:custGeom>
              <a:avLst/>
              <a:gdLst/>
              <a:ahLst/>
              <a:cxnLst/>
              <a:rect l="l" t="t" r="r" b="b"/>
              <a:pathLst>
                <a:path w="1145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45" y="1129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7" name="Google Shape;8897;p18"/>
            <p:cNvSpPr/>
            <p:nvPr/>
          </p:nvSpPr>
          <p:spPr>
            <a:xfrm>
              <a:off x="5369000" y="3354950"/>
              <a:ext cx="28225" cy="28250"/>
            </a:xfrm>
            <a:custGeom>
              <a:avLst/>
              <a:gdLst/>
              <a:ahLst/>
              <a:cxnLst/>
              <a:rect l="l" t="t" r="r" b="b"/>
              <a:pathLst>
                <a:path w="1129" h="1130" extrusionOk="0">
                  <a:moveTo>
                    <a:pt x="0" y="1"/>
                  </a:moveTo>
                  <a:lnTo>
                    <a:pt x="0" y="1129"/>
                  </a:lnTo>
                  <a:lnTo>
                    <a:pt x="1129" y="1129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8" name="Google Shape;8898;p18"/>
            <p:cNvSpPr/>
            <p:nvPr/>
          </p:nvSpPr>
          <p:spPr>
            <a:xfrm>
              <a:off x="5340775" y="33549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1" y="1"/>
                  </a:moveTo>
                  <a:lnTo>
                    <a:pt x="1" y="1129"/>
                  </a:lnTo>
                  <a:lnTo>
                    <a:pt x="1129" y="1129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9" name="Google Shape;8899;p18"/>
            <p:cNvSpPr/>
            <p:nvPr/>
          </p:nvSpPr>
          <p:spPr>
            <a:xfrm>
              <a:off x="5312175" y="3354950"/>
              <a:ext cx="28625" cy="28250"/>
            </a:xfrm>
            <a:custGeom>
              <a:avLst/>
              <a:gdLst/>
              <a:ahLst/>
              <a:cxnLst/>
              <a:rect l="l" t="t" r="r" b="b"/>
              <a:pathLst>
                <a:path w="1145" h="1130" extrusionOk="0">
                  <a:moveTo>
                    <a:pt x="1" y="1"/>
                  </a:moveTo>
                  <a:lnTo>
                    <a:pt x="1" y="1129"/>
                  </a:lnTo>
                  <a:lnTo>
                    <a:pt x="1145" y="1129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0" name="Google Shape;8900;p18"/>
            <p:cNvSpPr/>
            <p:nvPr/>
          </p:nvSpPr>
          <p:spPr>
            <a:xfrm>
              <a:off x="5369000" y="3383175"/>
              <a:ext cx="28225" cy="28625"/>
            </a:xfrm>
            <a:custGeom>
              <a:avLst/>
              <a:gdLst/>
              <a:ahLst/>
              <a:cxnLst/>
              <a:rect l="l" t="t" r="r" b="b"/>
              <a:pathLst>
                <a:path w="1129" h="1145" extrusionOk="0">
                  <a:moveTo>
                    <a:pt x="0" y="0"/>
                  </a:moveTo>
                  <a:lnTo>
                    <a:pt x="0" y="1144"/>
                  </a:lnTo>
                  <a:lnTo>
                    <a:pt x="1129" y="1144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1" name="Google Shape;8901;p18"/>
            <p:cNvSpPr/>
            <p:nvPr/>
          </p:nvSpPr>
          <p:spPr>
            <a:xfrm>
              <a:off x="5340775" y="3383175"/>
              <a:ext cx="28250" cy="28625"/>
            </a:xfrm>
            <a:custGeom>
              <a:avLst/>
              <a:gdLst/>
              <a:ahLst/>
              <a:cxnLst/>
              <a:rect l="l" t="t" r="r" b="b"/>
              <a:pathLst>
                <a:path w="1130" h="1145" extrusionOk="0">
                  <a:moveTo>
                    <a:pt x="1" y="0"/>
                  </a:moveTo>
                  <a:lnTo>
                    <a:pt x="1" y="1144"/>
                  </a:lnTo>
                  <a:lnTo>
                    <a:pt x="1129" y="1144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2" name="Google Shape;8902;p18"/>
            <p:cNvSpPr/>
            <p:nvPr/>
          </p:nvSpPr>
          <p:spPr>
            <a:xfrm>
              <a:off x="5312175" y="3383175"/>
              <a:ext cx="28625" cy="28625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1" y="0"/>
                  </a:moveTo>
                  <a:lnTo>
                    <a:pt x="1" y="1144"/>
                  </a:lnTo>
                  <a:lnTo>
                    <a:pt x="1145" y="1144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3" name="Google Shape;8903;p18"/>
            <p:cNvSpPr/>
            <p:nvPr/>
          </p:nvSpPr>
          <p:spPr>
            <a:xfrm>
              <a:off x="5397200" y="3411775"/>
              <a:ext cx="28650" cy="28225"/>
            </a:xfrm>
            <a:custGeom>
              <a:avLst/>
              <a:gdLst/>
              <a:ahLst/>
              <a:cxnLst/>
              <a:rect l="l" t="t" r="r" b="b"/>
              <a:pathLst>
                <a:path w="1146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45" y="1129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4" name="Google Shape;8904;p18"/>
            <p:cNvSpPr/>
            <p:nvPr/>
          </p:nvSpPr>
          <p:spPr>
            <a:xfrm>
              <a:off x="5369000" y="3411775"/>
              <a:ext cx="28225" cy="28225"/>
            </a:xfrm>
            <a:custGeom>
              <a:avLst/>
              <a:gdLst/>
              <a:ahLst/>
              <a:cxnLst/>
              <a:rect l="l" t="t" r="r" b="b"/>
              <a:pathLst>
                <a:path w="1129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1129" y="1129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5" name="Google Shape;8905;p18"/>
            <p:cNvSpPr/>
            <p:nvPr/>
          </p:nvSpPr>
          <p:spPr>
            <a:xfrm>
              <a:off x="5340775" y="3411775"/>
              <a:ext cx="28250" cy="28225"/>
            </a:xfrm>
            <a:custGeom>
              <a:avLst/>
              <a:gdLst/>
              <a:ahLst/>
              <a:cxnLst/>
              <a:rect l="l" t="t" r="r" b="b"/>
              <a:pathLst>
                <a:path w="1130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29" y="1129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6" name="Google Shape;8906;p18"/>
            <p:cNvSpPr/>
            <p:nvPr/>
          </p:nvSpPr>
          <p:spPr>
            <a:xfrm>
              <a:off x="5312175" y="3411775"/>
              <a:ext cx="28625" cy="28225"/>
            </a:xfrm>
            <a:custGeom>
              <a:avLst/>
              <a:gdLst/>
              <a:ahLst/>
              <a:cxnLst/>
              <a:rect l="l" t="t" r="r" b="b"/>
              <a:pathLst>
                <a:path w="1145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45" y="1129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7" name="Google Shape;8907;p18"/>
            <p:cNvSpPr/>
            <p:nvPr/>
          </p:nvSpPr>
          <p:spPr>
            <a:xfrm>
              <a:off x="5283950" y="3411775"/>
              <a:ext cx="28250" cy="28225"/>
            </a:xfrm>
            <a:custGeom>
              <a:avLst/>
              <a:gdLst/>
              <a:ahLst/>
              <a:cxnLst/>
              <a:rect l="l" t="t" r="r" b="b"/>
              <a:pathLst>
                <a:path w="1130" h="1129" extrusionOk="0">
                  <a:moveTo>
                    <a:pt x="1" y="0"/>
                  </a:moveTo>
                  <a:lnTo>
                    <a:pt x="1" y="1129"/>
                  </a:lnTo>
                  <a:lnTo>
                    <a:pt x="1130" y="1129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8" name="Google Shape;8908;p18"/>
            <p:cNvSpPr/>
            <p:nvPr/>
          </p:nvSpPr>
          <p:spPr>
            <a:xfrm>
              <a:off x="5340775" y="3439975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1" y="1"/>
                  </a:moveTo>
                  <a:lnTo>
                    <a:pt x="1" y="1129"/>
                  </a:lnTo>
                  <a:lnTo>
                    <a:pt x="1129" y="1129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9" name="Google Shape;8909;p18"/>
            <p:cNvSpPr/>
            <p:nvPr/>
          </p:nvSpPr>
          <p:spPr>
            <a:xfrm>
              <a:off x="5340775" y="3468200"/>
              <a:ext cx="28250" cy="28625"/>
            </a:xfrm>
            <a:custGeom>
              <a:avLst/>
              <a:gdLst/>
              <a:ahLst/>
              <a:cxnLst/>
              <a:rect l="l" t="t" r="r" b="b"/>
              <a:pathLst>
                <a:path w="1130" h="1145" extrusionOk="0">
                  <a:moveTo>
                    <a:pt x="1" y="0"/>
                  </a:moveTo>
                  <a:lnTo>
                    <a:pt x="1" y="1145"/>
                  </a:lnTo>
                  <a:lnTo>
                    <a:pt x="1129" y="1145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0" name="Google Shape;8910;p18"/>
            <p:cNvSpPr/>
            <p:nvPr/>
          </p:nvSpPr>
          <p:spPr>
            <a:xfrm>
              <a:off x="5340775" y="349680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1" y="1"/>
                  </a:moveTo>
                  <a:lnTo>
                    <a:pt x="1" y="1129"/>
                  </a:lnTo>
                  <a:lnTo>
                    <a:pt x="1129" y="1129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11" name="Google Shape;8911;p18"/>
          <p:cNvGrpSpPr/>
          <p:nvPr/>
        </p:nvGrpSpPr>
        <p:grpSpPr>
          <a:xfrm>
            <a:off x="857332" y="1750481"/>
            <a:ext cx="1049633" cy="523940"/>
            <a:chOff x="138482" y="584556"/>
            <a:chExt cx="1049633" cy="523940"/>
          </a:xfrm>
        </p:grpSpPr>
        <p:sp>
          <p:nvSpPr>
            <p:cNvPr id="8912" name="Google Shape;8912;p18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3" name="Google Shape;8913;p18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4" name="Google Shape;8914;p18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5" name="Google Shape;8915;p18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6" name="Google Shape;8916;p18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7" name="Google Shape;8917;p18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8" name="Google Shape;8918;p18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9" name="Google Shape;8919;p18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0" name="Google Shape;8920;p18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1" name="Google Shape;8921;p18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2" name="Google Shape;8922;p18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3" name="Google Shape;8923;p18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4" name="Google Shape;8924;p18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5" name="Google Shape;8925;p18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6" name="Google Shape;8926;p18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27" name="Google Shape;8927;p18"/>
          <p:cNvGrpSpPr/>
          <p:nvPr/>
        </p:nvGrpSpPr>
        <p:grpSpPr>
          <a:xfrm flipH="1">
            <a:off x="3724157" y="540006"/>
            <a:ext cx="1049633" cy="523940"/>
            <a:chOff x="138482" y="584556"/>
            <a:chExt cx="1049633" cy="523940"/>
          </a:xfrm>
        </p:grpSpPr>
        <p:sp>
          <p:nvSpPr>
            <p:cNvPr id="8928" name="Google Shape;8928;p18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9" name="Google Shape;8929;p18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0" name="Google Shape;8930;p18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1" name="Google Shape;8931;p18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2" name="Google Shape;8932;p18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3" name="Google Shape;8933;p18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4" name="Google Shape;8934;p18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5" name="Google Shape;8935;p18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6" name="Google Shape;8936;p18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7" name="Google Shape;8937;p18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8" name="Google Shape;8938;p18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9" name="Google Shape;8939;p18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0" name="Google Shape;8940;p18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1" name="Google Shape;8941;p18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2" name="Google Shape;8942;p18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5">
    <p:spTree>
      <p:nvGrpSpPr>
        <p:cNvPr id="1" name="Shape 8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44" name="Google Shape;8944;p19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8945" name="Google Shape;8945;p19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8946" name="Google Shape;8946;p19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7" name="Google Shape;8947;p19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8" name="Google Shape;8948;p19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9" name="Google Shape;8949;p19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0" name="Google Shape;8950;p19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1" name="Google Shape;8951;p19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2" name="Google Shape;8952;p19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3" name="Google Shape;8953;p19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4" name="Google Shape;8954;p19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5" name="Google Shape;8955;p19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6" name="Google Shape;8956;p19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7" name="Google Shape;8957;p19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8" name="Google Shape;8958;p19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9" name="Google Shape;8959;p19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0" name="Google Shape;8960;p19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1" name="Google Shape;8961;p19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2" name="Google Shape;8962;p19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3" name="Google Shape;8963;p19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4" name="Google Shape;8964;p19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5" name="Google Shape;8965;p19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6" name="Google Shape;8966;p19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7" name="Google Shape;8967;p19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8" name="Google Shape;8968;p19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9" name="Google Shape;8969;p19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0" name="Google Shape;8970;p19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1" name="Google Shape;8971;p19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2" name="Google Shape;8972;p19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73" name="Google Shape;8973;p19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8974" name="Google Shape;8974;p19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5" name="Google Shape;8975;p19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6" name="Google Shape;8976;p19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7" name="Google Shape;8977;p19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8" name="Google Shape;8978;p19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9" name="Google Shape;8979;p19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0" name="Google Shape;8980;p19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1" name="Google Shape;8981;p19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2" name="Google Shape;8982;p19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3" name="Google Shape;8983;p19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4" name="Google Shape;8984;p19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5" name="Google Shape;8985;p19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6" name="Google Shape;8986;p19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7" name="Google Shape;8987;p19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8" name="Google Shape;8988;p19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9" name="Google Shape;8989;p19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0" name="Google Shape;8990;p19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1" name="Google Shape;8991;p19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2" name="Google Shape;8992;p19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3" name="Google Shape;8993;p19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4" name="Google Shape;8994;p19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5" name="Google Shape;8995;p19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6" name="Google Shape;8996;p19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7" name="Google Shape;8997;p19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8" name="Google Shape;8998;p19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9" name="Google Shape;8999;p19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0" name="Google Shape;9000;p19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01" name="Google Shape;9001;p19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9002" name="Google Shape;9002;p19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3" name="Google Shape;9003;p19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4" name="Google Shape;9004;p19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5" name="Google Shape;9005;p19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6" name="Google Shape;9006;p19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7" name="Google Shape;9007;p19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8" name="Google Shape;9008;p19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9" name="Google Shape;9009;p19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0" name="Google Shape;9010;p19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1" name="Google Shape;9011;p19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2" name="Google Shape;9012;p19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3" name="Google Shape;9013;p19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4" name="Google Shape;9014;p19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5" name="Google Shape;9015;p19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6" name="Google Shape;9016;p19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7" name="Google Shape;9017;p19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8" name="Google Shape;9018;p19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9" name="Google Shape;9019;p19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0" name="Google Shape;9020;p19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1" name="Google Shape;9021;p19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2" name="Google Shape;9022;p19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3" name="Google Shape;9023;p19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4" name="Google Shape;9024;p19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5" name="Google Shape;9025;p19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6" name="Google Shape;9026;p19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7" name="Google Shape;9027;p19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8" name="Google Shape;9028;p19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29" name="Google Shape;9029;p19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9030" name="Google Shape;9030;p19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9031" name="Google Shape;9031;p1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2" name="Google Shape;9032;p1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3" name="Google Shape;9033;p1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4" name="Google Shape;9034;p1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5" name="Google Shape;9035;p1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6" name="Google Shape;9036;p1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7" name="Google Shape;9037;p1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8" name="Google Shape;9038;p1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9" name="Google Shape;9039;p1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0" name="Google Shape;9040;p1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1" name="Google Shape;9041;p1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2" name="Google Shape;9042;p1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3" name="Google Shape;9043;p1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4" name="Google Shape;9044;p1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5" name="Google Shape;9045;p1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6" name="Google Shape;9046;p1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7" name="Google Shape;9047;p1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8" name="Google Shape;9048;p1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9" name="Google Shape;9049;p1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0" name="Google Shape;9050;p1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1" name="Google Shape;9051;p1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2" name="Google Shape;9052;p1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3" name="Google Shape;9053;p1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4" name="Google Shape;9054;p1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5" name="Google Shape;9055;p1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6" name="Google Shape;9056;p1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7" name="Google Shape;9057;p1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8" name="Google Shape;9058;p1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9" name="Google Shape;9059;p1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0" name="Google Shape;9060;p1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1" name="Google Shape;9061;p1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2" name="Google Shape;9062;p1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3" name="Google Shape;9063;p1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4" name="Google Shape;9064;p1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5" name="Google Shape;9065;p1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6" name="Google Shape;9066;p1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7" name="Google Shape;9067;p1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8" name="Google Shape;9068;p1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9" name="Google Shape;9069;p1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0" name="Google Shape;9070;p1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1" name="Google Shape;9071;p1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2" name="Google Shape;9072;p1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3" name="Google Shape;9073;p1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74" name="Google Shape;9074;p19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9075" name="Google Shape;9075;p1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6" name="Google Shape;9076;p1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7" name="Google Shape;9077;p1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8" name="Google Shape;9078;p1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9" name="Google Shape;9079;p1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0" name="Google Shape;9080;p1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1" name="Google Shape;9081;p1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2" name="Google Shape;9082;p1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3" name="Google Shape;9083;p1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4" name="Google Shape;9084;p1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5" name="Google Shape;9085;p1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6" name="Google Shape;9086;p1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7" name="Google Shape;9087;p1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8" name="Google Shape;9088;p1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9" name="Google Shape;9089;p1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0" name="Google Shape;9090;p1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1" name="Google Shape;9091;p1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2" name="Google Shape;9092;p1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3" name="Google Shape;9093;p1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4" name="Google Shape;9094;p1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5" name="Google Shape;9095;p1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6" name="Google Shape;9096;p1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7" name="Google Shape;9097;p1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8" name="Google Shape;9098;p1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9" name="Google Shape;9099;p1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0" name="Google Shape;9100;p1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1" name="Google Shape;9101;p1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2" name="Google Shape;9102;p1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3" name="Google Shape;9103;p1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4" name="Google Shape;9104;p1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5" name="Google Shape;9105;p1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6" name="Google Shape;9106;p1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7" name="Google Shape;9107;p1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8" name="Google Shape;9108;p1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9" name="Google Shape;9109;p1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0" name="Google Shape;9110;p1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1" name="Google Shape;9111;p1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2" name="Google Shape;9112;p1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3" name="Google Shape;9113;p1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4" name="Google Shape;9114;p1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5" name="Google Shape;9115;p1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6" name="Google Shape;9116;p1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7" name="Google Shape;9117;p1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18" name="Google Shape;9118;p19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9119" name="Google Shape;9119;p1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0" name="Google Shape;9120;p1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1" name="Google Shape;9121;p1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2" name="Google Shape;9122;p1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3" name="Google Shape;9123;p1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4" name="Google Shape;9124;p1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5" name="Google Shape;9125;p1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6" name="Google Shape;9126;p1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7" name="Google Shape;9127;p1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8" name="Google Shape;9128;p1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9" name="Google Shape;9129;p1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0" name="Google Shape;9130;p1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1" name="Google Shape;9131;p1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2" name="Google Shape;9132;p1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3" name="Google Shape;9133;p1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4" name="Google Shape;9134;p1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5" name="Google Shape;9135;p1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6" name="Google Shape;9136;p1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7" name="Google Shape;9137;p1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8" name="Google Shape;9138;p1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9" name="Google Shape;9139;p1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0" name="Google Shape;9140;p1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1" name="Google Shape;9141;p1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2" name="Google Shape;9142;p1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3" name="Google Shape;9143;p1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4" name="Google Shape;9144;p1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5" name="Google Shape;9145;p1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6" name="Google Shape;9146;p1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7" name="Google Shape;9147;p1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8" name="Google Shape;9148;p1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9" name="Google Shape;9149;p1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0" name="Google Shape;9150;p1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1" name="Google Shape;9151;p1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2" name="Google Shape;9152;p1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3" name="Google Shape;9153;p1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4" name="Google Shape;9154;p1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5" name="Google Shape;9155;p1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6" name="Google Shape;9156;p1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7" name="Google Shape;9157;p1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8" name="Google Shape;9158;p1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9" name="Google Shape;9159;p1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0" name="Google Shape;9160;p1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1" name="Google Shape;9161;p1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62" name="Google Shape;9162;p19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9163" name="Google Shape;9163;p1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4" name="Google Shape;9164;p1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5" name="Google Shape;9165;p1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6" name="Google Shape;9166;p1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7" name="Google Shape;9167;p1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8" name="Google Shape;9168;p1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9" name="Google Shape;9169;p1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0" name="Google Shape;9170;p1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1" name="Google Shape;9171;p1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2" name="Google Shape;9172;p1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3" name="Google Shape;9173;p1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4" name="Google Shape;9174;p1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5" name="Google Shape;9175;p1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6" name="Google Shape;9176;p1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7" name="Google Shape;9177;p1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8" name="Google Shape;9178;p1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9" name="Google Shape;9179;p1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0" name="Google Shape;9180;p1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1" name="Google Shape;9181;p1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2" name="Google Shape;9182;p1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3" name="Google Shape;9183;p1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4" name="Google Shape;9184;p1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5" name="Google Shape;9185;p1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6" name="Google Shape;9186;p1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7" name="Google Shape;9187;p1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8" name="Google Shape;9188;p1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9" name="Google Shape;9189;p1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0" name="Google Shape;9190;p1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1" name="Google Shape;9191;p1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2" name="Google Shape;9192;p1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3" name="Google Shape;9193;p1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4" name="Google Shape;9194;p1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5" name="Google Shape;9195;p1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6" name="Google Shape;9196;p1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7" name="Google Shape;9197;p1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8" name="Google Shape;9198;p1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9" name="Google Shape;9199;p1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0" name="Google Shape;9200;p1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1" name="Google Shape;9201;p1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2" name="Google Shape;9202;p1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3" name="Google Shape;9203;p1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4" name="Google Shape;9204;p1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5" name="Google Shape;9205;p1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6" name="Google Shape;9206;p19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9207" name="Google Shape;9207;p1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8" name="Google Shape;9208;p1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9" name="Google Shape;9209;p1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0" name="Google Shape;9210;p1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1" name="Google Shape;9211;p1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2" name="Google Shape;9212;p1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3" name="Google Shape;9213;p1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4" name="Google Shape;9214;p1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5" name="Google Shape;9215;p1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6" name="Google Shape;9216;p1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7" name="Google Shape;9217;p1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8" name="Google Shape;9218;p1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9" name="Google Shape;9219;p1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0" name="Google Shape;9220;p1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1" name="Google Shape;9221;p1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2" name="Google Shape;9222;p1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3" name="Google Shape;9223;p1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4" name="Google Shape;9224;p1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5" name="Google Shape;9225;p1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6" name="Google Shape;9226;p1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7" name="Google Shape;9227;p1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8" name="Google Shape;9228;p1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9" name="Google Shape;9229;p1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0" name="Google Shape;9230;p1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1" name="Google Shape;9231;p1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2" name="Google Shape;9232;p1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3" name="Google Shape;9233;p1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4" name="Google Shape;9234;p1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5" name="Google Shape;9235;p1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6" name="Google Shape;9236;p1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7" name="Google Shape;9237;p1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8" name="Google Shape;9238;p1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9" name="Google Shape;9239;p1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0" name="Google Shape;9240;p1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1" name="Google Shape;9241;p1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2" name="Google Shape;9242;p1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3" name="Google Shape;9243;p1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4" name="Google Shape;9244;p1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5" name="Google Shape;9245;p1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6" name="Google Shape;9246;p1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7" name="Google Shape;9247;p1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8" name="Google Shape;9248;p1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9" name="Google Shape;9249;p1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50" name="Google Shape;9250;p19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9251" name="Google Shape;9251;p1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2" name="Google Shape;9252;p1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3" name="Google Shape;9253;p1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4" name="Google Shape;9254;p1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5" name="Google Shape;9255;p1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6" name="Google Shape;9256;p1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7" name="Google Shape;9257;p1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8" name="Google Shape;9258;p1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9" name="Google Shape;9259;p1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0" name="Google Shape;9260;p1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1" name="Google Shape;9261;p1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2" name="Google Shape;9262;p1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3" name="Google Shape;9263;p1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4" name="Google Shape;9264;p1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5" name="Google Shape;9265;p1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6" name="Google Shape;9266;p1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7" name="Google Shape;9267;p1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8" name="Google Shape;9268;p1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9" name="Google Shape;9269;p1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0" name="Google Shape;9270;p1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1" name="Google Shape;9271;p1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2" name="Google Shape;9272;p1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3" name="Google Shape;9273;p1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4" name="Google Shape;9274;p1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5" name="Google Shape;9275;p1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6" name="Google Shape;9276;p1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7" name="Google Shape;9277;p1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8" name="Google Shape;9278;p1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9" name="Google Shape;9279;p1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0" name="Google Shape;9280;p1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1" name="Google Shape;9281;p1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2" name="Google Shape;9282;p1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3" name="Google Shape;9283;p1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4" name="Google Shape;9284;p1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5" name="Google Shape;9285;p1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6" name="Google Shape;9286;p1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7" name="Google Shape;9287;p1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8" name="Google Shape;9288;p1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9" name="Google Shape;9289;p1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0" name="Google Shape;9290;p1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1" name="Google Shape;9291;p1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2" name="Google Shape;9292;p1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3" name="Google Shape;9293;p1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4" name="Google Shape;9294;p19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9295" name="Google Shape;9295;p1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6" name="Google Shape;9296;p1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7" name="Google Shape;9297;p1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8" name="Google Shape;9298;p1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9" name="Google Shape;9299;p1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0" name="Google Shape;9300;p1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1" name="Google Shape;9301;p1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2" name="Google Shape;9302;p1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3" name="Google Shape;9303;p1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4" name="Google Shape;9304;p1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5" name="Google Shape;9305;p1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6" name="Google Shape;9306;p1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7" name="Google Shape;9307;p1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8" name="Google Shape;9308;p1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9" name="Google Shape;9309;p1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0" name="Google Shape;9310;p1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1" name="Google Shape;9311;p1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2" name="Google Shape;9312;p1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3" name="Google Shape;9313;p1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4" name="Google Shape;9314;p1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5" name="Google Shape;9315;p1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6" name="Google Shape;9316;p1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7" name="Google Shape;9317;p1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8" name="Google Shape;9318;p1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9" name="Google Shape;9319;p1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0" name="Google Shape;9320;p1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1" name="Google Shape;9321;p1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2" name="Google Shape;9322;p1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3" name="Google Shape;9323;p1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4" name="Google Shape;9324;p1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5" name="Google Shape;9325;p1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6" name="Google Shape;9326;p1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7" name="Google Shape;9327;p1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8" name="Google Shape;9328;p1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9" name="Google Shape;9329;p1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0" name="Google Shape;9330;p1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1" name="Google Shape;9331;p1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2" name="Google Shape;9332;p1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3" name="Google Shape;9333;p1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4" name="Google Shape;9334;p1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5" name="Google Shape;9335;p1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6" name="Google Shape;9336;p1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7" name="Google Shape;9337;p1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38" name="Google Shape;9338;p19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9339" name="Google Shape;9339;p1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0" name="Google Shape;9340;p1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1" name="Google Shape;9341;p1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2" name="Google Shape;9342;p1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3" name="Google Shape;9343;p1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4" name="Google Shape;9344;p1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5" name="Google Shape;9345;p1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6" name="Google Shape;9346;p1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7" name="Google Shape;9347;p1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8" name="Google Shape;9348;p1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9" name="Google Shape;9349;p1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0" name="Google Shape;9350;p1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1" name="Google Shape;9351;p1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2" name="Google Shape;9352;p1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3" name="Google Shape;9353;p1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4" name="Google Shape;9354;p1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5" name="Google Shape;9355;p1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6" name="Google Shape;9356;p1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7" name="Google Shape;9357;p1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8" name="Google Shape;9358;p1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9" name="Google Shape;9359;p1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0" name="Google Shape;9360;p1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1" name="Google Shape;9361;p1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2" name="Google Shape;9362;p1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3" name="Google Shape;9363;p1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4" name="Google Shape;9364;p1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5" name="Google Shape;9365;p1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6" name="Google Shape;9366;p1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7" name="Google Shape;9367;p1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8" name="Google Shape;9368;p1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9" name="Google Shape;9369;p1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0" name="Google Shape;9370;p1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1" name="Google Shape;9371;p1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2" name="Google Shape;9372;p1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3" name="Google Shape;9373;p1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4" name="Google Shape;9374;p1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5" name="Google Shape;9375;p1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6" name="Google Shape;9376;p1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7" name="Google Shape;9377;p1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8" name="Google Shape;9378;p1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9" name="Google Shape;9379;p1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0" name="Google Shape;9380;p1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1" name="Google Shape;9381;p1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82" name="Google Shape;9382;p19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9383" name="Google Shape;9383;p19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4" name="Google Shape;9384;p19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5" name="Google Shape;9385;p19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6" name="Google Shape;9386;p19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7" name="Google Shape;9387;p19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8" name="Google Shape;9388;p19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9" name="Google Shape;9389;p19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0" name="Google Shape;9390;p19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1" name="Google Shape;9391;p19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2" name="Google Shape;9392;p19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3" name="Google Shape;9393;p19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4" name="Google Shape;9394;p19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5" name="Google Shape;9395;p19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6" name="Google Shape;9396;p19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7" name="Google Shape;9397;p19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8" name="Google Shape;9398;p19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9" name="Google Shape;9399;p19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0" name="Google Shape;9400;p19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1" name="Google Shape;9401;p19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2" name="Google Shape;9402;p19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3" name="Google Shape;9403;p19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4" name="Google Shape;9404;p19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5" name="Google Shape;9405;p19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6" name="Google Shape;9406;p19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7" name="Google Shape;9407;p19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8" name="Google Shape;9408;p19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9" name="Google Shape;9409;p19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0" name="Google Shape;9410;p19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1" name="Google Shape;9411;p19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2" name="Google Shape;9412;p19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3" name="Google Shape;9413;p19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4" name="Google Shape;9414;p19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5" name="Google Shape;9415;p19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6" name="Google Shape;9416;p19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7" name="Google Shape;9417;p19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8" name="Google Shape;9418;p19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9" name="Google Shape;9419;p19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0" name="Google Shape;9420;p19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1" name="Google Shape;9421;p19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2" name="Google Shape;9422;p19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3" name="Google Shape;9423;p19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4" name="Google Shape;9424;p19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5" name="Google Shape;9425;p19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426" name="Google Shape;9426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427" name="Google Shape;9427;p19"/>
          <p:cNvSpPr txBox="1">
            <a:spLocks noGrp="1"/>
          </p:cNvSpPr>
          <p:nvPr>
            <p:ph type="subTitle" idx="1"/>
          </p:nvPr>
        </p:nvSpPr>
        <p:spPr>
          <a:xfrm>
            <a:off x="720000" y="3399050"/>
            <a:ext cx="2095200" cy="45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9428" name="Google Shape;9428;p19"/>
          <p:cNvSpPr txBox="1">
            <a:spLocks noGrp="1"/>
          </p:cNvSpPr>
          <p:nvPr>
            <p:ph type="subTitle" idx="2"/>
          </p:nvPr>
        </p:nvSpPr>
        <p:spPr>
          <a:xfrm>
            <a:off x="720000" y="3782250"/>
            <a:ext cx="2095200" cy="45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429" name="Google Shape;9429;p19"/>
          <p:cNvSpPr txBox="1">
            <a:spLocks noGrp="1"/>
          </p:cNvSpPr>
          <p:nvPr>
            <p:ph type="subTitle" idx="3"/>
          </p:nvPr>
        </p:nvSpPr>
        <p:spPr>
          <a:xfrm>
            <a:off x="3524400" y="3399050"/>
            <a:ext cx="2095200" cy="45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9430" name="Google Shape;9430;p19"/>
          <p:cNvSpPr txBox="1">
            <a:spLocks noGrp="1"/>
          </p:cNvSpPr>
          <p:nvPr>
            <p:ph type="subTitle" idx="4"/>
          </p:nvPr>
        </p:nvSpPr>
        <p:spPr>
          <a:xfrm>
            <a:off x="3524400" y="3782250"/>
            <a:ext cx="2095200" cy="45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431" name="Google Shape;9431;p19"/>
          <p:cNvSpPr txBox="1">
            <a:spLocks noGrp="1"/>
          </p:cNvSpPr>
          <p:nvPr>
            <p:ph type="subTitle" idx="5"/>
          </p:nvPr>
        </p:nvSpPr>
        <p:spPr>
          <a:xfrm>
            <a:off x="6328800" y="3399050"/>
            <a:ext cx="2095200" cy="45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9432" name="Google Shape;9432;p19"/>
          <p:cNvSpPr txBox="1">
            <a:spLocks noGrp="1"/>
          </p:cNvSpPr>
          <p:nvPr>
            <p:ph type="subTitle" idx="6"/>
          </p:nvPr>
        </p:nvSpPr>
        <p:spPr>
          <a:xfrm>
            <a:off x="6328800" y="3782250"/>
            <a:ext cx="2095200" cy="45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433" name="Google Shape;9433;p19"/>
          <p:cNvSpPr txBox="1">
            <a:spLocks noGrp="1"/>
          </p:cNvSpPr>
          <p:nvPr>
            <p:ph type="subTitle" idx="7"/>
          </p:nvPr>
        </p:nvSpPr>
        <p:spPr>
          <a:xfrm>
            <a:off x="720000" y="1652738"/>
            <a:ext cx="2095200" cy="45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9434" name="Google Shape;9434;p19"/>
          <p:cNvSpPr txBox="1">
            <a:spLocks noGrp="1"/>
          </p:cNvSpPr>
          <p:nvPr>
            <p:ph type="subTitle" idx="8"/>
          </p:nvPr>
        </p:nvSpPr>
        <p:spPr>
          <a:xfrm>
            <a:off x="720000" y="2035938"/>
            <a:ext cx="2095200" cy="45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435" name="Google Shape;9435;p19"/>
          <p:cNvSpPr txBox="1">
            <a:spLocks noGrp="1"/>
          </p:cNvSpPr>
          <p:nvPr>
            <p:ph type="subTitle" idx="9"/>
          </p:nvPr>
        </p:nvSpPr>
        <p:spPr>
          <a:xfrm>
            <a:off x="3524400" y="1652738"/>
            <a:ext cx="2095200" cy="45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9436" name="Google Shape;9436;p19"/>
          <p:cNvSpPr txBox="1">
            <a:spLocks noGrp="1"/>
          </p:cNvSpPr>
          <p:nvPr>
            <p:ph type="subTitle" idx="13"/>
          </p:nvPr>
        </p:nvSpPr>
        <p:spPr>
          <a:xfrm>
            <a:off x="3524400" y="2035938"/>
            <a:ext cx="2095200" cy="45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437" name="Google Shape;9437;p19"/>
          <p:cNvSpPr txBox="1">
            <a:spLocks noGrp="1"/>
          </p:cNvSpPr>
          <p:nvPr>
            <p:ph type="subTitle" idx="14"/>
          </p:nvPr>
        </p:nvSpPr>
        <p:spPr>
          <a:xfrm>
            <a:off x="6328800" y="1652738"/>
            <a:ext cx="2095200" cy="45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grpSp>
        <p:nvGrpSpPr>
          <p:cNvPr id="9438" name="Google Shape;9438;p19"/>
          <p:cNvGrpSpPr/>
          <p:nvPr/>
        </p:nvGrpSpPr>
        <p:grpSpPr>
          <a:xfrm>
            <a:off x="-385118" y="1174981"/>
            <a:ext cx="1049633" cy="523940"/>
            <a:chOff x="138482" y="584556"/>
            <a:chExt cx="1049633" cy="523940"/>
          </a:xfrm>
        </p:grpSpPr>
        <p:sp>
          <p:nvSpPr>
            <p:cNvPr id="9439" name="Google Shape;9439;p19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0" name="Google Shape;9440;p19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1" name="Google Shape;9441;p19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2" name="Google Shape;9442;p19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3" name="Google Shape;9443;p19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4" name="Google Shape;9444;p19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5" name="Google Shape;9445;p19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6" name="Google Shape;9446;p19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7" name="Google Shape;9447;p19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8" name="Google Shape;9448;p19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9" name="Google Shape;9449;p19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0" name="Google Shape;9450;p19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1" name="Google Shape;9451;p19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2" name="Google Shape;9452;p19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3" name="Google Shape;9453;p19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54" name="Google Shape;9454;p19"/>
          <p:cNvGrpSpPr/>
          <p:nvPr/>
        </p:nvGrpSpPr>
        <p:grpSpPr>
          <a:xfrm flipH="1">
            <a:off x="8424007" y="2723431"/>
            <a:ext cx="1049633" cy="523940"/>
            <a:chOff x="138482" y="584556"/>
            <a:chExt cx="1049633" cy="523940"/>
          </a:xfrm>
        </p:grpSpPr>
        <p:sp>
          <p:nvSpPr>
            <p:cNvPr id="9455" name="Google Shape;9455;p19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6" name="Google Shape;9456;p19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7" name="Google Shape;9457;p19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8" name="Google Shape;9458;p19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9" name="Google Shape;9459;p19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0" name="Google Shape;9460;p19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1" name="Google Shape;9461;p19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2" name="Google Shape;9462;p19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3" name="Google Shape;9463;p19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4" name="Google Shape;9464;p19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5" name="Google Shape;9465;p19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6" name="Google Shape;9466;p19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7" name="Google Shape;9467;p19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8" name="Google Shape;9468;p19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9" name="Google Shape;9469;p19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70" name="Google Shape;9470;p19"/>
          <p:cNvSpPr txBox="1">
            <a:spLocks noGrp="1"/>
          </p:cNvSpPr>
          <p:nvPr>
            <p:ph type="subTitle" idx="15"/>
          </p:nvPr>
        </p:nvSpPr>
        <p:spPr>
          <a:xfrm>
            <a:off x="6328800" y="2035938"/>
            <a:ext cx="2095200" cy="45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6">
    <p:spTree>
      <p:nvGrpSpPr>
        <p:cNvPr id="1" name="Shape 9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72" name="Google Shape;9472;p20"/>
          <p:cNvGrpSpPr/>
          <p:nvPr/>
        </p:nvGrpSpPr>
        <p:grpSpPr>
          <a:xfrm flipH="1">
            <a:off x="-329643" y="1017719"/>
            <a:ext cx="1049633" cy="523940"/>
            <a:chOff x="138482" y="584556"/>
            <a:chExt cx="1049633" cy="523940"/>
          </a:xfrm>
        </p:grpSpPr>
        <p:sp>
          <p:nvSpPr>
            <p:cNvPr id="9473" name="Google Shape;9473;p20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4" name="Google Shape;9474;p20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5" name="Google Shape;9475;p20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6" name="Google Shape;9476;p20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7" name="Google Shape;9477;p20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8" name="Google Shape;9478;p20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9" name="Google Shape;9479;p20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0" name="Google Shape;9480;p20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1" name="Google Shape;9481;p20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2" name="Google Shape;9482;p20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3" name="Google Shape;9483;p20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4" name="Google Shape;9484;p20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5" name="Google Shape;9485;p20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6" name="Google Shape;9486;p20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7" name="Google Shape;9487;p20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88" name="Google Shape;9488;p20"/>
          <p:cNvGrpSpPr/>
          <p:nvPr/>
        </p:nvGrpSpPr>
        <p:grpSpPr>
          <a:xfrm>
            <a:off x="8581282" y="3516531"/>
            <a:ext cx="1049633" cy="523940"/>
            <a:chOff x="138482" y="584556"/>
            <a:chExt cx="1049633" cy="523940"/>
          </a:xfrm>
        </p:grpSpPr>
        <p:sp>
          <p:nvSpPr>
            <p:cNvPr id="9489" name="Google Shape;9489;p20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0" name="Google Shape;9490;p20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1" name="Google Shape;9491;p20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2" name="Google Shape;9492;p20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3" name="Google Shape;9493;p20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4" name="Google Shape;9494;p20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5" name="Google Shape;9495;p20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6" name="Google Shape;9496;p20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7" name="Google Shape;9497;p20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8" name="Google Shape;9498;p20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9" name="Google Shape;9499;p20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0" name="Google Shape;9500;p20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1" name="Google Shape;9501;p20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2" name="Google Shape;9502;p20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3" name="Google Shape;9503;p20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04" name="Google Shape;9504;p20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9505" name="Google Shape;9505;p20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9506" name="Google Shape;9506;p2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7" name="Google Shape;9507;p2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8" name="Google Shape;9508;p2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9" name="Google Shape;9509;p2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0" name="Google Shape;9510;p2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1" name="Google Shape;9511;p2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2" name="Google Shape;9512;p2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3" name="Google Shape;9513;p2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4" name="Google Shape;9514;p2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5" name="Google Shape;9515;p2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6" name="Google Shape;9516;p2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7" name="Google Shape;9517;p2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8" name="Google Shape;9518;p2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9" name="Google Shape;9519;p2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0" name="Google Shape;9520;p2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1" name="Google Shape;9521;p2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2" name="Google Shape;9522;p2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3" name="Google Shape;9523;p2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4" name="Google Shape;9524;p2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5" name="Google Shape;9525;p2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6" name="Google Shape;9526;p2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7" name="Google Shape;9527;p2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8" name="Google Shape;9528;p2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9" name="Google Shape;9529;p2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0" name="Google Shape;9530;p2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1" name="Google Shape;9531;p2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2" name="Google Shape;9532;p2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3" name="Google Shape;9533;p2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4" name="Google Shape;9534;p2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5" name="Google Shape;9535;p2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6" name="Google Shape;9536;p2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7" name="Google Shape;9537;p2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8" name="Google Shape;9538;p2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9" name="Google Shape;9539;p2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0" name="Google Shape;9540;p2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1" name="Google Shape;9541;p2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2" name="Google Shape;9542;p2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3" name="Google Shape;9543;p2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4" name="Google Shape;9544;p2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5" name="Google Shape;9545;p2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6" name="Google Shape;9546;p2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7" name="Google Shape;9547;p2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8" name="Google Shape;9548;p2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49" name="Google Shape;9549;p20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9550" name="Google Shape;9550;p2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1" name="Google Shape;9551;p2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2" name="Google Shape;9552;p2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3" name="Google Shape;9553;p2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4" name="Google Shape;9554;p2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5" name="Google Shape;9555;p2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6" name="Google Shape;9556;p2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7" name="Google Shape;9557;p2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8" name="Google Shape;9558;p2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9" name="Google Shape;9559;p2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0" name="Google Shape;9560;p2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1" name="Google Shape;9561;p2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2" name="Google Shape;9562;p2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3" name="Google Shape;9563;p2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4" name="Google Shape;9564;p2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5" name="Google Shape;9565;p2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6" name="Google Shape;9566;p2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7" name="Google Shape;9567;p2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8" name="Google Shape;9568;p2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9" name="Google Shape;9569;p2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0" name="Google Shape;9570;p2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1" name="Google Shape;9571;p2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2" name="Google Shape;9572;p2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3" name="Google Shape;9573;p2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4" name="Google Shape;9574;p2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5" name="Google Shape;9575;p2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6" name="Google Shape;9576;p2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7" name="Google Shape;9577;p2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8" name="Google Shape;9578;p2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9" name="Google Shape;9579;p2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0" name="Google Shape;9580;p2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1" name="Google Shape;9581;p2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2" name="Google Shape;9582;p2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3" name="Google Shape;9583;p2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4" name="Google Shape;9584;p2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5" name="Google Shape;9585;p2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6" name="Google Shape;9586;p2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7" name="Google Shape;9587;p2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8" name="Google Shape;9588;p2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9" name="Google Shape;9589;p2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0" name="Google Shape;9590;p2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1" name="Google Shape;9591;p2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2" name="Google Shape;9592;p2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93" name="Google Shape;9593;p20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9594" name="Google Shape;9594;p2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5" name="Google Shape;9595;p2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6" name="Google Shape;9596;p2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7" name="Google Shape;9597;p2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8" name="Google Shape;9598;p2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9" name="Google Shape;9599;p2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0" name="Google Shape;9600;p2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1" name="Google Shape;9601;p2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2" name="Google Shape;9602;p2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3" name="Google Shape;9603;p2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4" name="Google Shape;9604;p2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5" name="Google Shape;9605;p2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6" name="Google Shape;9606;p2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7" name="Google Shape;9607;p2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8" name="Google Shape;9608;p2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9" name="Google Shape;9609;p2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0" name="Google Shape;9610;p2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1" name="Google Shape;9611;p2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2" name="Google Shape;9612;p2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3" name="Google Shape;9613;p2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4" name="Google Shape;9614;p2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5" name="Google Shape;9615;p2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6" name="Google Shape;9616;p2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7" name="Google Shape;9617;p2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8" name="Google Shape;9618;p2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9" name="Google Shape;9619;p2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0" name="Google Shape;9620;p2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1" name="Google Shape;9621;p2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2" name="Google Shape;9622;p2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3" name="Google Shape;9623;p2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4" name="Google Shape;9624;p2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5" name="Google Shape;9625;p2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6" name="Google Shape;9626;p2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7" name="Google Shape;9627;p2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8" name="Google Shape;9628;p2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9" name="Google Shape;9629;p2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0" name="Google Shape;9630;p2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1" name="Google Shape;9631;p2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2" name="Google Shape;9632;p2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3" name="Google Shape;9633;p2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4" name="Google Shape;9634;p2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5" name="Google Shape;9635;p2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6" name="Google Shape;9636;p2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37" name="Google Shape;9637;p20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9638" name="Google Shape;9638;p2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9" name="Google Shape;9639;p2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0" name="Google Shape;9640;p2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1" name="Google Shape;9641;p2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2" name="Google Shape;9642;p2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3" name="Google Shape;9643;p2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4" name="Google Shape;9644;p2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5" name="Google Shape;9645;p2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6" name="Google Shape;9646;p2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7" name="Google Shape;9647;p2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8" name="Google Shape;9648;p2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9" name="Google Shape;9649;p2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0" name="Google Shape;9650;p2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1" name="Google Shape;9651;p2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2" name="Google Shape;9652;p2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3" name="Google Shape;9653;p2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4" name="Google Shape;9654;p2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5" name="Google Shape;9655;p2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6" name="Google Shape;9656;p2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7" name="Google Shape;9657;p2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8" name="Google Shape;9658;p2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9" name="Google Shape;9659;p2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0" name="Google Shape;9660;p2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1" name="Google Shape;9661;p2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2" name="Google Shape;9662;p2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3" name="Google Shape;9663;p2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4" name="Google Shape;9664;p2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5" name="Google Shape;9665;p2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6" name="Google Shape;9666;p2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7" name="Google Shape;9667;p2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8" name="Google Shape;9668;p2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9" name="Google Shape;9669;p2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0" name="Google Shape;9670;p2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1" name="Google Shape;9671;p2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2" name="Google Shape;9672;p2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3" name="Google Shape;9673;p2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4" name="Google Shape;9674;p2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5" name="Google Shape;9675;p2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6" name="Google Shape;9676;p2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7" name="Google Shape;9677;p2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8" name="Google Shape;9678;p2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9" name="Google Shape;9679;p2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0" name="Google Shape;9680;p2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81" name="Google Shape;9681;p20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9682" name="Google Shape;9682;p2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3" name="Google Shape;9683;p2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4" name="Google Shape;9684;p2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5" name="Google Shape;9685;p2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6" name="Google Shape;9686;p2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7" name="Google Shape;9687;p2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8" name="Google Shape;9688;p2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9" name="Google Shape;9689;p2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0" name="Google Shape;9690;p2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1" name="Google Shape;9691;p2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2" name="Google Shape;9692;p2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3" name="Google Shape;9693;p2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4" name="Google Shape;9694;p2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5" name="Google Shape;9695;p2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6" name="Google Shape;9696;p2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7" name="Google Shape;9697;p2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8" name="Google Shape;9698;p2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9" name="Google Shape;9699;p2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0" name="Google Shape;9700;p2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1" name="Google Shape;9701;p2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2" name="Google Shape;9702;p2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3" name="Google Shape;9703;p2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4" name="Google Shape;9704;p2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5" name="Google Shape;9705;p2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6" name="Google Shape;9706;p2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7" name="Google Shape;9707;p2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8" name="Google Shape;9708;p2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9" name="Google Shape;9709;p2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0" name="Google Shape;9710;p2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1" name="Google Shape;9711;p2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2" name="Google Shape;9712;p2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3" name="Google Shape;9713;p2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4" name="Google Shape;9714;p2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5" name="Google Shape;9715;p2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6" name="Google Shape;9716;p2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7" name="Google Shape;9717;p2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8" name="Google Shape;9718;p2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9" name="Google Shape;9719;p2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0" name="Google Shape;9720;p2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1" name="Google Shape;9721;p2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2" name="Google Shape;9722;p2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3" name="Google Shape;9723;p2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4" name="Google Shape;9724;p2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25" name="Google Shape;9725;p20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9726" name="Google Shape;9726;p2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7" name="Google Shape;9727;p2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8" name="Google Shape;9728;p2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9" name="Google Shape;9729;p2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0" name="Google Shape;9730;p2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1" name="Google Shape;9731;p2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2" name="Google Shape;9732;p2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3" name="Google Shape;9733;p2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4" name="Google Shape;9734;p2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5" name="Google Shape;9735;p2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6" name="Google Shape;9736;p2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7" name="Google Shape;9737;p2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8" name="Google Shape;9738;p2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9" name="Google Shape;9739;p2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0" name="Google Shape;9740;p2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1" name="Google Shape;9741;p2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2" name="Google Shape;9742;p2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3" name="Google Shape;9743;p2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4" name="Google Shape;9744;p2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5" name="Google Shape;9745;p2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6" name="Google Shape;9746;p2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7" name="Google Shape;9747;p2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8" name="Google Shape;9748;p2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9" name="Google Shape;9749;p2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0" name="Google Shape;9750;p2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1" name="Google Shape;9751;p2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2" name="Google Shape;9752;p2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3" name="Google Shape;9753;p2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4" name="Google Shape;9754;p2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5" name="Google Shape;9755;p2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6" name="Google Shape;9756;p2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7" name="Google Shape;9757;p2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8" name="Google Shape;9758;p2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9" name="Google Shape;9759;p2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0" name="Google Shape;9760;p2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1" name="Google Shape;9761;p2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2" name="Google Shape;9762;p2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3" name="Google Shape;9763;p2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4" name="Google Shape;9764;p2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5" name="Google Shape;9765;p2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6" name="Google Shape;9766;p2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7" name="Google Shape;9767;p2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8" name="Google Shape;9768;p2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69" name="Google Shape;9769;p20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9770" name="Google Shape;9770;p2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1" name="Google Shape;9771;p2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2" name="Google Shape;9772;p2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3" name="Google Shape;9773;p2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4" name="Google Shape;9774;p2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5" name="Google Shape;9775;p2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6" name="Google Shape;9776;p2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7" name="Google Shape;9777;p2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8" name="Google Shape;9778;p2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9" name="Google Shape;9779;p2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0" name="Google Shape;9780;p2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1" name="Google Shape;9781;p2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2" name="Google Shape;9782;p2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3" name="Google Shape;9783;p2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4" name="Google Shape;9784;p2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5" name="Google Shape;9785;p2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6" name="Google Shape;9786;p2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7" name="Google Shape;9787;p2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8" name="Google Shape;9788;p2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9" name="Google Shape;9789;p2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0" name="Google Shape;9790;p2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1" name="Google Shape;9791;p2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2" name="Google Shape;9792;p2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3" name="Google Shape;9793;p2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4" name="Google Shape;9794;p2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5" name="Google Shape;9795;p2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6" name="Google Shape;9796;p2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7" name="Google Shape;9797;p2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8" name="Google Shape;9798;p2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9" name="Google Shape;9799;p2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0" name="Google Shape;9800;p2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1" name="Google Shape;9801;p2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2" name="Google Shape;9802;p2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3" name="Google Shape;9803;p2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4" name="Google Shape;9804;p2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5" name="Google Shape;9805;p2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6" name="Google Shape;9806;p2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7" name="Google Shape;9807;p2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8" name="Google Shape;9808;p2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9" name="Google Shape;9809;p2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0" name="Google Shape;9810;p2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1" name="Google Shape;9811;p2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2" name="Google Shape;9812;p2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13" name="Google Shape;9813;p20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9814" name="Google Shape;9814;p2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5" name="Google Shape;9815;p2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6" name="Google Shape;9816;p2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7" name="Google Shape;9817;p2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8" name="Google Shape;9818;p2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9" name="Google Shape;9819;p2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0" name="Google Shape;9820;p2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1" name="Google Shape;9821;p2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2" name="Google Shape;9822;p2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3" name="Google Shape;9823;p2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4" name="Google Shape;9824;p2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5" name="Google Shape;9825;p2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6" name="Google Shape;9826;p2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7" name="Google Shape;9827;p2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8" name="Google Shape;9828;p2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9" name="Google Shape;9829;p2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0" name="Google Shape;9830;p2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1" name="Google Shape;9831;p2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2" name="Google Shape;9832;p2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3" name="Google Shape;9833;p2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4" name="Google Shape;9834;p2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5" name="Google Shape;9835;p2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6" name="Google Shape;9836;p2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7" name="Google Shape;9837;p2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8" name="Google Shape;9838;p2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9" name="Google Shape;9839;p2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0" name="Google Shape;9840;p2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1" name="Google Shape;9841;p2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2" name="Google Shape;9842;p2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3" name="Google Shape;9843;p2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4" name="Google Shape;9844;p2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5" name="Google Shape;9845;p2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6" name="Google Shape;9846;p2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7" name="Google Shape;9847;p2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8" name="Google Shape;9848;p2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9" name="Google Shape;9849;p2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0" name="Google Shape;9850;p2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1" name="Google Shape;9851;p2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2" name="Google Shape;9852;p2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3" name="Google Shape;9853;p2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4" name="Google Shape;9854;p2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5" name="Google Shape;9855;p2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6" name="Google Shape;9856;p2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57" name="Google Shape;9857;p20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9858" name="Google Shape;9858;p20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9" name="Google Shape;9859;p20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0" name="Google Shape;9860;p20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1" name="Google Shape;9861;p20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2" name="Google Shape;9862;p20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3" name="Google Shape;9863;p20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4" name="Google Shape;9864;p20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5" name="Google Shape;9865;p20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6" name="Google Shape;9866;p20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7" name="Google Shape;9867;p20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8" name="Google Shape;9868;p20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9" name="Google Shape;9869;p20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0" name="Google Shape;9870;p20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1" name="Google Shape;9871;p20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2" name="Google Shape;9872;p20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3" name="Google Shape;9873;p20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4" name="Google Shape;9874;p20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5" name="Google Shape;9875;p20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6" name="Google Shape;9876;p20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7" name="Google Shape;9877;p20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8" name="Google Shape;9878;p20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9" name="Google Shape;9879;p20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0" name="Google Shape;9880;p20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1" name="Google Shape;9881;p20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2" name="Google Shape;9882;p20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3" name="Google Shape;9883;p20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4" name="Google Shape;9884;p20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5" name="Google Shape;9885;p20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6" name="Google Shape;9886;p20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7" name="Google Shape;9887;p20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8" name="Google Shape;9888;p20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9" name="Google Shape;9889;p20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0" name="Google Shape;9890;p20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1" name="Google Shape;9891;p20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2" name="Google Shape;9892;p20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3" name="Google Shape;9893;p20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4" name="Google Shape;9894;p20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5" name="Google Shape;9895;p20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6" name="Google Shape;9896;p20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7" name="Google Shape;9897;p20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8" name="Google Shape;9898;p20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9" name="Google Shape;9899;p20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0" name="Google Shape;9900;p20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901" name="Google Shape;9901;p20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9902" name="Google Shape;9902;p20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9903" name="Google Shape;9903;p20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4" name="Google Shape;9904;p20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5" name="Google Shape;9905;p20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6" name="Google Shape;9906;p20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7" name="Google Shape;9907;p20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8" name="Google Shape;9908;p20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9" name="Google Shape;9909;p20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0" name="Google Shape;9910;p20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1" name="Google Shape;9911;p20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2" name="Google Shape;9912;p20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3" name="Google Shape;9913;p20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4" name="Google Shape;9914;p20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5" name="Google Shape;9915;p20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6" name="Google Shape;9916;p20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7" name="Google Shape;9917;p20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8" name="Google Shape;9918;p20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9" name="Google Shape;9919;p20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0" name="Google Shape;9920;p20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1" name="Google Shape;9921;p20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2" name="Google Shape;9922;p20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3" name="Google Shape;9923;p20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4" name="Google Shape;9924;p20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5" name="Google Shape;9925;p20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6" name="Google Shape;9926;p20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7" name="Google Shape;9927;p20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8" name="Google Shape;9928;p20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9" name="Google Shape;9929;p20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30" name="Google Shape;9930;p20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9931" name="Google Shape;9931;p20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2" name="Google Shape;9932;p20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3" name="Google Shape;9933;p20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4" name="Google Shape;9934;p20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5" name="Google Shape;9935;p20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6" name="Google Shape;9936;p20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7" name="Google Shape;9937;p20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8" name="Google Shape;9938;p20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9" name="Google Shape;9939;p20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0" name="Google Shape;9940;p20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1" name="Google Shape;9941;p20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2" name="Google Shape;9942;p20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3" name="Google Shape;9943;p20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4" name="Google Shape;9944;p20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5" name="Google Shape;9945;p20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6" name="Google Shape;9946;p20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7" name="Google Shape;9947;p20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8" name="Google Shape;9948;p20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9" name="Google Shape;9949;p20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0" name="Google Shape;9950;p20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1" name="Google Shape;9951;p20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2" name="Google Shape;9952;p20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3" name="Google Shape;9953;p20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4" name="Google Shape;9954;p20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5" name="Google Shape;9955;p20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6" name="Google Shape;9956;p20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7" name="Google Shape;9957;p20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58" name="Google Shape;9958;p20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9959" name="Google Shape;9959;p20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0" name="Google Shape;9960;p20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1" name="Google Shape;9961;p20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2" name="Google Shape;9962;p20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3" name="Google Shape;9963;p20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4" name="Google Shape;9964;p20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5" name="Google Shape;9965;p20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6" name="Google Shape;9966;p20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7" name="Google Shape;9967;p20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8" name="Google Shape;9968;p20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9" name="Google Shape;9969;p20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0" name="Google Shape;9970;p20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1" name="Google Shape;9971;p20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2" name="Google Shape;9972;p20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3" name="Google Shape;9973;p20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4" name="Google Shape;9974;p20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5" name="Google Shape;9975;p20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6" name="Google Shape;9976;p20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7" name="Google Shape;9977;p20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8" name="Google Shape;9978;p20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9" name="Google Shape;9979;p20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0" name="Google Shape;9980;p20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1" name="Google Shape;9981;p20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2" name="Google Shape;9982;p20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3" name="Google Shape;9983;p20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4" name="Google Shape;9984;p20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5" name="Google Shape;9985;p20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986" name="Google Shape;9986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7">
    <p:spTree>
      <p:nvGrpSpPr>
        <p:cNvPr id="1" name="Shape 9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88" name="Google Shape;9988;p21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9989" name="Google Shape;9989;p21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9990" name="Google Shape;9990;p2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1" name="Google Shape;9991;p2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2" name="Google Shape;9992;p2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3" name="Google Shape;9993;p2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4" name="Google Shape;9994;p2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5" name="Google Shape;9995;p2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6" name="Google Shape;9996;p2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7" name="Google Shape;9997;p2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8" name="Google Shape;9998;p2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9" name="Google Shape;9999;p2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0" name="Google Shape;10000;p2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1" name="Google Shape;10001;p2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2" name="Google Shape;10002;p2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3" name="Google Shape;10003;p2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4" name="Google Shape;10004;p2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5" name="Google Shape;10005;p2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6" name="Google Shape;10006;p2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7" name="Google Shape;10007;p2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8" name="Google Shape;10008;p2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9" name="Google Shape;10009;p2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0" name="Google Shape;10010;p2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1" name="Google Shape;10011;p2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2" name="Google Shape;10012;p2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3" name="Google Shape;10013;p2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4" name="Google Shape;10014;p2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5" name="Google Shape;10015;p2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6" name="Google Shape;10016;p2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7" name="Google Shape;10017;p2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8" name="Google Shape;10018;p2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9" name="Google Shape;10019;p2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0" name="Google Shape;10020;p2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1" name="Google Shape;10021;p2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2" name="Google Shape;10022;p2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3" name="Google Shape;10023;p2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4" name="Google Shape;10024;p2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5" name="Google Shape;10025;p2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6" name="Google Shape;10026;p2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7" name="Google Shape;10027;p2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8" name="Google Shape;10028;p2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9" name="Google Shape;10029;p2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0" name="Google Shape;10030;p2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1" name="Google Shape;10031;p2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2" name="Google Shape;10032;p2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33" name="Google Shape;10033;p21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10034" name="Google Shape;10034;p2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5" name="Google Shape;10035;p2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6" name="Google Shape;10036;p2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7" name="Google Shape;10037;p2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8" name="Google Shape;10038;p2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9" name="Google Shape;10039;p2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0" name="Google Shape;10040;p2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1" name="Google Shape;10041;p2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2" name="Google Shape;10042;p2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3" name="Google Shape;10043;p2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4" name="Google Shape;10044;p2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5" name="Google Shape;10045;p2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6" name="Google Shape;10046;p2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7" name="Google Shape;10047;p2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8" name="Google Shape;10048;p2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9" name="Google Shape;10049;p2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0" name="Google Shape;10050;p2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1" name="Google Shape;10051;p2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2" name="Google Shape;10052;p2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3" name="Google Shape;10053;p2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4" name="Google Shape;10054;p2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5" name="Google Shape;10055;p2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6" name="Google Shape;10056;p2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7" name="Google Shape;10057;p2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8" name="Google Shape;10058;p2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9" name="Google Shape;10059;p2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0" name="Google Shape;10060;p2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1" name="Google Shape;10061;p2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2" name="Google Shape;10062;p2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3" name="Google Shape;10063;p2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4" name="Google Shape;10064;p2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5" name="Google Shape;10065;p2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6" name="Google Shape;10066;p2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7" name="Google Shape;10067;p2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8" name="Google Shape;10068;p2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9" name="Google Shape;10069;p2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0" name="Google Shape;10070;p2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1" name="Google Shape;10071;p2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2" name="Google Shape;10072;p2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3" name="Google Shape;10073;p2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4" name="Google Shape;10074;p2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5" name="Google Shape;10075;p2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6" name="Google Shape;10076;p2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77" name="Google Shape;10077;p21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10078" name="Google Shape;10078;p2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9" name="Google Shape;10079;p2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0" name="Google Shape;10080;p2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1" name="Google Shape;10081;p2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2" name="Google Shape;10082;p2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3" name="Google Shape;10083;p2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4" name="Google Shape;10084;p2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5" name="Google Shape;10085;p2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6" name="Google Shape;10086;p2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7" name="Google Shape;10087;p2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8" name="Google Shape;10088;p2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9" name="Google Shape;10089;p2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0" name="Google Shape;10090;p2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1" name="Google Shape;10091;p2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2" name="Google Shape;10092;p2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3" name="Google Shape;10093;p2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4" name="Google Shape;10094;p2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5" name="Google Shape;10095;p2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6" name="Google Shape;10096;p2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7" name="Google Shape;10097;p2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8" name="Google Shape;10098;p2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9" name="Google Shape;10099;p2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0" name="Google Shape;10100;p2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1" name="Google Shape;10101;p2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2" name="Google Shape;10102;p2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3" name="Google Shape;10103;p2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4" name="Google Shape;10104;p2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5" name="Google Shape;10105;p2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6" name="Google Shape;10106;p2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7" name="Google Shape;10107;p2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8" name="Google Shape;10108;p2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9" name="Google Shape;10109;p2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0" name="Google Shape;10110;p2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1" name="Google Shape;10111;p2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2" name="Google Shape;10112;p2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3" name="Google Shape;10113;p2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4" name="Google Shape;10114;p2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5" name="Google Shape;10115;p2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6" name="Google Shape;10116;p2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7" name="Google Shape;10117;p2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8" name="Google Shape;10118;p2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9" name="Google Shape;10119;p2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0" name="Google Shape;10120;p2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21" name="Google Shape;10121;p21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10122" name="Google Shape;10122;p2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3" name="Google Shape;10123;p2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4" name="Google Shape;10124;p2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5" name="Google Shape;10125;p2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6" name="Google Shape;10126;p2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7" name="Google Shape;10127;p2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8" name="Google Shape;10128;p2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9" name="Google Shape;10129;p2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0" name="Google Shape;10130;p2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1" name="Google Shape;10131;p2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2" name="Google Shape;10132;p2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3" name="Google Shape;10133;p2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4" name="Google Shape;10134;p2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5" name="Google Shape;10135;p2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6" name="Google Shape;10136;p2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7" name="Google Shape;10137;p2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8" name="Google Shape;10138;p2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9" name="Google Shape;10139;p2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0" name="Google Shape;10140;p2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1" name="Google Shape;10141;p2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2" name="Google Shape;10142;p2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3" name="Google Shape;10143;p2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4" name="Google Shape;10144;p2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5" name="Google Shape;10145;p2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6" name="Google Shape;10146;p2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7" name="Google Shape;10147;p2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8" name="Google Shape;10148;p2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9" name="Google Shape;10149;p2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0" name="Google Shape;10150;p2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1" name="Google Shape;10151;p2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2" name="Google Shape;10152;p2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3" name="Google Shape;10153;p2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4" name="Google Shape;10154;p2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5" name="Google Shape;10155;p2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6" name="Google Shape;10156;p2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7" name="Google Shape;10157;p2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8" name="Google Shape;10158;p2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9" name="Google Shape;10159;p2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0" name="Google Shape;10160;p2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1" name="Google Shape;10161;p2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2" name="Google Shape;10162;p2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3" name="Google Shape;10163;p2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4" name="Google Shape;10164;p2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65" name="Google Shape;10165;p21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10166" name="Google Shape;10166;p2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7" name="Google Shape;10167;p2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8" name="Google Shape;10168;p2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9" name="Google Shape;10169;p2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0" name="Google Shape;10170;p2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1" name="Google Shape;10171;p2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2" name="Google Shape;10172;p2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3" name="Google Shape;10173;p2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4" name="Google Shape;10174;p2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5" name="Google Shape;10175;p2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6" name="Google Shape;10176;p2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7" name="Google Shape;10177;p2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8" name="Google Shape;10178;p2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9" name="Google Shape;10179;p2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0" name="Google Shape;10180;p2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1" name="Google Shape;10181;p2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2" name="Google Shape;10182;p2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3" name="Google Shape;10183;p2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4" name="Google Shape;10184;p2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5" name="Google Shape;10185;p2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6" name="Google Shape;10186;p2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7" name="Google Shape;10187;p2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8" name="Google Shape;10188;p2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9" name="Google Shape;10189;p2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0" name="Google Shape;10190;p2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1" name="Google Shape;10191;p2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2" name="Google Shape;10192;p2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3" name="Google Shape;10193;p2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4" name="Google Shape;10194;p2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5" name="Google Shape;10195;p2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6" name="Google Shape;10196;p2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7" name="Google Shape;10197;p2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8" name="Google Shape;10198;p2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9" name="Google Shape;10199;p2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0" name="Google Shape;10200;p2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1" name="Google Shape;10201;p2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2" name="Google Shape;10202;p2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3" name="Google Shape;10203;p2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4" name="Google Shape;10204;p2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5" name="Google Shape;10205;p2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6" name="Google Shape;10206;p2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7" name="Google Shape;10207;p2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8" name="Google Shape;10208;p2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09" name="Google Shape;10209;p21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10210" name="Google Shape;10210;p2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1" name="Google Shape;10211;p2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2" name="Google Shape;10212;p2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3" name="Google Shape;10213;p2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4" name="Google Shape;10214;p2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5" name="Google Shape;10215;p2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6" name="Google Shape;10216;p2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7" name="Google Shape;10217;p2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8" name="Google Shape;10218;p2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9" name="Google Shape;10219;p2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0" name="Google Shape;10220;p2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1" name="Google Shape;10221;p2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2" name="Google Shape;10222;p2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3" name="Google Shape;10223;p2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4" name="Google Shape;10224;p2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5" name="Google Shape;10225;p2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6" name="Google Shape;10226;p2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7" name="Google Shape;10227;p2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8" name="Google Shape;10228;p2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9" name="Google Shape;10229;p2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0" name="Google Shape;10230;p2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1" name="Google Shape;10231;p2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2" name="Google Shape;10232;p2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3" name="Google Shape;10233;p2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4" name="Google Shape;10234;p2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5" name="Google Shape;10235;p2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6" name="Google Shape;10236;p2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7" name="Google Shape;10237;p2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8" name="Google Shape;10238;p2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9" name="Google Shape;10239;p2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0" name="Google Shape;10240;p2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1" name="Google Shape;10241;p2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2" name="Google Shape;10242;p2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3" name="Google Shape;10243;p2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4" name="Google Shape;10244;p2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5" name="Google Shape;10245;p2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6" name="Google Shape;10246;p2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7" name="Google Shape;10247;p2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8" name="Google Shape;10248;p2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9" name="Google Shape;10249;p2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0" name="Google Shape;10250;p2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1" name="Google Shape;10251;p2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2" name="Google Shape;10252;p2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53" name="Google Shape;10253;p21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10254" name="Google Shape;10254;p2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5" name="Google Shape;10255;p2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6" name="Google Shape;10256;p2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7" name="Google Shape;10257;p2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8" name="Google Shape;10258;p2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9" name="Google Shape;10259;p2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0" name="Google Shape;10260;p2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1" name="Google Shape;10261;p2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2" name="Google Shape;10262;p2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3" name="Google Shape;10263;p2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4" name="Google Shape;10264;p2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5" name="Google Shape;10265;p2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6" name="Google Shape;10266;p2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7" name="Google Shape;10267;p2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8" name="Google Shape;10268;p2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9" name="Google Shape;10269;p2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0" name="Google Shape;10270;p2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1" name="Google Shape;10271;p2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2" name="Google Shape;10272;p2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3" name="Google Shape;10273;p2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4" name="Google Shape;10274;p2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5" name="Google Shape;10275;p2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6" name="Google Shape;10276;p2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7" name="Google Shape;10277;p2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8" name="Google Shape;10278;p2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9" name="Google Shape;10279;p2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0" name="Google Shape;10280;p2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1" name="Google Shape;10281;p2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2" name="Google Shape;10282;p2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3" name="Google Shape;10283;p2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4" name="Google Shape;10284;p2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5" name="Google Shape;10285;p2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6" name="Google Shape;10286;p2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7" name="Google Shape;10287;p2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8" name="Google Shape;10288;p2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9" name="Google Shape;10289;p2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0" name="Google Shape;10290;p2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1" name="Google Shape;10291;p2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2" name="Google Shape;10292;p2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3" name="Google Shape;10293;p2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4" name="Google Shape;10294;p2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5" name="Google Shape;10295;p2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6" name="Google Shape;10296;p2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97" name="Google Shape;10297;p21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10298" name="Google Shape;10298;p2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9" name="Google Shape;10299;p2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0" name="Google Shape;10300;p2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1" name="Google Shape;10301;p2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2" name="Google Shape;10302;p2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3" name="Google Shape;10303;p2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4" name="Google Shape;10304;p2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5" name="Google Shape;10305;p2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6" name="Google Shape;10306;p2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7" name="Google Shape;10307;p2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8" name="Google Shape;10308;p2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9" name="Google Shape;10309;p2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0" name="Google Shape;10310;p2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1" name="Google Shape;10311;p2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2" name="Google Shape;10312;p2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3" name="Google Shape;10313;p2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4" name="Google Shape;10314;p2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5" name="Google Shape;10315;p2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6" name="Google Shape;10316;p2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7" name="Google Shape;10317;p2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8" name="Google Shape;10318;p2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9" name="Google Shape;10319;p2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0" name="Google Shape;10320;p2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1" name="Google Shape;10321;p2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2" name="Google Shape;10322;p2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3" name="Google Shape;10323;p2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4" name="Google Shape;10324;p2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5" name="Google Shape;10325;p2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6" name="Google Shape;10326;p2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7" name="Google Shape;10327;p2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8" name="Google Shape;10328;p2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9" name="Google Shape;10329;p2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0" name="Google Shape;10330;p2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1" name="Google Shape;10331;p2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2" name="Google Shape;10332;p2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3" name="Google Shape;10333;p2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4" name="Google Shape;10334;p2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5" name="Google Shape;10335;p2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6" name="Google Shape;10336;p2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7" name="Google Shape;10337;p2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8" name="Google Shape;10338;p2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9" name="Google Shape;10339;p2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0" name="Google Shape;10340;p2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41" name="Google Shape;10341;p21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10342" name="Google Shape;10342;p21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3" name="Google Shape;10343;p21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4" name="Google Shape;10344;p21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5" name="Google Shape;10345;p21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6" name="Google Shape;10346;p21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7" name="Google Shape;10347;p21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8" name="Google Shape;10348;p21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9" name="Google Shape;10349;p21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0" name="Google Shape;10350;p21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1" name="Google Shape;10351;p21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2" name="Google Shape;10352;p21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3" name="Google Shape;10353;p21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4" name="Google Shape;10354;p21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5" name="Google Shape;10355;p21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6" name="Google Shape;10356;p21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7" name="Google Shape;10357;p21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8" name="Google Shape;10358;p21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9" name="Google Shape;10359;p21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0" name="Google Shape;10360;p21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1" name="Google Shape;10361;p21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2" name="Google Shape;10362;p21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3" name="Google Shape;10363;p21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4" name="Google Shape;10364;p21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5" name="Google Shape;10365;p21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6" name="Google Shape;10366;p21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7" name="Google Shape;10367;p21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8" name="Google Shape;10368;p21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9" name="Google Shape;10369;p21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0" name="Google Shape;10370;p21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1" name="Google Shape;10371;p21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2" name="Google Shape;10372;p21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3" name="Google Shape;10373;p21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4" name="Google Shape;10374;p21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5" name="Google Shape;10375;p21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6" name="Google Shape;10376;p21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7" name="Google Shape;10377;p21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8" name="Google Shape;10378;p21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9" name="Google Shape;10379;p21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0" name="Google Shape;10380;p21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1" name="Google Shape;10381;p21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2" name="Google Shape;10382;p21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3" name="Google Shape;10383;p21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4" name="Google Shape;10384;p21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85" name="Google Shape;10385;p21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10386" name="Google Shape;10386;p21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10387" name="Google Shape;10387;p21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8" name="Google Shape;10388;p21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9" name="Google Shape;10389;p21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0" name="Google Shape;10390;p21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1" name="Google Shape;10391;p21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2" name="Google Shape;10392;p21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3" name="Google Shape;10393;p21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4" name="Google Shape;10394;p21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5" name="Google Shape;10395;p21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6" name="Google Shape;10396;p21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7" name="Google Shape;10397;p21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8" name="Google Shape;10398;p21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9" name="Google Shape;10399;p21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0" name="Google Shape;10400;p21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1" name="Google Shape;10401;p21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2" name="Google Shape;10402;p21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3" name="Google Shape;10403;p21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4" name="Google Shape;10404;p21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5" name="Google Shape;10405;p21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6" name="Google Shape;10406;p21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7" name="Google Shape;10407;p21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8" name="Google Shape;10408;p21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9" name="Google Shape;10409;p21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0" name="Google Shape;10410;p21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1" name="Google Shape;10411;p21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2" name="Google Shape;10412;p21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3" name="Google Shape;10413;p21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14" name="Google Shape;10414;p21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10415" name="Google Shape;10415;p21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6" name="Google Shape;10416;p21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7" name="Google Shape;10417;p21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8" name="Google Shape;10418;p21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9" name="Google Shape;10419;p21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0" name="Google Shape;10420;p21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1" name="Google Shape;10421;p21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2" name="Google Shape;10422;p21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3" name="Google Shape;10423;p21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4" name="Google Shape;10424;p21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5" name="Google Shape;10425;p21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6" name="Google Shape;10426;p21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7" name="Google Shape;10427;p21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8" name="Google Shape;10428;p21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9" name="Google Shape;10429;p21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0" name="Google Shape;10430;p21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1" name="Google Shape;10431;p21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2" name="Google Shape;10432;p21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3" name="Google Shape;10433;p21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4" name="Google Shape;10434;p21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5" name="Google Shape;10435;p21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6" name="Google Shape;10436;p21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7" name="Google Shape;10437;p21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8" name="Google Shape;10438;p21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9" name="Google Shape;10439;p21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0" name="Google Shape;10440;p21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1" name="Google Shape;10441;p21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42" name="Google Shape;10442;p21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10443" name="Google Shape;10443;p21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4" name="Google Shape;10444;p21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5" name="Google Shape;10445;p21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6" name="Google Shape;10446;p21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7" name="Google Shape;10447;p21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8" name="Google Shape;10448;p21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9" name="Google Shape;10449;p21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0" name="Google Shape;10450;p21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1" name="Google Shape;10451;p21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2" name="Google Shape;10452;p21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3" name="Google Shape;10453;p21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4" name="Google Shape;10454;p21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5" name="Google Shape;10455;p21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6" name="Google Shape;10456;p21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7" name="Google Shape;10457;p21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8" name="Google Shape;10458;p21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9" name="Google Shape;10459;p21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0" name="Google Shape;10460;p21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1" name="Google Shape;10461;p21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2" name="Google Shape;10462;p21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3" name="Google Shape;10463;p21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4" name="Google Shape;10464;p21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5" name="Google Shape;10465;p21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6" name="Google Shape;10466;p21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7" name="Google Shape;10467;p21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8" name="Google Shape;10468;p21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9" name="Google Shape;10469;p21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470" name="Google Shape;10470;p21"/>
          <p:cNvSpPr txBox="1">
            <a:spLocks noGrp="1"/>
          </p:cNvSpPr>
          <p:nvPr>
            <p:ph type="title" hasCustomPrompt="1"/>
          </p:nvPr>
        </p:nvSpPr>
        <p:spPr>
          <a:xfrm>
            <a:off x="1113750" y="1734750"/>
            <a:ext cx="2880000" cy="80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36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0471" name="Google Shape;10471;p21"/>
          <p:cNvSpPr txBox="1">
            <a:spLocks noGrp="1"/>
          </p:cNvSpPr>
          <p:nvPr>
            <p:ph type="subTitle" idx="1"/>
          </p:nvPr>
        </p:nvSpPr>
        <p:spPr>
          <a:xfrm>
            <a:off x="1513350" y="2540025"/>
            <a:ext cx="2080800" cy="6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472" name="Google Shape;10472;p21"/>
          <p:cNvSpPr txBox="1">
            <a:spLocks noGrp="1"/>
          </p:cNvSpPr>
          <p:nvPr>
            <p:ph type="title" idx="2" hasCustomPrompt="1"/>
          </p:nvPr>
        </p:nvSpPr>
        <p:spPr>
          <a:xfrm>
            <a:off x="5150252" y="1734750"/>
            <a:ext cx="2880000" cy="80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36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0473" name="Google Shape;10473;p21"/>
          <p:cNvSpPr txBox="1">
            <a:spLocks noGrp="1"/>
          </p:cNvSpPr>
          <p:nvPr>
            <p:ph type="subTitle" idx="3"/>
          </p:nvPr>
        </p:nvSpPr>
        <p:spPr>
          <a:xfrm>
            <a:off x="5569500" y="2540025"/>
            <a:ext cx="2041500" cy="6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10474" name="Google Shape;10474;p21"/>
          <p:cNvGrpSpPr/>
          <p:nvPr/>
        </p:nvGrpSpPr>
        <p:grpSpPr>
          <a:xfrm>
            <a:off x="1148228" y="4237329"/>
            <a:ext cx="275098" cy="366258"/>
            <a:chOff x="2664400" y="2169200"/>
            <a:chExt cx="78000" cy="103850"/>
          </a:xfrm>
        </p:grpSpPr>
        <p:sp>
          <p:nvSpPr>
            <p:cNvPr id="10475" name="Google Shape;10475;p21"/>
            <p:cNvSpPr/>
            <p:nvPr/>
          </p:nvSpPr>
          <p:spPr>
            <a:xfrm>
              <a:off x="2690250" y="216920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6" name="Google Shape;10476;p21"/>
            <p:cNvSpPr/>
            <p:nvPr/>
          </p:nvSpPr>
          <p:spPr>
            <a:xfrm>
              <a:off x="2664400" y="219505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7" name="Google Shape;10477;p21"/>
            <p:cNvSpPr/>
            <p:nvPr/>
          </p:nvSpPr>
          <p:spPr>
            <a:xfrm>
              <a:off x="2690250" y="2195050"/>
              <a:ext cx="26275" cy="26275"/>
            </a:xfrm>
            <a:custGeom>
              <a:avLst/>
              <a:gdLst/>
              <a:ahLst/>
              <a:cxnLst/>
              <a:rect l="l" t="t" r="r" b="b"/>
              <a:pathLst>
                <a:path w="1051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51" y="1051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8" name="Google Shape;10478;p21"/>
            <p:cNvSpPr/>
            <p:nvPr/>
          </p:nvSpPr>
          <p:spPr>
            <a:xfrm>
              <a:off x="2716500" y="2195050"/>
              <a:ext cx="25900" cy="26275"/>
            </a:xfrm>
            <a:custGeom>
              <a:avLst/>
              <a:gdLst/>
              <a:ahLst/>
              <a:cxnLst/>
              <a:rect l="l" t="t" r="r" b="b"/>
              <a:pathLst>
                <a:path w="1036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9" name="Google Shape;10479;p21"/>
            <p:cNvSpPr/>
            <p:nvPr/>
          </p:nvSpPr>
          <p:spPr>
            <a:xfrm>
              <a:off x="2690250" y="2221300"/>
              <a:ext cx="26275" cy="25900"/>
            </a:xfrm>
            <a:custGeom>
              <a:avLst/>
              <a:gdLst/>
              <a:ahLst/>
              <a:cxnLst/>
              <a:rect l="l" t="t" r="r" b="b"/>
              <a:pathLst>
                <a:path w="1051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0" name="Google Shape;10480;p21"/>
            <p:cNvSpPr/>
            <p:nvPr/>
          </p:nvSpPr>
          <p:spPr>
            <a:xfrm>
              <a:off x="2690250" y="2247175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81" name="Google Shape;10481;p21"/>
          <p:cNvGrpSpPr/>
          <p:nvPr/>
        </p:nvGrpSpPr>
        <p:grpSpPr>
          <a:xfrm>
            <a:off x="1515965" y="3990919"/>
            <a:ext cx="433691" cy="607831"/>
            <a:chOff x="3320750" y="2845525"/>
            <a:chExt cx="176750" cy="247700"/>
          </a:xfrm>
        </p:grpSpPr>
        <p:sp>
          <p:nvSpPr>
            <p:cNvPr id="10482" name="Google Shape;10482;p21"/>
            <p:cNvSpPr/>
            <p:nvPr/>
          </p:nvSpPr>
          <p:spPr>
            <a:xfrm>
              <a:off x="3356025" y="2845525"/>
              <a:ext cx="35675" cy="35700"/>
            </a:xfrm>
            <a:custGeom>
              <a:avLst/>
              <a:gdLst/>
              <a:ahLst/>
              <a:cxnLst/>
              <a:rect l="l" t="t" r="r" b="b"/>
              <a:pathLst>
                <a:path w="1427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3" name="Google Shape;10483;p21"/>
            <p:cNvSpPr/>
            <p:nvPr/>
          </p:nvSpPr>
          <p:spPr>
            <a:xfrm>
              <a:off x="3391675" y="28455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1" y="1"/>
                  </a:moveTo>
                  <a:lnTo>
                    <a:pt x="1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4" name="Google Shape;10484;p21"/>
            <p:cNvSpPr/>
            <p:nvPr/>
          </p:nvSpPr>
          <p:spPr>
            <a:xfrm>
              <a:off x="3426950" y="28455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5" name="Google Shape;10485;p21"/>
            <p:cNvSpPr/>
            <p:nvPr/>
          </p:nvSpPr>
          <p:spPr>
            <a:xfrm>
              <a:off x="3356025" y="2881200"/>
              <a:ext cx="35675" cy="35275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6" name="Google Shape;10486;p21"/>
            <p:cNvSpPr/>
            <p:nvPr/>
          </p:nvSpPr>
          <p:spPr>
            <a:xfrm>
              <a:off x="3391675" y="2881200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7" name="Google Shape;10487;p21"/>
            <p:cNvSpPr/>
            <p:nvPr/>
          </p:nvSpPr>
          <p:spPr>
            <a:xfrm>
              <a:off x="3426950" y="2881200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8" name="Google Shape;10488;p21"/>
            <p:cNvSpPr/>
            <p:nvPr/>
          </p:nvSpPr>
          <p:spPr>
            <a:xfrm>
              <a:off x="3356025" y="2916450"/>
              <a:ext cx="35675" cy="3530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7" y="1412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9" name="Google Shape;10489;p21"/>
            <p:cNvSpPr/>
            <p:nvPr/>
          </p:nvSpPr>
          <p:spPr>
            <a:xfrm>
              <a:off x="3391675" y="291645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0" name="Google Shape;10490;p21"/>
            <p:cNvSpPr/>
            <p:nvPr/>
          </p:nvSpPr>
          <p:spPr>
            <a:xfrm>
              <a:off x="3426950" y="291645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1" name="Google Shape;10491;p21"/>
            <p:cNvSpPr/>
            <p:nvPr/>
          </p:nvSpPr>
          <p:spPr>
            <a:xfrm>
              <a:off x="3338375" y="2969375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2" name="Google Shape;10492;p21"/>
            <p:cNvSpPr/>
            <p:nvPr/>
          </p:nvSpPr>
          <p:spPr>
            <a:xfrm>
              <a:off x="3391675" y="29517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3" name="Google Shape;10493;p21"/>
            <p:cNvSpPr/>
            <p:nvPr/>
          </p:nvSpPr>
          <p:spPr>
            <a:xfrm>
              <a:off x="3453200" y="2969375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4" name="Google Shape;10494;p21"/>
            <p:cNvSpPr/>
            <p:nvPr/>
          </p:nvSpPr>
          <p:spPr>
            <a:xfrm>
              <a:off x="3365025" y="2996000"/>
              <a:ext cx="26675" cy="26300"/>
            </a:xfrm>
            <a:custGeom>
              <a:avLst/>
              <a:gdLst/>
              <a:ahLst/>
              <a:cxnLst/>
              <a:rect l="l" t="t" r="r" b="b"/>
              <a:pathLst>
                <a:path w="1067" h="1052" extrusionOk="0">
                  <a:moveTo>
                    <a:pt x="1" y="1"/>
                  </a:moveTo>
                  <a:lnTo>
                    <a:pt x="1" y="1051"/>
                  </a:lnTo>
                  <a:lnTo>
                    <a:pt x="1067" y="105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5" name="Google Shape;10495;p21"/>
            <p:cNvSpPr/>
            <p:nvPr/>
          </p:nvSpPr>
          <p:spPr>
            <a:xfrm>
              <a:off x="3391675" y="29870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6" name="Google Shape;10496;p21"/>
            <p:cNvSpPr/>
            <p:nvPr/>
          </p:nvSpPr>
          <p:spPr>
            <a:xfrm>
              <a:off x="3426950" y="2996000"/>
              <a:ext cx="26275" cy="26300"/>
            </a:xfrm>
            <a:custGeom>
              <a:avLst/>
              <a:gdLst/>
              <a:ahLst/>
              <a:cxnLst/>
              <a:rect l="l" t="t" r="r" b="b"/>
              <a:pathLst>
                <a:path w="1051" h="1052" extrusionOk="0">
                  <a:moveTo>
                    <a:pt x="0" y="1"/>
                  </a:moveTo>
                  <a:lnTo>
                    <a:pt x="0" y="1051"/>
                  </a:lnTo>
                  <a:lnTo>
                    <a:pt x="1051" y="1051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7" name="Google Shape;10497;p21"/>
            <p:cNvSpPr/>
            <p:nvPr/>
          </p:nvSpPr>
          <p:spPr>
            <a:xfrm>
              <a:off x="3391675" y="3022275"/>
              <a:ext cx="35300" cy="35675"/>
            </a:xfrm>
            <a:custGeom>
              <a:avLst/>
              <a:gdLst/>
              <a:ahLst/>
              <a:cxnLst/>
              <a:rect l="l" t="t" r="r" b="b"/>
              <a:pathLst>
                <a:path w="1412" h="1427" extrusionOk="0">
                  <a:moveTo>
                    <a:pt x="1" y="0"/>
                  </a:moveTo>
                  <a:lnTo>
                    <a:pt x="1" y="1426"/>
                  </a:lnTo>
                  <a:lnTo>
                    <a:pt x="1411" y="1426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8" name="Google Shape;10498;p21"/>
            <p:cNvSpPr/>
            <p:nvPr/>
          </p:nvSpPr>
          <p:spPr>
            <a:xfrm>
              <a:off x="3320750" y="30579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9" name="Google Shape;10499;p21"/>
            <p:cNvSpPr/>
            <p:nvPr/>
          </p:nvSpPr>
          <p:spPr>
            <a:xfrm>
              <a:off x="3356025" y="3057925"/>
              <a:ext cx="35675" cy="3530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0" name="Google Shape;10500;p21"/>
            <p:cNvSpPr/>
            <p:nvPr/>
          </p:nvSpPr>
          <p:spPr>
            <a:xfrm>
              <a:off x="3391675" y="30579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1" name="Google Shape;10501;p21"/>
            <p:cNvSpPr/>
            <p:nvPr/>
          </p:nvSpPr>
          <p:spPr>
            <a:xfrm>
              <a:off x="3426950" y="30579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2" name="Google Shape;10502;p21"/>
            <p:cNvSpPr/>
            <p:nvPr/>
          </p:nvSpPr>
          <p:spPr>
            <a:xfrm>
              <a:off x="3462225" y="3057925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03" name="Google Shape;10503;p21"/>
          <p:cNvGrpSpPr/>
          <p:nvPr/>
        </p:nvGrpSpPr>
        <p:grpSpPr>
          <a:xfrm>
            <a:off x="5326393" y="4146529"/>
            <a:ext cx="458061" cy="456968"/>
            <a:chOff x="5031225" y="2082975"/>
            <a:chExt cx="157150" cy="156775"/>
          </a:xfrm>
        </p:grpSpPr>
        <p:sp>
          <p:nvSpPr>
            <p:cNvPr id="10504" name="Google Shape;10504;p21"/>
            <p:cNvSpPr/>
            <p:nvPr/>
          </p:nvSpPr>
          <p:spPr>
            <a:xfrm>
              <a:off x="5094300" y="20829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5" name="Google Shape;10505;p21"/>
            <p:cNvSpPr/>
            <p:nvPr/>
          </p:nvSpPr>
          <p:spPr>
            <a:xfrm>
              <a:off x="5062950" y="21143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6" name="Google Shape;10506;p21"/>
            <p:cNvSpPr/>
            <p:nvPr/>
          </p:nvSpPr>
          <p:spPr>
            <a:xfrm>
              <a:off x="5094300" y="21143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7" name="Google Shape;10507;p21"/>
            <p:cNvSpPr/>
            <p:nvPr/>
          </p:nvSpPr>
          <p:spPr>
            <a:xfrm>
              <a:off x="5125650" y="21143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8" name="Google Shape;10508;p21"/>
            <p:cNvSpPr/>
            <p:nvPr/>
          </p:nvSpPr>
          <p:spPr>
            <a:xfrm>
              <a:off x="5031225" y="2145675"/>
              <a:ext cx="31750" cy="31375"/>
            </a:xfrm>
            <a:custGeom>
              <a:avLst/>
              <a:gdLst/>
              <a:ahLst/>
              <a:cxnLst/>
              <a:rect l="l" t="t" r="r" b="b"/>
              <a:pathLst>
                <a:path w="1270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70" y="1255"/>
                  </a:lnTo>
                  <a:lnTo>
                    <a:pt x="1270" y="1"/>
                  </a:lnTo>
                  <a:close/>
                </a:path>
              </a:pathLst>
            </a:custGeom>
            <a:solidFill>
              <a:srgbClr val="896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9" name="Google Shape;10509;p21"/>
            <p:cNvSpPr/>
            <p:nvPr/>
          </p:nvSpPr>
          <p:spPr>
            <a:xfrm>
              <a:off x="5062950" y="21456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0" name="Google Shape;10510;p21"/>
            <p:cNvSpPr/>
            <p:nvPr/>
          </p:nvSpPr>
          <p:spPr>
            <a:xfrm>
              <a:off x="5094300" y="21456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5" y="1255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1" name="Google Shape;10511;p21"/>
            <p:cNvSpPr/>
            <p:nvPr/>
          </p:nvSpPr>
          <p:spPr>
            <a:xfrm>
              <a:off x="5125650" y="21456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2" name="Google Shape;10512;p21"/>
            <p:cNvSpPr/>
            <p:nvPr/>
          </p:nvSpPr>
          <p:spPr>
            <a:xfrm>
              <a:off x="5157000" y="21456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0" y="1"/>
                  </a:moveTo>
                  <a:lnTo>
                    <a:pt x="0" y="1255"/>
                  </a:lnTo>
                  <a:lnTo>
                    <a:pt x="1254" y="1255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3" name="Google Shape;10513;p21"/>
            <p:cNvSpPr/>
            <p:nvPr/>
          </p:nvSpPr>
          <p:spPr>
            <a:xfrm>
              <a:off x="5094300" y="217702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1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DDC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4" name="Google Shape;10514;p21"/>
            <p:cNvSpPr/>
            <p:nvPr/>
          </p:nvSpPr>
          <p:spPr>
            <a:xfrm>
              <a:off x="5094300" y="2208375"/>
              <a:ext cx="31375" cy="31375"/>
            </a:xfrm>
            <a:custGeom>
              <a:avLst/>
              <a:gdLst/>
              <a:ahLst/>
              <a:cxnLst/>
              <a:rect l="l" t="t" r="r" b="b"/>
              <a:pathLst>
                <a:path w="1255" h="1255" extrusionOk="0">
                  <a:moveTo>
                    <a:pt x="1" y="0"/>
                  </a:moveTo>
                  <a:lnTo>
                    <a:pt x="1" y="1254"/>
                  </a:lnTo>
                  <a:lnTo>
                    <a:pt x="1255" y="1254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E4D6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8">
    <p:spTree>
      <p:nvGrpSpPr>
        <p:cNvPr id="1" name="Shape 10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16" name="Google Shape;10516;p22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10517" name="Google Shape;10517;p22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10518" name="Google Shape;10518;p2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9" name="Google Shape;10519;p2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0" name="Google Shape;10520;p2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1" name="Google Shape;10521;p2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2" name="Google Shape;10522;p2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3" name="Google Shape;10523;p2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4" name="Google Shape;10524;p2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5" name="Google Shape;10525;p2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6" name="Google Shape;10526;p2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7" name="Google Shape;10527;p2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8" name="Google Shape;10528;p2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9" name="Google Shape;10529;p2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0" name="Google Shape;10530;p2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1" name="Google Shape;10531;p2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2" name="Google Shape;10532;p2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3" name="Google Shape;10533;p2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4" name="Google Shape;10534;p2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5" name="Google Shape;10535;p2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6" name="Google Shape;10536;p2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7" name="Google Shape;10537;p2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8" name="Google Shape;10538;p2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9" name="Google Shape;10539;p2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0" name="Google Shape;10540;p2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1" name="Google Shape;10541;p2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2" name="Google Shape;10542;p2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3" name="Google Shape;10543;p2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4" name="Google Shape;10544;p2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5" name="Google Shape;10545;p2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6" name="Google Shape;10546;p2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7" name="Google Shape;10547;p2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8" name="Google Shape;10548;p2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9" name="Google Shape;10549;p2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0" name="Google Shape;10550;p2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1" name="Google Shape;10551;p2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2" name="Google Shape;10552;p2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3" name="Google Shape;10553;p2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4" name="Google Shape;10554;p2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5" name="Google Shape;10555;p2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6" name="Google Shape;10556;p2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7" name="Google Shape;10557;p2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8" name="Google Shape;10558;p2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9" name="Google Shape;10559;p2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0" name="Google Shape;10560;p2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561" name="Google Shape;10561;p22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10562" name="Google Shape;10562;p2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3" name="Google Shape;10563;p2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4" name="Google Shape;10564;p2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5" name="Google Shape;10565;p2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6" name="Google Shape;10566;p2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7" name="Google Shape;10567;p2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8" name="Google Shape;10568;p2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9" name="Google Shape;10569;p2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0" name="Google Shape;10570;p2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1" name="Google Shape;10571;p2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2" name="Google Shape;10572;p2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3" name="Google Shape;10573;p2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4" name="Google Shape;10574;p2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5" name="Google Shape;10575;p2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6" name="Google Shape;10576;p2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7" name="Google Shape;10577;p2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8" name="Google Shape;10578;p2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9" name="Google Shape;10579;p2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0" name="Google Shape;10580;p2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1" name="Google Shape;10581;p2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2" name="Google Shape;10582;p2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3" name="Google Shape;10583;p2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4" name="Google Shape;10584;p2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5" name="Google Shape;10585;p2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6" name="Google Shape;10586;p2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7" name="Google Shape;10587;p2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8" name="Google Shape;10588;p2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9" name="Google Shape;10589;p2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0" name="Google Shape;10590;p2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1" name="Google Shape;10591;p2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2" name="Google Shape;10592;p2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3" name="Google Shape;10593;p2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4" name="Google Shape;10594;p2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5" name="Google Shape;10595;p2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6" name="Google Shape;10596;p2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7" name="Google Shape;10597;p2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8" name="Google Shape;10598;p2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9" name="Google Shape;10599;p2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0" name="Google Shape;10600;p2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1" name="Google Shape;10601;p2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2" name="Google Shape;10602;p2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3" name="Google Shape;10603;p2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4" name="Google Shape;10604;p2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05" name="Google Shape;10605;p22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10606" name="Google Shape;10606;p2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7" name="Google Shape;10607;p2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8" name="Google Shape;10608;p2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9" name="Google Shape;10609;p2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0" name="Google Shape;10610;p2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1" name="Google Shape;10611;p2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2" name="Google Shape;10612;p2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3" name="Google Shape;10613;p2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4" name="Google Shape;10614;p2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5" name="Google Shape;10615;p2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6" name="Google Shape;10616;p2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7" name="Google Shape;10617;p2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8" name="Google Shape;10618;p2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9" name="Google Shape;10619;p2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0" name="Google Shape;10620;p2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1" name="Google Shape;10621;p2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2" name="Google Shape;10622;p2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3" name="Google Shape;10623;p2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4" name="Google Shape;10624;p2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5" name="Google Shape;10625;p2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6" name="Google Shape;10626;p2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7" name="Google Shape;10627;p2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8" name="Google Shape;10628;p2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9" name="Google Shape;10629;p2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0" name="Google Shape;10630;p2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1" name="Google Shape;10631;p2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2" name="Google Shape;10632;p2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3" name="Google Shape;10633;p2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4" name="Google Shape;10634;p2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5" name="Google Shape;10635;p2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6" name="Google Shape;10636;p2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7" name="Google Shape;10637;p2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8" name="Google Shape;10638;p2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9" name="Google Shape;10639;p2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0" name="Google Shape;10640;p2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1" name="Google Shape;10641;p2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2" name="Google Shape;10642;p2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3" name="Google Shape;10643;p2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4" name="Google Shape;10644;p2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5" name="Google Shape;10645;p2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6" name="Google Shape;10646;p2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7" name="Google Shape;10647;p2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8" name="Google Shape;10648;p2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49" name="Google Shape;10649;p22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10650" name="Google Shape;10650;p2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1" name="Google Shape;10651;p2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2" name="Google Shape;10652;p2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3" name="Google Shape;10653;p2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4" name="Google Shape;10654;p2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5" name="Google Shape;10655;p2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6" name="Google Shape;10656;p2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7" name="Google Shape;10657;p2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8" name="Google Shape;10658;p2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9" name="Google Shape;10659;p2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0" name="Google Shape;10660;p2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1" name="Google Shape;10661;p2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2" name="Google Shape;10662;p2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3" name="Google Shape;10663;p2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4" name="Google Shape;10664;p2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5" name="Google Shape;10665;p2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6" name="Google Shape;10666;p2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7" name="Google Shape;10667;p2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8" name="Google Shape;10668;p2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9" name="Google Shape;10669;p2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0" name="Google Shape;10670;p2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1" name="Google Shape;10671;p2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2" name="Google Shape;10672;p2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3" name="Google Shape;10673;p2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4" name="Google Shape;10674;p2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5" name="Google Shape;10675;p2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6" name="Google Shape;10676;p2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7" name="Google Shape;10677;p2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8" name="Google Shape;10678;p2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9" name="Google Shape;10679;p2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0" name="Google Shape;10680;p2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1" name="Google Shape;10681;p2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2" name="Google Shape;10682;p2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3" name="Google Shape;10683;p2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4" name="Google Shape;10684;p2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5" name="Google Shape;10685;p2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6" name="Google Shape;10686;p2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7" name="Google Shape;10687;p2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8" name="Google Shape;10688;p2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9" name="Google Shape;10689;p2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0" name="Google Shape;10690;p2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1" name="Google Shape;10691;p2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2" name="Google Shape;10692;p2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93" name="Google Shape;10693;p22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10694" name="Google Shape;10694;p2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5" name="Google Shape;10695;p2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6" name="Google Shape;10696;p2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7" name="Google Shape;10697;p2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8" name="Google Shape;10698;p2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9" name="Google Shape;10699;p2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0" name="Google Shape;10700;p2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1" name="Google Shape;10701;p2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2" name="Google Shape;10702;p2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3" name="Google Shape;10703;p2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4" name="Google Shape;10704;p2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5" name="Google Shape;10705;p2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6" name="Google Shape;10706;p2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7" name="Google Shape;10707;p2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8" name="Google Shape;10708;p2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9" name="Google Shape;10709;p2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0" name="Google Shape;10710;p2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1" name="Google Shape;10711;p2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2" name="Google Shape;10712;p2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3" name="Google Shape;10713;p2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4" name="Google Shape;10714;p2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5" name="Google Shape;10715;p2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6" name="Google Shape;10716;p2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7" name="Google Shape;10717;p2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8" name="Google Shape;10718;p2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9" name="Google Shape;10719;p2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0" name="Google Shape;10720;p2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1" name="Google Shape;10721;p2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2" name="Google Shape;10722;p2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3" name="Google Shape;10723;p2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4" name="Google Shape;10724;p2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5" name="Google Shape;10725;p2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6" name="Google Shape;10726;p2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7" name="Google Shape;10727;p2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8" name="Google Shape;10728;p2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9" name="Google Shape;10729;p2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0" name="Google Shape;10730;p2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1" name="Google Shape;10731;p2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2" name="Google Shape;10732;p2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3" name="Google Shape;10733;p2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4" name="Google Shape;10734;p2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5" name="Google Shape;10735;p2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6" name="Google Shape;10736;p2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37" name="Google Shape;10737;p22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10738" name="Google Shape;10738;p2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9" name="Google Shape;10739;p2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0" name="Google Shape;10740;p2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1" name="Google Shape;10741;p2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2" name="Google Shape;10742;p2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3" name="Google Shape;10743;p2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4" name="Google Shape;10744;p2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5" name="Google Shape;10745;p2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6" name="Google Shape;10746;p2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7" name="Google Shape;10747;p2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8" name="Google Shape;10748;p2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9" name="Google Shape;10749;p2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0" name="Google Shape;10750;p2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1" name="Google Shape;10751;p2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2" name="Google Shape;10752;p2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3" name="Google Shape;10753;p2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4" name="Google Shape;10754;p2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5" name="Google Shape;10755;p2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6" name="Google Shape;10756;p2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7" name="Google Shape;10757;p2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8" name="Google Shape;10758;p2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9" name="Google Shape;10759;p2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0" name="Google Shape;10760;p2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1" name="Google Shape;10761;p2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2" name="Google Shape;10762;p2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3" name="Google Shape;10763;p2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4" name="Google Shape;10764;p2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5" name="Google Shape;10765;p2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6" name="Google Shape;10766;p2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7" name="Google Shape;10767;p2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8" name="Google Shape;10768;p2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9" name="Google Shape;10769;p2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0" name="Google Shape;10770;p2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1" name="Google Shape;10771;p2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2" name="Google Shape;10772;p2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3" name="Google Shape;10773;p2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4" name="Google Shape;10774;p2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5" name="Google Shape;10775;p2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6" name="Google Shape;10776;p2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7" name="Google Shape;10777;p2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8" name="Google Shape;10778;p2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9" name="Google Shape;10779;p2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0" name="Google Shape;10780;p2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81" name="Google Shape;10781;p22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10782" name="Google Shape;10782;p2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3" name="Google Shape;10783;p2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4" name="Google Shape;10784;p2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5" name="Google Shape;10785;p2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6" name="Google Shape;10786;p2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7" name="Google Shape;10787;p2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8" name="Google Shape;10788;p2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9" name="Google Shape;10789;p2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0" name="Google Shape;10790;p2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1" name="Google Shape;10791;p2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2" name="Google Shape;10792;p2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3" name="Google Shape;10793;p2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4" name="Google Shape;10794;p2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5" name="Google Shape;10795;p2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6" name="Google Shape;10796;p2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7" name="Google Shape;10797;p2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8" name="Google Shape;10798;p2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9" name="Google Shape;10799;p2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0" name="Google Shape;10800;p2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1" name="Google Shape;10801;p2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2" name="Google Shape;10802;p2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3" name="Google Shape;10803;p2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4" name="Google Shape;10804;p2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5" name="Google Shape;10805;p2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6" name="Google Shape;10806;p2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7" name="Google Shape;10807;p2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8" name="Google Shape;10808;p2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9" name="Google Shape;10809;p2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0" name="Google Shape;10810;p2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1" name="Google Shape;10811;p2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2" name="Google Shape;10812;p2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3" name="Google Shape;10813;p2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4" name="Google Shape;10814;p2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5" name="Google Shape;10815;p2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6" name="Google Shape;10816;p2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7" name="Google Shape;10817;p2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8" name="Google Shape;10818;p2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9" name="Google Shape;10819;p2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0" name="Google Shape;10820;p2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1" name="Google Shape;10821;p2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2" name="Google Shape;10822;p2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3" name="Google Shape;10823;p2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4" name="Google Shape;10824;p2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25" name="Google Shape;10825;p22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10826" name="Google Shape;10826;p2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7" name="Google Shape;10827;p2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8" name="Google Shape;10828;p2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9" name="Google Shape;10829;p2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0" name="Google Shape;10830;p2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1" name="Google Shape;10831;p2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2" name="Google Shape;10832;p2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3" name="Google Shape;10833;p2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4" name="Google Shape;10834;p2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5" name="Google Shape;10835;p2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6" name="Google Shape;10836;p2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7" name="Google Shape;10837;p2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8" name="Google Shape;10838;p2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9" name="Google Shape;10839;p2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0" name="Google Shape;10840;p2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1" name="Google Shape;10841;p2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2" name="Google Shape;10842;p2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3" name="Google Shape;10843;p2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4" name="Google Shape;10844;p2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5" name="Google Shape;10845;p2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6" name="Google Shape;10846;p2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7" name="Google Shape;10847;p2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8" name="Google Shape;10848;p2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9" name="Google Shape;10849;p2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0" name="Google Shape;10850;p2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1" name="Google Shape;10851;p2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2" name="Google Shape;10852;p2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3" name="Google Shape;10853;p2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4" name="Google Shape;10854;p2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5" name="Google Shape;10855;p2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6" name="Google Shape;10856;p2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7" name="Google Shape;10857;p2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8" name="Google Shape;10858;p2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9" name="Google Shape;10859;p2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0" name="Google Shape;10860;p2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1" name="Google Shape;10861;p2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2" name="Google Shape;10862;p2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3" name="Google Shape;10863;p2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4" name="Google Shape;10864;p2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5" name="Google Shape;10865;p2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6" name="Google Shape;10866;p2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7" name="Google Shape;10867;p2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8" name="Google Shape;10868;p2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69" name="Google Shape;10869;p22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10870" name="Google Shape;10870;p22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1" name="Google Shape;10871;p22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2" name="Google Shape;10872;p22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3" name="Google Shape;10873;p22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4" name="Google Shape;10874;p22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5" name="Google Shape;10875;p22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6" name="Google Shape;10876;p22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7" name="Google Shape;10877;p22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8" name="Google Shape;10878;p22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9" name="Google Shape;10879;p22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0" name="Google Shape;10880;p22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1" name="Google Shape;10881;p22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2" name="Google Shape;10882;p22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3" name="Google Shape;10883;p22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4" name="Google Shape;10884;p22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5" name="Google Shape;10885;p22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6" name="Google Shape;10886;p22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7" name="Google Shape;10887;p22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8" name="Google Shape;10888;p22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9" name="Google Shape;10889;p22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0" name="Google Shape;10890;p22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1" name="Google Shape;10891;p22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2" name="Google Shape;10892;p22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3" name="Google Shape;10893;p22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4" name="Google Shape;10894;p22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5" name="Google Shape;10895;p22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6" name="Google Shape;10896;p22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7" name="Google Shape;10897;p22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8" name="Google Shape;10898;p22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9" name="Google Shape;10899;p22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0" name="Google Shape;10900;p22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1" name="Google Shape;10901;p22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2" name="Google Shape;10902;p22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3" name="Google Shape;10903;p22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4" name="Google Shape;10904;p22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5" name="Google Shape;10905;p22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6" name="Google Shape;10906;p22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7" name="Google Shape;10907;p22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8" name="Google Shape;10908;p22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9" name="Google Shape;10909;p22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0" name="Google Shape;10910;p22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1" name="Google Shape;10911;p22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2" name="Google Shape;10912;p22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913" name="Google Shape;10913;p22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10914" name="Google Shape;10914;p22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10915" name="Google Shape;10915;p22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6" name="Google Shape;10916;p22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7" name="Google Shape;10917;p22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8" name="Google Shape;10918;p22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9" name="Google Shape;10919;p22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0" name="Google Shape;10920;p22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1" name="Google Shape;10921;p22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2" name="Google Shape;10922;p22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3" name="Google Shape;10923;p22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4" name="Google Shape;10924;p22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5" name="Google Shape;10925;p22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6" name="Google Shape;10926;p22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7" name="Google Shape;10927;p22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8" name="Google Shape;10928;p22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9" name="Google Shape;10929;p22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0" name="Google Shape;10930;p22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1" name="Google Shape;10931;p22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2" name="Google Shape;10932;p22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3" name="Google Shape;10933;p22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4" name="Google Shape;10934;p22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5" name="Google Shape;10935;p22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6" name="Google Shape;10936;p22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7" name="Google Shape;10937;p22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8" name="Google Shape;10938;p22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9" name="Google Shape;10939;p22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0" name="Google Shape;10940;p22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1" name="Google Shape;10941;p22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42" name="Google Shape;10942;p22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10943" name="Google Shape;10943;p22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4" name="Google Shape;10944;p22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5" name="Google Shape;10945;p22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6" name="Google Shape;10946;p22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7" name="Google Shape;10947;p22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8" name="Google Shape;10948;p22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9" name="Google Shape;10949;p22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0" name="Google Shape;10950;p22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1" name="Google Shape;10951;p22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2" name="Google Shape;10952;p22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3" name="Google Shape;10953;p22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4" name="Google Shape;10954;p22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5" name="Google Shape;10955;p22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6" name="Google Shape;10956;p22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7" name="Google Shape;10957;p22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8" name="Google Shape;10958;p22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9" name="Google Shape;10959;p22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0" name="Google Shape;10960;p22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1" name="Google Shape;10961;p22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2" name="Google Shape;10962;p22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3" name="Google Shape;10963;p22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4" name="Google Shape;10964;p22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5" name="Google Shape;10965;p22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6" name="Google Shape;10966;p22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7" name="Google Shape;10967;p22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8" name="Google Shape;10968;p22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9" name="Google Shape;10969;p22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70" name="Google Shape;10970;p22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10971" name="Google Shape;10971;p22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2" name="Google Shape;10972;p22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3" name="Google Shape;10973;p22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4" name="Google Shape;10974;p22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5" name="Google Shape;10975;p22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6" name="Google Shape;10976;p22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7" name="Google Shape;10977;p22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8" name="Google Shape;10978;p22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9" name="Google Shape;10979;p22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0" name="Google Shape;10980;p22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1" name="Google Shape;10981;p22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2" name="Google Shape;10982;p22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3" name="Google Shape;10983;p22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4" name="Google Shape;10984;p22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5" name="Google Shape;10985;p22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6" name="Google Shape;10986;p22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7" name="Google Shape;10987;p22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8" name="Google Shape;10988;p22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9" name="Google Shape;10989;p22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0" name="Google Shape;10990;p22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1" name="Google Shape;10991;p22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2" name="Google Shape;10992;p22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3" name="Google Shape;10993;p22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4" name="Google Shape;10994;p22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5" name="Google Shape;10995;p22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6" name="Google Shape;10996;p22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7" name="Google Shape;10997;p22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998" name="Google Shape;10998;p22"/>
          <p:cNvSpPr txBox="1">
            <a:spLocks noGrp="1"/>
          </p:cNvSpPr>
          <p:nvPr>
            <p:ph type="title"/>
          </p:nvPr>
        </p:nvSpPr>
        <p:spPr>
          <a:xfrm>
            <a:off x="2126100" y="2751613"/>
            <a:ext cx="4891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999" name="Google Shape;10999;p22"/>
          <p:cNvSpPr txBox="1">
            <a:spLocks noGrp="1"/>
          </p:cNvSpPr>
          <p:nvPr>
            <p:ph type="subTitle" idx="1"/>
          </p:nvPr>
        </p:nvSpPr>
        <p:spPr>
          <a:xfrm>
            <a:off x="2126100" y="3500100"/>
            <a:ext cx="4891800" cy="46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000" name="Google Shape;11000;p22"/>
          <p:cNvSpPr txBox="1">
            <a:spLocks noGrp="1"/>
          </p:cNvSpPr>
          <p:nvPr>
            <p:ph type="title" idx="2" hasCustomPrompt="1"/>
          </p:nvPr>
        </p:nvSpPr>
        <p:spPr>
          <a:xfrm>
            <a:off x="3871375" y="1355863"/>
            <a:ext cx="1624800" cy="748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36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grpSp>
        <p:nvGrpSpPr>
          <p:cNvPr id="11001" name="Google Shape;11001;p22"/>
          <p:cNvGrpSpPr/>
          <p:nvPr/>
        </p:nvGrpSpPr>
        <p:grpSpPr>
          <a:xfrm>
            <a:off x="720005" y="4128446"/>
            <a:ext cx="610887" cy="475057"/>
            <a:chOff x="2136175" y="3290300"/>
            <a:chExt cx="241400" cy="187725"/>
          </a:xfrm>
        </p:grpSpPr>
        <p:sp>
          <p:nvSpPr>
            <p:cNvPr id="11002" name="Google Shape;11002;p22"/>
            <p:cNvSpPr/>
            <p:nvPr/>
          </p:nvSpPr>
          <p:spPr>
            <a:xfrm>
              <a:off x="2136175" y="3290300"/>
              <a:ext cx="26650" cy="27050"/>
            </a:xfrm>
            <a:custGeom>
              <a:avLst/>
              <a:gdLst/>
              <a:ahLst/>
              <a:cxnLst/>
              <a:rect l="l" t="t" r="r" b="b"/>
              <a:pathLst>
                <a:path w="1066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3" name="Google Shape;11003;p22"/>
            <p:cNvSpPr/>
            <p:nvPr/>
          </p:nvSpPr>
          <p:spPr>
            <a:xfrm>
              <a:off x="2162800" y="3290300"/>
              <a:ext cx="27075" cy="27050"/>
            </a:xfrm>
            <a:custGeom>
              <a:avLst/>
              <a:gdLst/>
              <a:ahLst/>
              <a:cxnLst/>
              <a:rect l="l" t="t" r="r" b="b"/>
              <a:pathLst>
                <a:path w="1083" h="1082" extrusionOk="0">
                  <a:moveTo>
                    <a:pt x="1" y="0"/>
                  </a:moveTo>
                  <a:lnTo>
                    <a:pt x="1" y="1082"/>
                  </a:lnTo>
                  <a:lnTo>
                    <a:pt x="1083" y="1082"/>
                  </a:lnTo>
                  <a:lnTo>
                    <a:pt x="10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4" name="Google Shape;11004;p22"/>
            <p:cNvSpPr/>
            <p:nvPr/>
          </p:nvSpPr>
          <p:spPr>
            <a:xfrm>
              <a:off x="2189850" y="329030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1" y="0"/>
                  </a:moveTo>
                  <a:lnTo>
                    <a:pt x="1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5" name="Google Shape;11005;p22"/>
            <p:cNvSpPr/>
            <p:nvPr/>
          </p:nvSpPr>
          <p:spPr>
            <a:xfrm>
              <a:off x="2216500" y="3290300"/>
              <a:ext cx="27050" cy="27050"/>
            </a:xfrm>
            <a:custGeom>
              <a:avLst/>
              <a:gdLst/>
              <a:ahLst/>
              <a:cxnLst/>
              <a:rect l="l" t="t" r="r" b="b"/>
              <a:pathLst>
                <a:path w="1082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6" name="Google Shape;11006;p22"/>
            <p:cNvSpPr/>
            <p:nvPr/>
          </p:nvSpPr>
          <p:spPr>
            <a:xfrm>
              <a:off x="2243525" y="329030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1" y="0"/>
                  </a:moveTo>
                  <a:lnTo>
                    <a:pt x="1" y="1082"/>
                  </a:lnTo>
                  <a:lnTo>
                    <a:pt x="1067" y="1082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7" name="Google Shape;11007;p22"/>
            <p:cNvSpPr/>
            <p:nvPr/>
          </p:nvSpPr>
          <p:spPr>
            <a:xfrm>
              <a:off x="2270175" y="3290300"/>
              <a:ext cx="27075" cy="27050"/>
            </a:xfrm>
            <a:custGeom>
              <a:avLst/>
              <a:gdLst/>
              <a:ahLst/>
              <a:cxnLst/>
              <a:rect l="l" t="t" r="r" b="b"/>
              <a:pathLst>
                <a:path w="1083" h="1082" extrusionOk="0">
                  <a:moveTo>
                    <a:pt x="1" y="0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8" name="Google Shape;11008;p22"/>
            <p:cNvSpPr/>
            <p:nvPr/>
          </p:nvSpPr>
          <p:spPr>
            <a:xfrm>
              <a:off x="2297225" y="329030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9" name="Google Shape;11009;p22"/>
            <p:cNvSpPr/>
            <p:nvPr/>
          </p:nvSpPr>
          <p:spPr>
            <a:xfrm>
              <a:off x="2323875" y="3290300"/>
              <a:ext cx="27050" cy="27050"/>
            </a:xfrm>
            <a:custGeom>
              <a:avLst/>
              <a:gdLst/>
              <a:ahLst/>
              <a:cxnLst/>
              <a:rect l="l" t="t" r="r" b="b"/>
              <a:pathLst>
                <a:path w="1082" h="1082" extrusionOk="0">
                  <a:moveTo>
                    <a:pt x="0" y="0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0" name="Google Shape;11010;p22"/>
            <p:cNvSpPr/>
            <p:nvPr/>
          </p:nvSpPr>
          <p:spPr>
            <a:xfrm>
              <a:off x="2136175" y="3317325"/>
              <a:ext cx="26650" cy="26675"/>
            </a:xfrm>
            <a:custGeom>
              <a:avLst/>
              <a:gdLst/>
              <a:ahLst/>
              <a:cxnLst/>
              <a:rect l="l" t="t" r="r" b="b"/>
              <a:pathLst>
                <a:path w="1066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1" name="Google Shape;11011;p22"/>
            <p:cNvSpPr/>
            <p:nvPr/>
          </p:nvSpPr>
          <p:spPr>
            <a:xfrm>
              <a:off x="2162800" y="3317325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3" y="1067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2" name="Google Shape;11012;p22"/>
            <p:cNvSpPr/>
            <p:nvPr/>
          </p:nvSpPr>
          <p:spPr>
            <a:xfrm>
              <a:off x="2189850" y="331732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3" name="Google Shape;11013;p22"/>
            <p:cNvSpPr/>
            <p:nvPr/>
          </p:nvSpPr>
          <p:spPr>
            <a:xfrm>
              <a:off x="2216500" y="3317325"/>
              <a:ext cx="27050" cy="26675"/>
            </a:xfrm>
            <a:custGeom>
              <a:avLst/>
              <a:gdLst/>
              <a:ahLst/>
              <a:cxnLst/>
              <a:rect l="l" t="t" r="r" b="b"/>
              <a:pathLst>
                <a:path w="1082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4" name="Google Shape;11014;p22"/>
            <p:cNvSpPr/>
            <p:nvPr/>
          </p:nvSpPr>
          <p:spPr>
            <a:xfrm>
              <a:off x="2243525" y="331732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67" y="1067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5" name="Google Shape;11015;p22"/>
            <p:cNvSpPr/>
            <p:nvPr/>
          </p:nvSpPr>
          <p:spPr>
            <a:xfrm>
              <a:off x="2270175" y="3317325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6" name="Google Shape;11016;p22"/>
            <p:cNvSpPr/>
            <p:nvPr/>
          </p:nvSpPr>
          <p:spPr>
            <a:xfrm>
              <a:off x="2297225" y="331732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66" y="1067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7" name="Google Shape;11017;p22"/>
            <p:cNvSpPr/>
            <p:nvPr/>
          </p:nvSpPr>
          <p:spPr>
            <a:xfrm>
              <a:off x="2323875" y="3317325"/>
              <a:ext cx="27050" cy="26675"/>
            </a:xfrm>
            <a:custGeom>
              <a:avLst/>
              <a:gdLst/>
              <a:ahLst/>
              <a:cxnLst/>
              <a:rect l="l" t="t" r="r" b="b"/>
              <a:pathLst>
                <a:path w="1082" h="1067" extrusionOk="0">
                  <a:moveTo>
                    <a:pt x="0" y="1"/>
                  </a:moveTo>
                  <a:lnTo>
                    <a:pt x="0" y="1067"/>
                  </a:lnTo>
                  <a:lnTo>
                    <a:pt x="1082" y="1067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8" name="Google Shape;11018;p22"/>
            <p:cNvSpPr/>
            <p:nvPr/>
          </p:nvSpPr>
          <p:spPr>
            <a:xfrm>
              <a:off x="2136175" y="3343975"/>
              <a:ext cx="26650" cy="27075"/>
            </a:xfrm>
            <a:custGeom>
              <a:avLst/>
              <a:gdLst/>
              <a:ahLst/>
              <a:cxnLst/>
              <a:rect l="l" t="t" r="r" b="b"/>
              <a:pathLst>
                <a:path w="1066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9" name="Google Shape;11019;p22"/>
            <p:cNvSpPr/>
            <p:nvPr/>
          </p:nvSpPr>
          <p:spPr>
            <a:xfrm>
              <a:off x="2162800" y="3343975"/>
              <a:ext cx="27075" cy="27075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83" y="1082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0" name="Google Shape;11020;p22"/>
            <p:cNvSpPr/>
            <p:nvPr/>
          </p:nvSpPr>
          <p:spPr>
            <a:xfrm>
              <a:off x="2189850" y="334397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1" name="Google Shape;11021;p22"/>
            <p:cNvSpPr/>
            <p:nvPr/>
          </p:nvSpPr>
          <p:spPr>
            <a:xfrm>
              <a:off x="2216500" y="3343975"/>
              <a:ext cx="27050" cy="27075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2" name="Google Shape;11022;p22"/>
            <p:cNvSpPr/>
            <p:nvPr/>
          </p:nvSpPr>
          <p:spPr>
            <a:xfrm>
              <a:off x="2243525" y="334397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67" y="1082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3" name="Google Shape;11023;p22"/>
            <p:cNvSpPr/>
            <p:nvPr/>
          </p:nvSpPr>
          <p:spPr>
            <a:xfrm>
              <a:off x="2270175" y="3343975"/>
              <a:ext cx="27075" cy="27075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4" name="Google Shape;11024;p22"/>
            <p:cNvSpPr/>
            <p:nvPr/>
          </p:nvSpPr>
          <p:spPr>
            <a:xfrm>
              <a:off x="2297225" y="334397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5" name="Google Shape;11025;p22"/>
            <p:cNvSpPr/>
            <p:nvPr/>
          </p:nvSpPr>
          <p:spPr>
            <a:xfrm>
              <a:off x="2323875" y="3343975"/>
              <a:ext cx="27050" cy="27075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6" name="Google Shape;11026;p22"/>
            <p:cNvSpPr/>
            <p:nvPr/>
          </p:nvSpPr>
          <p:spPr>
            <a:xfrm>
              <a:off x="2136175" y="3371025"/>
              <a:ext cx="26650" cy="26675"/>
            </a:xfrm>
            <a:custGeom>
              <a:avLst/>
              <a:gdLst/>
              <a:ahLst/>
              <a:cxnLst/>
              <a:rect l="l" t="t" r="r" b="b"/>
              <a:pathLst>
                <a:path w="1066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7" name="Google Shape;11027;p22"/>
            <p:cNvSpPr/>
            <p:nvPr/>
          </p:nvSpPr>
          <p:spPr>
            <a:xfrm>
              <a:off x="2162800" y="3371025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83" y="1066"/>
                  </a:lnTo>
                  <a:lnTo>
                    <a:pt x="1083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8" name="Google Shape;11028;p22"/>
            <p:cNvSpPr/>
            <p:nvPr/>
          </p:nvSpPr>
          <p:spPr>
            <a:xfrm>
              <a:off x="2189850" y="337102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9" name="Google Shape;11029;p22"/>
            <p:cNvSpPr/>
            <p:nvPr/>
          </p:nvSpPr>
          <p:spPr>
            <a:xfrm>
              <a:off x="2216500" y="3371025"/>
              <a:ext cx="27050" cy="26675"/>
            </a:xfrm>
            <a:custGeom>
              <a:avLst/>
              <a:gdLst/>
              <a:ahLst/>
              <a:cxnLst/>
              <a:rect l="l" t="t" r="r" b="b"/>
              <a:pathLst>
                <a:path w="1082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0" name="Google Shape;11030;p22"/>
            <p:cNvSpPr/>
            <p:nvPr/>
          </p:nvSpPr>
          <p:spPr>
            <a:xfrm>
              <a:off x="2243525" y="337102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1" name="Google Shape;11031;p22"/>
            <p:cNvSpPr/>
            <p:nvPr/>
          </p:nvSpPr>
          <p:spPr>
            <a:xfrm>
              <a:off x="2270175" y="3371025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2" name="Google Shape;11032;p22"/>
            <p:cNvSpPr/>
            <p:nvPr/>
          </p:nvSpPr>
          <p:spPr>
            <a:xfrm>
              <a:off x="2297225" y="337102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3" name="Google Shape;11033;p22"/>
            <p:cNvSpPr/>
            <p:nvPr/>
          </p:nvSpPr>
          <p:spPr>
            <a:xfrm>
              <a:off x="2323875" y="3371025"/>
              <a:ext cx="27050" cy="26675"/>
            </a:xfrm>
            <a:custGeom>
              <a:avLst/>
              <a:gdLst/>
              <a:ahLst/>
              <a:cxnLst/>
              <a:rect l="l" t="t" r="r" b="b"/>
              <a:pathLst>
                <a:path w="1082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4" name="Google Shape;11034;p22"/>
            <p:cNvSpPr/>
            <p:nvPr/>
          </p:nvSpPr>
          <p:spPr>
            <a:xfrm>
              <a:off x="2136175" y="3397675"/>
              <a:ext cx="26650" cy="26650"/>
            </a:xfrm>
            <a:custGeom>
              <a:avLst/>
              <a:gdLst/>
              <a:ahLst/>
              <a:cxnLst/>
              <a:rect l="l" t="t" r="r" b="b"/>
              <a:pathLst>
                <a:path w="1066" h="1066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5" name="Google Shape;11035;p22"/>
            <p:cNvSpPr/>
            <p:nvPr/>
          </p:nvSpPr>
          <p:spPr>
            <a:xfrm>
              <a:off x="2162800" y="3397675"/>
              <a:ext cx="27075" cy="26650"/>
            </a:xfrm>
            <a:custGeom>
              <a:avLst/>
              <a:gdLst/>
              <a:ahLst/>
              <a:cxnLst/>
              <a:rect l="l" t="t" r="r" b="b"/>
              <a:pathLst>
                <a:path w="1083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83" y="1066"/>
                  </a:lnTo>
                  <a:lnTo>
                    <a:pt x="1083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6" name="Google Shape;11036;p22"/>
            <p:cNvSpPr/>
            <p:nvPr/>
          </p:nvSpPr>
          <p:spPr>
            <a:xfrm>
              <a:off x="2189850" y="3397675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7" name="Google Shape;11037;p22"/>
            <p:cNvSpPr/>
            <p:nvPr/>
          </p:nvSpPr>
          <p:spPr>
            <a:xfrm>
              <a:off x="2216500" y="3397675"/>
              <a:ext cx="27050" cy="26650"/>
            </a:xfrm>
            <a:custGeom>
              <a:avLst/>
              <a:gdLst/>
              <a:ahLst/>
              <a:cxnLst/>
              <a:rect l="l" t="t" r="r" b="b"/>
              <a:pathLst>
                <a:path w="1082" h="1066" extrusionOk="0">
                  <a:moveTo>
                    <a:pt x="0" y="0"/>
                  </a:moveTo>
                  <a:lnTo>
                    <a:pt x="0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8" name="Google Shape;11038;p22"/>
            <p:cNvSpPr/>
            <p:nvPr/>
          </p:nvSpPr>
          <p:spPr>
            <a:xfrm>
              <a:off x="2243525" y="3397675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9" name="Google Shape;11039;p22"/>
            <p:cNvSpPr/>
            <p:nvPr/>
          </p:nvSpPr>
          <p:spPr>
            <a:xfrm>
              <a:off x="2270175" y="3397675"/>
              <a:ext cx="27075" cy="26650"/>
            </a:xfrm>
            <a:custGeom>
              <a:avLst/>
              <a:gdLst/>
              <a:ahLst/>
              <a:cxnLst/>
              <a:rect l="l" t="t" r="r" b="b"/>
              <a:pathLst>
                <a:path w="1083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0" name="Google Shape;11040;p22"/>
            <p:cNvSpPr/>
            <p:nvPr/>
          </p:nvSpPr>
          <p:spPr>
            <a:xfrm>
              <a:off x="2297225" y="3397675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1" name="Google Shape;11041;p22"/>
            <p:cNvSpPr/>
            <p:nvPr/>
          </p:nvSpPr>
          <p:spPr>
            <a:xfrm>
              <a:off x="2323875" y="3397675"/>
              <a:ext cx="27050" cy="26650"/>
            </a:xfrm>
            <a:custGeom>
              <a:avLst/>
              <a:gdLst/>
              <a:ahLst/>
              <a:cxnLst/>
              <a:rect l="l" t="t" r="r" b="b"/>
              <a:pathLst>
                <a:path w="1082" h="1066" extrusionOk="0">
                  <a:moveTo>
                    <a:pt x="0" y="0"/>
                  </a:moveTo>
                  <a:lnTo>
                    <a:pt x="0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2" name="Google Shape;11042;p22"/>
            <p:cNvSpPr/>
            <p:nvPr/>
          </p:nvSpPr>
          <p:spPr>
            <a:xfrm>
              <a:off x="2136175" y="3424300"/>
              <a:ext cx="26650" cy="27075"/>
            </a:xfrm>
            <a:custGeom>
              <a:avLst/>
              <a:gdLst/>
              <a:ahLst/>
              <a:cxnLst/>
              <a:rect l="l" t="t" r="r" b="b"/>
              <a:pathLst>
                <a:path w="1066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3" name="Google Shape;11043;p22"/>
            <p:cNvSpPr/>
            <p:nvPr/>
          </p:nvSpPr>
          <p:spPr>
            <a:xfrm>
              <a:off x="2162800" y="3424300"/>
              <a:ext cx="27075" cy="27075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83" y="1082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4" name="Google Shape;11044;p22"/>
            <p:cNvSpPr/>
            <p:nvPr/>
          </p:nvSpPr>
          <p:spPr>
            <a:xfrm>
              <a:off x="2189850" y="342430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5" name="Google Shape;11045;p22"/>
            <p:cNvSpPr/>
            <p:nvPr/>
          </p:nvSpPr>
          <p:spPr>
            <a:xfrm>
              <a:off x="2216500" y="3424300"/>
              <a:ext cx="27050" cy="27075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6" name="Google Shape;11046;p22"/>
            <p:cNvSpPr/>
            <p:nvPr/>
          </p:nvSpPr>
          <p:spPr>
            <a:xfrm>
              <a:off x="2243525" y="342430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67" y="1082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7" name="Google Shape;11047;p22"/>
            <p:cNvSpPr/>
            <p:nvPr/>
          </p:nvSpPr>
          <p:spPr>
            <a:xfrm>
              <a:off x="2270175" y="3424300"/>
              <a:ext cx="27075" cy="27075"/>
            </a:xfrm>
            <a:custGeom>
              <a:avLst/>
              <a:gdLst/>
              <a:ahLst/>
              <a:cxnLst/>
              <a:rect l="l" t="t" r="r" b="b"/>
              <a:pathLst>
                <a:path w="1083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8" name="Google Shape;11048;p22"/>
            <p:cNvSpPr/>
            <p:nvPr/>
          </p:nvSpPr>
          <p:spPr>
            <a:xfrm>
              <a:off x="2297225" y="342430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66" y="1082"/>
                  </a:lnTo>
                  <a:lnTo>
                    <a:pt x="1066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9" name="Google Shape;11049;p22"/>
            <p:cNvSpPr/>
            <p:nvPr/>
          </p:nvSpPr>
          <p:spPr>
            <a:xfrm>
              <a:off x="2323875" y="3424300"/>
              <a:ext cx="27050" cy="27075"/>
            </a:xfrm>
            <a:custGeom>
              <a:avLst/>
              <a:gdLst/>
              <a:ahLst/>
              <a:cxnLst/>
              <a:rect l="l" t="t" r="r" b="b"/>
              <a:pathLst>
                <a:path w="1082" h="1083" extrusionOk="0">
                  <a:moveTo>
                    <a:pt x="0" y="1"/>
                  </a:moveTo>
                  <a:lnTo>
                    <a:pt x="0" y="1082"/>
                  </a:lnTo>
                  <a:lnTo>
                    <a:pt x="1082" y="1082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0" name="Google Shape;11050;p22"/>
            <p:cNvSpPr/>
            <p:nvPr/>
          </p:nvSpPr>
          <p:spPr>
            <a:xfrm>
              <a:off x="2136175" y="3451350"/>
              <a:ext cx="26650" cy="26675"/>
            </a:xfrm>
            <a:custGeom>
              <a:avLst/>
              <a:gdLst/>
              <a:ahLst/>
              <a:cxnLst/>
              <a:rect l="l" t="t" r="r" b="b"/>
              <a:pathLst>
                <a:path w="1066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1" name="Google Shape;11051;p22"/>
            <p:cNvSpPr/>
            <p:nvPr/>
          </p:nvSpPr>
          <p:spPr>
            <a:xfrm>
              <a:off x="2162800" y="345135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83" y="1066"/>
                  </a:lnTo>
                  <a:lnTo>
                    <a:pt x="10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2" name="Google Shape;11052;p22"/>
            <p:cNvSpPr/>
            <p:nvPr/>
          </p:nvSpPr>
          <p:spPr>
            <a:xfrm>
              <a:off x="2189850" y="34513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3" name="Google Shape;11053;p22"/>
            <p:cNvSpPr/>
            <p:nvPr/>
          </p:nvSpPr>
          <p:spPr>
            <a:xfrm>
              <a:off x="2216500" y="3451350"/>
              <a:ext cx="27050" cy="26675"/>
            </a:xfrm>
            <a:custGeom>
              <a:avLst/>
              <a:gdLst/>
              <a:ahLst/>
              <a:cxnLst/>
              <a:rect l="l" t="t" r="r" b="b"/>
              <a:pathLst>
                <a:path w="1082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4" name="Google Shape;11054;p22"/>
            <p:cNvSpPr/>
            <p:nvPr/>
          </p:nvSpPr>
          <p:spPr>
            <a:xfrm>
              <a:off x="2243525" y="34513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5" name="Google Shape;11055;p22"/>
            <p:cNvSpPr/>
            <p:nvPr/>
          </p:nvSpPr>
          <p:spPr>
            <a:xfrm>
              <a:off x="2270175" y="3451350"/>
              <a:ext cx="27075" cy="26675"/>
            </a:xfrm>
            <a:custGeom>
              <a:avLst/>
              <a:gdLst/>
              <a:ahLst/>
              <a:cxnLst/>
              <a:rect l="l" t="t" r="r" b="b"/>
              <a:pathLst>
                <a:path w="1083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6" name="Google Shape;11056;p22"/>
            <p:cNvSpPr/>
            <p:nvPr/>
          </p:nvSpPr>
          <p:spPr>
            <a:xfrm>
              <a:off x="2297225" y="34513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7" name="Google Shape;11057;p22"/>
            <p:cNvSpPr/>
            <p:nvPr/>
          </p:nvSpPr>
          <p:spPr>
            <a:xfrm>
              <a:off x="2323875" y="3451350"/>
              <a:ext cx="27050" cy="26675"/>
            </a:xfrm>
            <a:custGeom>
              <a:avLst/>
              <a:gdLst/>
              <a:ahLst/>
              <a:cxnLst/>
              <a:rect l="l" t="t" r="r" b="b"/>
              <a:pathLst>
                <a:path w="1082" h="1067" extrusionOk="0">
                  <a:moveTo>
                    <a:pt x="0" y="0"/>
                  </a:moveTo>
                  <a:lnTo>
                    <a:pt x="0" y="1066"/>
                  </a:lnTo>
                  <a:lnTo>
                    <a:pt x="1082" y="106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8" name="Google Shape;11058;p22"/>
            <p:cNvSpPr/>
            <p:nvPr/>
          </p:nvSpPr>
          <p:spPr>
            <a:xfrm>
              <a:off x="2350900" y="3290300"/>
              <a:ext cx="26675" cy="27050"/>
            </a:xfrm>
            <a:custGeom>
              <a:avLst/>
              <a:gdLst/>
              <a:ahLst/>
              <a:cxnLst/>
              <a:rect l="l" t="t" r="r" b="b"/>
              <a:pathLst>
                <a:path w="1067" h="1082" extrusionOk="0">
                  <a:moveTo>
                    <a:pt x="1" y="0"/>
                  </a:moveTo>
                  <a:lnTo>
                    <a:pt x="1" y="1082"/>
                  </a:lnTo>
                  <a:lnTo>
                    <a:pt x="1067" y="1082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9" name="Google Shape;11059;p22"/>
            <p:cNvSpPr/>
            <p:nvPr/>
          </p:nvSpPr>
          <p:spPr>
            <a:xfrm>
              <a:off x="2350900" y="331732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1"/>
                  </a:moveTo>
                  <a:lnTo>
                    <a:pt x="1" y="1067"/>
                  </a:lnTo>
                  <a:lnTo>
                    <a:pt x="1067" y="1067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0" name="Google Shape;11060;p22"/>
            <p:cNvSpPr/>
            <p:nvPr/>
          </p:nvSpPr>
          <p:spPr>
            <a:xfrm>
              <a:off x="2350900" y="3343975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67" y="1082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1" name="Google Shape;11061;p22"/>
            <p:cNvSpPr/>
            <p:nvPr/>
          </p:nvSpPr>
          <p:spPr>
            <a:xfrm>
              <a:off x="2350900" y="3371025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2" name="Google Shape;11062;p22"/>
            <p:cNvSpPr/>
            <p:nvPr/>
          </p:nvSpPr>
          <p:spPr>
            <a:xfrm>
              <a:off x="2350900" y="3397675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3" name="Google Shape;11063;p22"/>
            <p:cNvSpPr/>
            <p:nvPr/>
          </p:nvSpPr>
          <p:spPr>
            <a:xfrm>
              <a:off x="2350900" y="3424300"/>
              <a:ext cx="26675" cy="27075"/>
            </a:xfrm>
            <a:custGeom>
              <a:avLst/>
              <a:gdLst/>
              <a:ahLst/>
              <a:cxnLst/>
              <a:rect l="l" t="t" r="r" b="b"/>
              <a:pathLst>
                <a:path w="1067" h="1083" extrusionOk="0">
                  <a:moveTo>
                    <a:pt x="1" y="1"/>
                  </a:moveTo>
                  <a:lnTo>
                    <a:pt x="1" y="1082"/>
                  </a:lnTo>
                  <a:lnTo>
                    <a:pt x="1067" y="1082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4" name="Google Shape;11064;p22"/>
            <p:cNvSpPr/>
            <p:nvPr/>
          </p:nvSpPr>
          <p:spPr>
            <a:xfrm>
              <a:off x="2350900" y="3451350"/>
              <a:ext cx="26675" cy="26675"/>
            </a:xfrm>
            <a:custGeom>
              <a:avLst/>
              <a:gdLst/>
              <a:ahLst/>
              <a:cxnLst/>
              <a:rect l="l" t="t" r="r" b="b"/>
              <a:pathLst>
                <a:path w="1067" h="1067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617D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65" name="Google Shape;11065;p22"/>
          <p:cNvGrpSpPr/>
          <p:nvPr/>
        </p:nvGrpSpPr>
        <p:grpSpPr>
          <a:xfrm rot="2700000">
            <a:off x="7604780" y="3991717"/>
            <a:ext cx="746807" cy="748501"/>
            <a:chOff x="2895575" y="3314200"/>
            <a:chExt cx="165400" cy="165775"/>
          </a:xfrm>
        </p:grpSpPr>
        <p:sp>
          <p:nvSpPr>
            <p:cNvPr id="11066" name="Google Shape;11066;p22"/>
            <p:cNvSpPr/>
            <p:nvPr/>
          </p:nvSpPr>
          <p:spPr>
            <a:xfrm>
              <a:off x="2990025" y="3314200"/>
              <a:ext cx="23925" cy="23525"/>
            </a:xfrm>
            <a:custGeom>
              <a:avLst/>
              <a:gdLst/>
              <a:ahLst/>
              <a:cxnLst/>
              <a:rect l="l" t="t" r="r" b="b"/>
              <a:pathLst>
                <a:path w="957" h="941" extrusionOk="0">
                  <a:moveTo>
                    <a:pt x="0" y="0"/>
                  </a:moveTo>
                  <a:lnTo>
                    <a:pt x="0" y="941"/>
                  </a:lnTo>
                  <a:lnTo>
                    <a:pt x="957" y="941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7" name="Google Shape;11067;p22"/>
            <p:cNvSpPr/>
            <p:nvPr/>
          </p:nvSpPr>
          <p:spPr>
            <a:xfrm>
              <a:off x="3013925" y="3314200"/>
              <a:ext cx="23550" cy="23525"/>
            </a:xfrm>
            <a:custGeom>
              <a:avLst/>
              <a:gdLst/>
              <a:ahLst/>
              <a:cxnLst/>
              <a:rect l="l" t="t" r="r" b="b"/>
              <a:pathLst>
                <a:path w="942" h="941" extrusionOk="0">
                  <a:moveTo>
                    <a:pt x="1" y="0"/>
                  </a:moveTo>
                  <a:lnTo>
                    <a:pt x="1" y="941"/>
                  </a:lnTo>
                  <a:lnTo>
                    <a:pt x="941" y="941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8" name="Google Shape;11068;p22"/>
            <p:cNvSpPr/>
            <p:nvPr/>
          </p:nvSpPr>
          <p:spPr>
            <a:xfrm>
              <a:off x="3037450" y="3314200"/>
              <a:ext cx="23525" cy="23525"/>
            </a:xfrm>
            <a:custGeom>
              <a:avLst/>
              <a:gdLst/>
              <a:ahLst/>
              <a:cxnLst/>
              <a:rect l="l" t="t" r="r" b="b"/>
              <a:pathLst>
                <a:path w="941" h="941" extrusionOk="0">
                  <a:moveTo>
                    <a:pt x="0" y="0"/>
                  </a:moveTo>
                  <a:lnTo>
                    <a:pt x="0" y="941"/>
                  </a:lnTo>
                  <a:lnTo>
                    <a:pt x="941" y="941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9" name="Google Shape;11069;p22"/>
            <p:cNvSpPr/>
            <p:nvPr/>
          </p:nvSpPr>
          <p:spPr>
            <a:xfrm>
              <a:off x="2966525" y="3337700"/>
              <a:ext cx="23525" cy="23550"/>
            </a:xfrm>
            <a:custGeom>
              <a:avLst/>
              <a:gdLst/>
              <a:ahLst/>
              <a:cxnLst/>
              <a:rect l="l" t="t" r="r" b="b"/>
              <a:pathLst>
                <a:path w="941" h="942" extrusionOk="0">
                  <a:moveTo>
                    <a:pt x="0" y="1"/>
                  </a:moveTo>
                  <a:lnTo>
                    <a:pt x="0" y="941"/>
                  </a:lnTo>
                  <a:lnTo>
                    <a:pt x="940" y="941"/>
                  </a:lnTo>
                  <a:lnTo>
                    <a:pt x="94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0" name="Google Shape;11070;p22"/>
            <p:cNvSpPr/>
            <p:nvPr/>
          </p:nvSpPr>
          <p:spPr>
            <a:xfrm>
              <a:off x="2990025" y="3337700"/>
              <a:ext cx="23925" cy="23550"/>
            </a:xfrm>
            <a:custGeom>
              <a:avLst/>
              <a:gdLst/>
              <a:ahLst/>
              <a:cxnLst/>
              <a:rect l="l" t="t" r="r" b="b"/>
              <a:pathLst>
                <a:path w="957" h="942" extrusionOk="0">
                  <a:moveTo>
                    <a:pt x="0" y="1"/>
                  </a:moveTo>
                  <a:lnTo>
                    <a:pt x="0" y="941"/>
                  </a:lnTo>
                  <a:lnTo>
                    <a:pt x="957" y="941"/>
                  </a:lnTo>
                  <a:lnTo>
                    <a:pt x="957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1" name="Google Shape;11071;p22"/>
            <p:cNvSpPr/>
            <p:nvPr/>
          </p:nvSpPr>
          <p:spPr>
            <a:xfrm>
              <a:off x="3013925" y="3337700"/>
              <a:ext cx="23550" cy="23550"/>
            </a:xfrm>
            <a:custGeom>
              <a:avLst/>
              <a:gdLst/>
              <a:ahLst/>
              <a:cxnLst/>
              <a:rect l="l" t="t" r="r" b="b"/>
              <a:pathLst>
                <a:path w="942" h="942" extrusionOk="0">
                  <a:moveTo>
                    <a:pt x="1" y="1"/>
                  </a:moveTo>
                  <a:lnTo>
                    <a:pt x="1" y="941"/>
                  </a:lnTo>
                  <a:lnTo>
                    <a:pt x="941" y="941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2" name="Google Shape;11072;p22"/>
            <p:cNvSpPr/>
            <p:nvPr/>
          </p:nvSpPr>
          <p:spPr>
            <a:xfrm>
              <a:off x="3037450" y="3337700"/>
              <a:ext cx="23525" cy="23550"/>
            </a:xfrm>
            <a:custGeom>
              <a:avLst/>
              <a:gdLst/>
              <a:ahLst/>
              <a:cxnLst/>
              <a:rect l="l" t="t" r="r" b="b"/>
              <a:pathLst>
                <a:path w="941" h="942" extrusionOk="0">
                  <a:moveTo>
                    <a:pt x="0" y="1"/>
                  </a:moveTo>
                  <a:lnTo>
                    <a:pt x="0" y="941"/>
                  </a:lnTo>
                  <a:lnTo>
                    <a:pt x="941" y="941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3" name="Google Shape;11073;p22"/>
            <p:cNvSpPr/>
            <p:nvPr/>
          </p:nvSpPr>
          <p:spPr>
            <a:xfrm>
              <a:off x="2942600" y="3361225"/>
              <a:ext cx="23950" cy="23925"/>
            </a:xfrm>
            <a:custGeom>
              <a:avLst/>
              <a:gdLst/>
              <a:ahLst/>
              <a:cxnLst/>
              <a:rect l="l" t="t" r="r" b="b"/>
              <a:pathLst>
                <a:path w="958" h="957" extrusionOk="0">
                  <a:moveTo>
                    <a:pt x="1" y="0"/>
                  </a:moveTo>
                  <a:lnTo>
                    <a:pt x="1" y="956"/>
                  </a:lnTo>
                  <a:lnTo>
                    <a:pt x="957" y="956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4" name="Google Shape;11074;p22"/>
            <p:cNvSpPr/>
            <p:nvPr/>
          </p:nvSpPr>
          <p:spPr>
            <a:xfrm>
              <a:off x="2966525" y="3361225"/>
              <a:ext cx="23525" cy="23925"/>
            </a:xfrm>
            <a:custGeom>
              <a:avLst/>
              <a:gdLst/>
              <a:ahLst/>
              <a:cxnLst/>
              <a:rect l="l" t="t" r="r" b="b"/>
              <a:pathLst>
                <a:path w="941" h="957" extrusionOk="0">
                  <a:moveTo>
                    <a:pt x="0" y="0"/>
                  </a:moveTo>
                  <a:lnTo>
                    <a:pt x="0" y="956"/>
                  </a:lnTo>
                  <a:lnTo>
                    <a:pt x="940" y="956"/>
                  </a:lnTo>
                  <a:lnTo>
                    <a:pt x="9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5" name="Google Shape;11075;p22"/>
            <p:cNvSpPr/>
            <p:nvPr/>
          </p:nvSpPr>
          <p:spPr>
            <a:xfrm>
              <a:off x="2990025" y="3361225"/>
              <a:ext cx="23925" cy="23925"/>
            </a:xfrm>
            <a:custGeom>
              <a:avLst/>
              <a:gdLst/>
              <a:ahLst/>
              <a:cxnLst/>
              <a:rect l="l" t="t" r="r" b="b"/>
              <a:pathLst>
                <a:path w="957" h="957" extrusionOk="0">
                  <a:moveTo>
                    <a:pt x="0" y="0"/>
                  </a:moveTo>
                  <a:lnTo>
                    <a:pt x="0" y="956"/>
                  </a:lnTo>
                  <a:lnTo>
                    <a:pt x="957" y="956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6" name="Google Shape;11076;p22"/>
            <p:cNvSpPr/>
            <p:nvPr/>
          </p:nvSpPr>
          <p:spPr>
            <a:xfrm>
              <a:off x="3013925" y="3361225"/>
              <a:ext cx="23550" cy="23925"/>
            </a:xfrm>
            <a:custGeom>
              <a:avLst/>
              <a:gdLst/>
              <a:ahLst/>
              <a:cxnLst/>
              <a:rect l="l" t="t" r="r" b="b"/>
              <a:pathLst>
                <a:path w="942" h="957" extrusionOk="0">
                  <a:moveTo>
                    <a:pt x="1" y="0"/>
                  </a:moveTo>
                  <a:lnTo>
                    <a:pt x="1" y="956"/>
                  </a:lnTo>
                  <a:lnTo>
                    <a:pt x="941" y="956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7" name="Google Shape;11077;p22"/>
            <p:cNvSpPr/>
            <p:nvPr/>
          </p:nvSpPr>
          <p:spPr>
            <a:xfrm>
              <a:off x="3037450" y="3361225"/>
              <a:ext cx="23525" cy="23925"/>
            </a:xfrm>
            <a:custGeom>
              <a:avLst/>
              <a:gdLst/>
              <a:ahLst/>
              <a:cxnLst/>
              <a:rect l="l" t="t" r="r" b="b"/>
              <a:pathLst>
                <a:path w="941" h="957" extrusionOk="0">
                  <a:moveTo>
                    <a:pt x="0" y="0"/>
                  </a:moveTo>
                  <a:lnTo>
                    <a:pt x="0" y="956"/>
                  </a:lnTo>
                  <a:lnTo>
                    <a:pt x="941" y="956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8" name="Google Shape;11078;p22"/>
            <p:cNvSpPr/>
            <p:nvPr/>
          </p:nvSpPr>
          <p:spPr>
            <a:xfrm>
              <a:off x="2919100" y="3385125"/>
              <a:ext cx="23525" cy="23525"/>
            </a:xfrm>
            <a:custGeom>
              <a:avLst/>
              <a:gdLst/>
              <a:ahLst/>
              <a:cxnLst/>
              <a:rect l="l" t="t" r="r" b="b"/>
              <a:pathLst>
                <a:path w="941" h="941" extrusionOk="0">
                  <a:moveTo>
                    <a:pt x="0" y="0"/>
                  </a:moveTo>
                  <a:lnTo>
                    <a:pt x="0" y="941"/>
                  </a:lnTo>
                  <a:lnTo>
                    <a:pt x="941" y="941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9" name="Google Shape;11079;p22"/>
            <p:cNvSpPr/>
            <p:nvPr/>
          </p:nvSpPr>
          <p:spPr>
            <a:xfrm>
              <a:off x="2942600" y="3385125"/>
              <a:ext cx="23950" cy="23525"/>
            </a:xfrm>
            <a:custGeom>
              <a:avLst/>
              <a:gdLst/>
              <a:ahLst/>
              <a:cxnLst/>
              <a:rect l="l" t="t" r="r" b="b"/>
              <a:pathLst>
                <a:path w="958" h="941" extrusionOk="0">
                  <a:moveTo>
                    <a:pt x="1" y="0"/>
                  </a:moveTo>
                  <a:lnTo>
                    <a:pt x="1" y="941"/>
                  </a:lnTo>
                  <a:lnTo>
                    <a:pt x="957" y="941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0" name="Google Shape;11080;p22"/>
            <p:cNvSpPr/>
            <p:nvPr/>
          </p:nvSpPr>
          <p:spPr>
            <a:xfrm>
              <a:off x="2966525" y="3385125"/>
              <a:ext cx="23525" cy="23525"/>
            </a:xfrm>
            <a:custGeom>
              <a:avLst/>
              <a:gdLst/>
              <a:ahLst/>
              <a:cxnLst/>
              <a:rect l="l" t="t" r="r" b="b"/>
              <a:pathLst>
                <a:path w="941" h="941" extrusionOk="0">
                  <a:moveTo>
                    <a:pt x="0" y="0"/>
                  </a:moveTo>
                  <a:lnTo>
                    <a:pt x="0" y="941"/>
                  </a:lnTo>
                  <a:lnTo>
                    <a:pt x="940" y="941"/>
                  </a:lnTo>
                  <a:lnTo>
                    <a:pt x="94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1" name="Google Shape;11081;p22"/>
            <p:cNvSpPr/>
            <p:nvPr/>
          </p:nvSpPr>
          <p:spPr>
            <a:xfrm>
              <a:off x="2895575" y="3456050"/>
              <a:ext cx="23550" cy="23925"/>
            </a:xfrm>
            <a:custGeom>
              <a:avLst/>
              <a:gdLst/>
              <a:ahLst/>
              <a:cxnLst/>
              <a:rect l="l" t="t" r="r" b="b"/>
              <a:pathLst>
                <a:path w="942" h="957" extrusionOk="0">
                  <a:moveTo>
                    <a:pt x="1" y="1"/>
                  </a:moveTo>
                  <a:lnTo>
                    <a:pt x="1" y="957"/>
                  </a:lnTo>
                  <a:lnTo>
                    <a:pt x="941" y="957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2" name="Google Shape;11082;p22"/>
            <p:cNvSpPr/>
            <p:nvPr/>
          </p:nvSpPr>
          <p:spPr>
            <a:xfrm>
              <a:off x="2990025" y="3385125"/>
              <a:ext cx="23925" cy="23525"/>
            </a:xfrm>
            <a:custGeom>
              <a:avLst/>
              <a:gdLst/>
              <a:ahLst/>
              <a:cxnLst/>
              <a:rect l="l" t="t" r="r" b="b"/>
              <a:pathLst>
                <a:path w="957" h="941" extrusionOk="0">
                  <a:moveTo>
                    <a:pt x="0" y="0"/>
                  </a:moveTo>
                  <a:lnTo>
                    <a:pt x="0" y="941"/>
                  </a:lnTo>
                  <a:lnTo>
                    <a:pt x="957" y="941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3" name="Google Shape;11083;p22"/>
            <p:cNvSpPr/>
            <p:nvPr/>
          </p:nvSpPr>
          <p:spPr>
            <a:xfrm>
              <a:off x="3013925" y="3385125"/>
              <a:ext cx="23550" cy="23525"/>
            </a:xfrm>
            <a:custGeom>
              <a:avLst/>
              <a:gdLst/>
              <a:ahLst/>
              <a:cxnLst/>
              <a:rect l="l" t="t" r="r" b="b"/>
              <a:pathLst>
                <a:path w="942" h="941" extrusionOk="0">
                  <a:moveTo>
                    <a:pt x="1" y="0"/>
                  </a:moveTo>
                  <a:lnTo>
                    <a:pt x="1" y="941"/>
                  </a:lnTo>
                  <a:lnTo>
                    <a:pt x="941" y="941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4" name="Google Shape;11084;p22"/>
            <p:cNvSpPr/>
            <p:nvPr/>
          </p:nvSpPr>
          <p:spPr>
            <a:xfrm>
              <a:off x="2919100" y="3408625"/>
              <a:ext cx="23525" cy="23950"/>
            </a:xfrm>
            <a:custGeom>
              <a:avLst/>
              <a:gdLst/>
              <a:ahLst/>
              <a:cxnLst/>
              <a:rect l="l" t="t" r="r" b="b"/>
              <a:pathLst>
                <a:path w="941" h="958" extrusionOk="0">
                  <a:moveTo>
                    <a:pt x="0" y="1"/>
                  </a:moveTo>
                  <a:lnTo>
                    <a:pt x="0" y="957"/>
                  </a:lnTo>
                  <a:lnTo>
                    <a:pt x="941" y="957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5" name="Google Shape;11085;p22"/>
            <p:cNvSpPr/>
            <p:nvPr/>
          </p:nvSpPr>
          <p:spPr>
            <a:xfrm>
              <a:off x="2942600" y="3408625"/>
              <a:ext cx="23950" cy="23950"/>
            </a:xfrm>
            <a:custGeom>
              <a:avLst/>
              <a:gdLst/>
              <a:ahLst/>
              <a:cxnLst/>
              <a:rect l="l" t="t" r="r" b="b"/>
              <a:pathLst>
                <a:path w="958" h="958" extrusionOk="0">
                  <a:moveTo>
                    <a:pt x="1" y="1"/>
                  </a:moveTo>
                  <a:lnTo>
                    <a:pt x="1" y="957"/>
                  </a:lnTo>
                  <a:lnTo>
                    <a:pt x="957" y="957"/>
                  </a:lnTo>
                  <a:lnTo>
                    <a:pt x="957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6" name="Google Shape;11086;p22"/>
            <p:cNvSpPr/>
            <p:nvPr/>
          </p:nvSpPr>
          <p:spPr>
            <a:xfrm>
              <a:off x="2966525" y="3408625"/>
              <a:ext cx="23525" cy="23950"/>
            </a:xfrm>
            <a:custGeom>
              <a:avLst/>
              <a:gdLst/>
              <a:ahLst/>
              <a:cxnLst/>
              <a:rect l="l" t="t" r="r" b="b"/>
              <a:pathLst>
                <a:path w="941" h="958" extrusionOk="0">
                  <a:moveTo>
                    <a:pt x="0" y="1"/>
                  </a:moveTo>
                  <a:lnTo>
                    <a:pt x="0" y="957"/>
                  </a:lnTo>
                  <a:lnTo>
                    <a:pt x="940" y="957"/>
                  </a:lnTo>
                  <a:lnTo>
                    <a:pt x="940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7" name="Google Shape;11087;p22"/>
            <p:cNvSpPr/>
            <p:nvPr/>
          </p:nvSpPr>
          <p:spPr>
            <a:xfrm>
              <a:off x="2990025" y="3408625"/>
              <a:ext cx="23925" cy="23950"/>
            </a:xfrm>
            <a:custGeom>
              <a:avLst/>
              <a:gdLst/>
              <a:ahLst/>
              <a:cxnLst/>
              <a:rect l="l" t="t" r="r" b="b"/>
              <a:pathLst>
                <a:path w="957" h="958" extrusionOk="0">
                  <a:moveTo>
                    <a:pt x="0" y="1"/>
                  </a:moveTo>
                  <a:lnTo>
                    <a:pt x="0" y="957"/>
                  </a:lnTo>
                  <a:lnTo>
                    <a:pt x="957" y="957"/>
                  </a:lnTo>
                  <a:lnTo>
                    <a:pt x="957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8" name="Google Shape;11088;p22"/>
            <p:cNvSpPr/>
            <p:nvPr/>
          </p:nvSpPr>
          <p:spPr>
            <a:xfrm>
              <a:off x="2919100" y="3432550"/>
              <a:ext cx="23525" cy="23525"/>
            </a:xfrm>
            <a:custGeom>
              <a:avLst/>
              <a:gdLst/>
              <a:ahLst/>
              <a:cxnLst/>
              <a:rect l="l" t="t" r="r" b="b"/>
              <a:pathLst>
                <a:path w="941" h="941" extrusionOk="0">
                  <a:moveTo>
                    <a:pt x="0" y="0"/>
                  </a:moveTo>
                  <a:lnTo>
                    <a:pt x="0" y="941"/>
                  </a:lnTo>
                  <a:lnTo>
                    <a:pt x="941" y="941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9" name="Google Shape;11089;p22"/>
            <p:cNvSpPr/>
            <p:nvPr/>
          </p:nvSpPr>
          <p:spPr>
            <a:xfrm>
              <a:off x="2942600" y="3432550"/>
              <a:ext cx="23950" cy="23525"/>
            </a:xfrm>
            <a:custGeom>
              <a:avLst/>
              <a:gdLst/>
              <a:ahLst/>
              <a:cxnLst/>
              <a:rect l="l" t="t" r="r" b="b"/>
              <a:pathLst>
                <a:path w="958" h="941" extrusionOk="0">
                  <a:moveTo>
                    <a:pt x="1" y="0"/>
                  </a:moveTo>
                  <a:lnTo>
                    <a:pt x="1" y="941"/>
                  </a:lnTo>
                  <a:lnTo>
                    <a:pt x="957" y="941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0" name="Google Shape;11090;p22"/>
            <p:cNvSpPr/>
            <p:nvPr/>
          </p:nvSpPr>
          <p:spPr>
            <a:xfrm>
              <a:off x="2966525" y="3432550"/>
              <a:ext cx="23525" cy="23525"/>
            </a:xfrm>
            <a:custGeom>
              <a:avLst/>
              <a:gdLst/>
              <a:ahLst/>
              <a:cxnLst/>
              <a:rect l="l" t="t" r="r" b="b"/>
              <a:pathLst>
                <a:path w="941" h="941" extrusionOk="0">
                  <a:moveTo>
                    <a:pt x="0" y="0"/>
                  </a:moveTo>
                  <a:lnTo>
                    <a:pt x="0" y="941"/>
                  </a:lnTo>
                  <a:lnTo>
                    <a:pt x="940" y="941"/>
                  </a:lnTo>
                  <a:lnTo>
                    <a:pt x="9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91" name="Google Shape;11091;p22"/>
          <p:cNvGrpSpPr/>
          <p:nvPr/>
        </p:nvGrpSpPr>
        <p:grpSpPr>
          <a:xfrm>
            <a:off x="7453370" y="977231"/>
            <a:ext cx="1049633" cy="523940"/>
            <a:chOff x="138482" y="584556"/>
            <a:chExt cx="1049633" cy="523940"/>
          </a:xfrm>
        </p:grpSpPr>
        <p:sp>
          <p:nvSpPr>
            <p:cNvPr id="11092" name="Google Shape;11092;p22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3" name="Google Shape;11093;p22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4" name="Google Shape;11094;p22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5" name="Google Shape;11095;p22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6" name="Google Shape;11096;p22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7" name="Google Shape;11097;p22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8" name="Google Shape;11098;p22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9" name="Google Shape;11099;p22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0" name="Google Shape;11100;p22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1" name="Google Shape;11101;p22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2" name="Google Shape;11102;p22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3" name="Google Shape;11103;p22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4" name="Google Shape;11104;p22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5" name="Google Shape;11105;p22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6" name="Google Shape;11106;p22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07" name="Google Shape;11107;p22"/>
          <p:cNvGrpSpPr/>
          <p:nvPr/>
        </p:nvGrpSpPr>
        <p:grpSpPr>
          <a:xfrm flipH="1">
            <a:off x="281257" y="1753131"/>
            <a:ext cx="1049633" cy="523940"/>
            <a:chOff x="138482" y="584556"/>
            <a:chExt cx="1049633" cy="523940"/>
          </a:xfrm>
        </p:grpSpPr>
        <p:sp>
          <p:nvSpPr>
            <p:cNvPr id="11108" name="Google Shape;11108;p22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9" name="Google Shape;11109;p22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0" name="Google Shape;11110;p22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1" name="Google Shape;11111;p22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2" name="Google Shape;11112;p22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3" name="Google Shape;11113;p22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4" name="Google Shape;11114;p22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5" name="Google Shape;11115;p22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6" name="Google Shape;11116;p22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7" name="Google Shape;11117;p22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8" name="Google Shape;11118;p22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9" name="Google Shape;11119;p22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0" name="Google Shape;11120;p22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1" name="Google Shape;11121;p22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2" name="Google Shape;11122;p22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23" name="Google Shape;11123;p22"/>
          <p:cNvGrpSpPr/>
          <p:nvPr/>
        </p:nvGrpSpPr>
        <p:grpSpPr>
          <a:xfrm>
            <a:off x="1330939" y="4028942"/>
            <a:ext cx="574607" cy="574607"/>
            <a:chOff x="2836800" y="2121375"/>
            <a:chExt cx="229650" cy="229650"/>
          </a:xfrm>
        </p:grpSpPr>
        <p:sp>
          <p:nvSpPr>
            <p:cNvPr id="11124" name="Google Shape;11124;p22"/>
            <p:cNvSpPr/>
            <p:nvPr/>
          </p:nvSpPr>
          <p:spPr>
            <a:xfrm>
              <a:off x="2894400" y="2121375"/>
              <a:ext cx="28650" cy="28650"/>
            </a:xfrm>
            <a:custGeom>
              <a:avLst/>
              <a:gdLst/>
              <a:ahLst/>
              <a:cxnLst/>
              <a:rect l="l" t="t" r="r" b="b"/>
              <a:pathLst>
                <a:path w="1146" h="1146" extrusionOk="0">
                  <a:moveTo>
                    <a:pt x="1" y="1"/>
                  </a:moveTo>
                  <a:lnTo>
                    <a:pt x="1" y="1145"/>
                  </a:lnTo>
                  <a:lnTo>
                    <a:pt x="1145" y="1145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5" name="Google Shape;11125;p22"/>
            <p:cNvSpPr/>
            <p:nvPr/>
          </p:nvSpPr>
          <p:spPr>
            <a:xfrm>
              <a:off x="2923025" y="2121375"/>
              <a:ext cx="28625" cy="28650"/>
            </a:xfrm>
            <a:custGeom>
              <a:avLst/>
              <a:gdLst/>
              <a:ahLst/>
              <a:cxnLst/>
              <a:rect l="l" t="t" r="r" b="b"/>
              <a:pathLst>
                <a:path w="1145" h="1146" extrusionOk="0">
                  <a:moveTo>
                    <a:pt x="0" y="1"/>
                  </a:moveTo>
                  <a:lnTo>
                    <a:pt x="0" y="1145"/>
                  </a:lnTo>
                  <a:lnTo>
                    <a:pt x="1144" y="1145"/>
                  </a:lnTo>
                  <a:lnTo>
                    <a:pt x="1144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6" name="Google Shape;11126;p22"/>
            <p:cNvSpPr/>
            <p:nvPr/>
          </p:nvSpPr>
          <p:spPr>
            <a:xfrm>
              <a:off x="2865800" y="2150000"/>
              <a:ext cx="28625" cy="29000"/>
            </a:xfrm>
            <a:custGeom>
              <a:avLst/>
              <a:gdLst/>
              <a:ahLst/>
              <a:cxnLst/>
              <a:rect l="l" t="t" r="r" b="b"/>
              <a:pathLst>
                <a:path w="1145" h="1160" extrusionOk="0">
                  <a:moveTo>
                    <a:pt x="1" y="0"/>
                  </a:moveTo>
                  <a:lnTo>
                    <a:pt x="1" y="1160"/>
                  </a:lnTo>
                  <a:lnTo>
                    <a:pt x="1145" y="1160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7" name="Google Shape;11127;p22"/>
            <p:cNvSpPr/>
            <p:nvPr/>
          </p:nvSpPr>
          <p:spPr>
            <a:xfrm>
              <a:off x="2894400" y="2150000"/>
              <a:ext cx="28650" cy="29000"/>
            </a:xfrm>
            <a:custGeom>
              <a:avLst/>
              <a:gdLst/>
              <a:ahLst/>
              <a:cxnLst/>
              <a:rect l="l" t="t" r="r" b="b"/>
              <a:pathLst>
                <a:path w="1146" h="1160" extrusionOk="0">
                  <a:moveTo>
                    <a:pt x="1" y="0"/>
                  </a:moveTo>
                  <a:lnTo>
                    <a:pt x="1" y="1160"/>
                  </a:lnTo>
                  <a:lnTo>
                    <a:pt x="1145" y="1160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8" name="Google Shape;11128;p22"/>
            <p:cNvSpPr/>
            <p:nvPr/>
          </p:nvSpPr>
          <p:spPr>
            <a:xfrm>
              <a:off x="2923025" y="2150000"/>
              <a:ext cx="28625" cy="29000"/>
            </a:xfrm>
            <a:custGeom>
              <a:avLst/>
              <a:gdLst/>
              <a:ahLst/>
              <a:cxnLst/>
              <a:rect l="l" t="t" r="r" b="b"/>
              <a:pathLst>
                <a:path w="1145" h="1160" extrusionOk="0">
                  <a:moveTo>
                    <a:pt x="0" y="0"/>
                  </a:moveTo>
                  <a:lnTo>
                    <a:pt x="0" y="1160"/>
                  </a:lnTo>
                  <a:lnTo>
                    <a:pt x="1144" y="1160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9" name="Google Shape;11129;p22"/>
            <p:cNvSpPr/>
            <p:nvPr/>
          </p:nvSpPr>
          <p:spPr>
            <a:xfrm>
              <a:off x="2951625" y="2150000"/>
              <a:ext cx="29025" cy="29000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0" y="0"/>
                  </a:moveTo>
                  <a:lnTo>
                    <a:pt x="0" y="1160"/>
                  </a:lnTo>
                  <a:lnTo>
                    <a:pt x="1160" y="1160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0" name="Google Shape;11130;p22"/>
            <p:cNvSpPr/>
            <p:nvPr/>
          </p:nvSpPr>
          <p:spPr>
            <a:xfrm>
              <a:off x="2836800" y="2178975"/>
              <a:ext cx="29025" cy="28650"/>
            </a:xfrm>
            <a:custGeom>
              <a:avLst/>
              <a:gdLst/>
              <a:ahLst/>
              <a:cxnLst/>
              <a:rect l="l" t="t" r="r" b="b"/>
              <a:pathLst>
                <a:path w="1161" h="1146" extrusionOk="0">
                  <a:moveTo>
                    <a:pt x="1" y="1"/>
                  </a:moveTo>
                  <a:lnTo>
                    <a:pt x="1" y="1145"/>
                  </a:lnTo>
                  <a:lnTo>
                    <a:pt x="1161" y="1145"/>
                  </a:lnTo>
                  <a:lnTo>
                    <a:pt x="1161" y="1"/>
                  </a:lnTo>
                  <a:close/>
                </a:path>
              </a:pathLst>
            </a:custGeom>
            <a:solidFill>
              <a:srgbClr val="7C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1" name="Google Shape;11131;p22"/>
            <p:cNvSpPr/>
            <p:nvPr/>
          </p:nvSpPr>
          <p:spPr>
            <a:xfrm>
              <a:off x="2865800" y="2178975"/>
              <a:ext cx="28625" cy="28650"/>
            </a:xfrm>
            <a:custGeom>
              <a:avLst/>
              <a:gdLst/>
              <a:ahLst/>
              <a:cxnLst/>
              <a:rect l="l" t="t" r="r" b="b"/>
              <a:pathLst>
                <a:path w="1145" h="1146" extrusionOk="0">
                  <a:moveTo>
                    <a:pt x="1" y="1"/>
                  </a:moveTo>
                  <a:lnTo>
                    <a:pt x="1" y="1145"/>
                  </a:lnTo>
                  <a:lnTo>
                    <a:pt x="1145" y="1145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2" name="Google Shape;11132;p22"/>
            <p:cNvSpPr/>
            <p:nvPr/>
          </p:nvSpPr>
          <p:spPr>
            <a:xfrm>
              <a:off x="2894400" y="2178975"/>
              <a:ext cx="28650" cy="28650"/>
            </a:xfrm>
            <a:custGeom>
              <a:avLst/>
              <a:gdLst/>
              <a:ahLst/>
              <a:cxnLst/>
              <a:rect l="l" t="t" r="r" b="b"/>
              <a:pathLst>
                <a:path w="1146" h="1146" extrusionOk="0">
                  <a:moveTo>
                    <a:pt x="1" y="1"/>
                  </a:moveTo>
                  <a:lnTo>
                    <a:pt x="1" y="1145"/>
                  </a:lnTo>
                  <a:lnTo>
                    <a:pt x="1145" y="1145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3" name="Google Shape;11133;p22"/>
            <p:cNvSpPr/>
            <p:nvPr/>
          </p:nvSpPr>
          <p:spPr>
            <a:xfrm>
              <a:off x="2923025" y="2178975"/>
              <a:ext cx="28625" cy="28650"/>
            </a:xfrm>
            <a:custGeom>
              <a:avLst/>
              <a:gdLst/>
              <a:ahLst/>
              <a:cxnLst/>
              <a:rect l="l" t="t" r="r" b="b"/>
              <a:pathLst>
                <a:path w="1145" h="1146" extrusionOk="0">
                  <a:moveTo>
                    <a:pt x="0" y="1"/>
                  </a:moveTo>
                  <a:lnTo>
                    <a:pt x="0" y="1145"/>
                  </a:lnTo>
                  <a:lnTo>
                    <a:pt x="1144" y="1145"/>
                  </a:lnTo>
                  <a:lnTo>
                    <a:pt x="1144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4" name="Google Shape;11134;p22"/>
            <p:cNvSpPr/>
            <p:nvPr/>
          </p:nvSpPr>
          <p:spPr>
            <a:xfrm>
              <a:off x="2951625" y="2178975"/>
              <a:ext cx="29025" cy="28650"/>
            </a:xfrm>
            <a:custGeom>
              <a:avLst/>
              <a:gdLst/>
              <a:ahLst/>
              <a:cxnLst/>
              <a:rect l="l" t="t" r="r" b="b"/>
              <a:pathLst>
                <a:path w="1161" h="1146" extrusionOk="0">
                  <a:moveTo>
                    <a:pt x="0" y="1"/>
                  </a:moveTo>
                  <a:lnTo>
                    <a:pt x="0" y="1145"/>
                  </a:lnTo>
                  <a:lnTo>
                    <a:pt x="1160" y="1145"/>
                  </a:lnTo>
                  <a:lnTo>
                    <a:pt x="11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5" name="Google Shape;11135;p22"/>
            <p:cNvSpPr/>
            <p:nvPr/>
          </p:nvSpPr>
          <p:spPr>
            <a:xfrm>
              <a:off x="2980625" y="2178975"/>
              <a:ext cx="28625" cy="28650"/>
            </a:xfrm>
            <a:custGeom>
              <a:avLst/>
              <a:gdLst/>
              <a:ahLst/>
              <a:cxnLst/>
              <a:rect l="l" t="t" r="r" b="b"/>
              <a:pathLst>
                <a:path w="1145" h="1146" extrusionOk="0">
                  <a:moveTo>
                    <a:pt x="0" y="1"/>
                  </a:moveTo>
                  <a:lnTo>
                    <a:pt x="0" y="1145"/>
                  </a:lnTo>
                  <a:lnTo>
                    <a:pt x="1145" y="1145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6" name="Google Shape;11136;p22"/>
            <p:cNvSpPr/>
            <p:nvPr/>
          </p:nvSpPr>
          <p:spPr>
            <a:xfrm>
              <a:off x="2836800" y="2207600"/>
              <a:ext cx="29025" cy="28625"/>
            </a:xfrm>
            <a:custGeom>
              <a:avLst/>
              <a:gdLst/>
              <a:ahLst/>
              <a:cxnLst/>
              <a:rect l="l" t="t" r="r" b="b"/>
              <a:pathLst>
                <a:path w="1161" h="1145" extrusionOk="0">
                  <a:moveTo>
                    <a:pt x="1" y="0"/>
                  </a:moveTo>
                  <a:lnTo>
                    <a:pt x="1" y="1144"/>
                  </a:lnTo>
                  <a:lnTo>
                    <a:pt x="1161" y="1144"/>
                  </a:lnTo>
                  <a:lnTo>
                    <a:pt x="1161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7" name="Google Shape;11137;p22"/>
            <p:cNvSpPr/>
            <p:nvPr/>
          </p:nvSpPr>
          <p:spPr>
            <a:xfrm>
              <a:off x="2865800" y="2207600"/>
              <a:ext cx="28625" cy="28625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1" y="0"/>
                  </a:moveTo>
                  <a:lnTo>
                    <a:pt x="1" y="1144"/>
                  </a:lnTo>
                  <a:lnTo>
                    <a:pt x="1145" y="1144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8" name="Google Shape;11138;p22"/>
            <p:cNvSpPr/>
            <p:nvPr/>
          </p:nvSpPr>
          <p:spPr>
            <a:xfrm>
              <a:off x="2894400" y="2207600"/>
              <a:ext cx="28650" cy="28625"/>
            </a:xfrm>
            <a:custGeom>
              <a:avLst/>
              <a:gdLst/>
              <a:ahLst/>
              <a:cxnLst/>
              <a:rect l="l" t="t" r="r" b="b"/>
              <a:pathLst>
                <a:path w="1146" h="1145" extrusionOk="0">
                  <a:moveTo>
                    <a:pt x="1" y="0"/>
                  </a:moveTo>
                  <a:lnTo>
                    <a:pt x="1" y="1144"/>
                  </a:lnTo>
                  <a:lnTo>
                    <a:pt x="1145" y="1144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9" name="Google Shape;11139;p22"/>
            <p:cNvSpPr/>
            <p:nvPr/>
          </p:nvSpPr>
          <p:spPr>
            <a:xfrm>
              <a:off x="2923025" y="2207600"/>
              <a:ext cx="28625" cy="28625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0" y="0"/>
                  </a:moveTo>
                  <a:lnTo>
                    <a:pt x="0" y="1144"/>
                  </a:lnTo>
                  <a:lnTo>
                    <a:pt x="1144" y="1144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0" name="Google Shape;11140;p22"/>
            <p:cNvSpPr/>
            <p:nvPr/>
          </p:nvSpPr>
          <p:spPr>
            <a:xfrm>
              <a:off x="2951625" y="2207600"/>
              <a:ext cx="29025" cy="28625"/>
            </a:xfrm>
            <a:custGeom>
              <a:avLst/>
              <a:gdLst/>
              <a:ahLst/>
              <a:cxnLst/>
              <a:rect l="l" t="t" r="r" b="b"/>
              <a:pathLst>
                <a:path w="1161" h="1145" extrusionOk="0">
                  <a:moveTo>
                    <a:pt x="0" y="0"/>
                  </a:moveTo>
                  <a:lnTo>
                    <a:pt x="0" y="1144"/>
                  </a:lnTo>
                  <a:lnTo>
                    <a:pt x="1160" y="1144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1" name="Google Shape;11141;p22"/>
            <p:cNvSpPr/>
            <p:nvPr/>
          </p:nvSpPr>
          <p:spPr>
            <a:xfrm>
              <a:off x="2980625" y="2207600"/>
              <a:ext cx="28625" cy="28625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0" y="0"/>
                  </a:moveTo>
                  <a:lnTo>
                    <a:pt x="0" y="1144"/>
                  </a:lnTo>
                  <a:lnTo>
                    <a:pt x="1145" y="1144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2" name="Google Shape;11142;p22"/>
            <p:cNvSpPr/>
            <p:nvPr/>
          </p:nvSpPr>
          <p:spPr>
            <a:xfrm>
              <a:off x="2865800" y="2236200"/>
              <a:ext cx="28625" cy="28625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1" y="0"/>
                  </a:moveTo>
                  <a:lnTo>
                    <a:pt x="1" y="1145"/>
                  </a:lnTo>
                  <a:lnTo>
                    <a:pt x="1145" y="1145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3" name="Google Shape;11143;p22"/>
            <p:cNvSpPr/>
            <p:nvPr/>
          </p:nvSpPr>
          <p:spPr>
            <a:xfrm>
              <a:off x="2894400" y="2236200"/>
              <a:ext cx="28650" cy="28625"/>
            </a:xfrm>
            <a:custGeom>
              <a:avLst/>
              <a:gdLst/>
              <a:ahLst/>
              <a:cxnLst/>
              <a:rect l="l" t="t" r="r" b="b"/>
              <a:pathLst>
                <a:path w="1146" h="1145" extrusionOk="0">
                  <a:moveTo>
                    <a:pt x="1" y="0"/>
                  </a:moveTo>
                  <a:lnTo>
                    <a:pt x="1" y="1145"/>
                  </a:lnTo>
                  <a:lnTo>
                    <a:pt x="1145" y="1145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4" name="Google Shape;11144;p22"/>
            <p:cNvSpPr/>
            <p:nvPr/>
          </p:nvSpPr>
          <p:spPr>
            <a:xfrm>
              <a:off x="2923025" y="2236200"/>
              <a:ext cx="28625" cy="28625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0" y="0"/>
                  </a:moveTo>
                  <a:lnTo>
                    <a:pt x="0" y="1145"/>
                  </a:lnTo>
                  <a:lnTo>
                    <a:pt x="1144" y="1145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5" name="Google Shape;11145;p22"/>
            <p:cNvSpPr/>
            <p:nvPr/>
          </p:nvSpPr>
          <p:spPr>
            <a:xfrm>
              <a:off x="2951625" y="2236200"/>
              <a:ext cx="29025" cy="28625"/>
            </a:xfrm>
            <a:custGeom>
              <a:avLst/>
              <a:gdLst/>
              <a:ahLst/>
              <a:cxnLst/>
              <a:rect l="l" t="t" r="r" b="b"/>
              <a:pathLst>
                <a:path w="1161" h="1145" extrusionOk="0">
                  <a:moveTo>
                    <a:pt x="0" y="0"/>
                  </a:moveTo>
                  <a:lnTo>
                    <a:pt x="0" y="1145"/>
                  </a:lnTo>
                  <a:lnTo>
                    <a:pt x="1160" y="1145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6" name="Google Shape;11146;p22"/>
            <p:cNvSpPr/>
            <p:nvPr/>
          </p:nvSpPr>
          <p:spPr>
            <a:xfrm>
              <a:off x="2894400" y="2264800"/>
              <a:ext cx="28650" cy="29025"/>
            </a:xfrm>
            <a:custGeom>
              <a:avLst/>
              <a:gdLst/>
              <a:ahLst/>
              <a:cxnLst/>
              <a:rect l="l" t="t" r="r" b="b"/>
              <a:pathLst>
                <a:path w="1146" h="1161" extrusionOk="0">
                  <a:moveTo>
                    <a:pt x="1" y="1"/>
                  </a:moveTo>
                  <a:lnTo>
                    <a:pt x="1" y="1160"/>
                  </a:lnTo>
                  <a:lnTo>
                    <a:pt x="1145" y="1160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rgbClr val="5873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7" name="Google Shape;11147;p22"/>
            <p:cNvSpPr/>
            <p:nvPr/>
          </p:nvSpPr>
          <p:spPr>
            <a:xfrm>
              <a:off x="2923025" y="2264800"/>
              <a:ext cx="28625" cy="29025"/>
            </a:xfrm>
            <a:custGeom>
              <a:avLst/>
              <a:gdLst/>
              <a:ahLst/>
              <a:cxnLst/>
              <a:rect l="l" t="t" r="r" b="b"/>
              <a:pathLst>
                <a:path w="1145" h="1161" extrusionOk="0">
                  <a:moveTo>
                    <a:pt x="0" y="1"/>
                  </a:moveTo>
                  <a:lnTo>
                    <a:pt x="0" y="1160"/>
                  </a:lnTo>
                  <a:lnTo>
                    <a:pt x="1144" y="1160"/>
                  </a:lnTo>
                  <a:lnTo>
                    <a:pt x="1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8" name="Google Shape;11148;p22"/>
            <p:cNvSpPr/>
            <p:nvPr/>
          </p:nvSpPr>
          <p:spPr>
            <a:xfrm>
              <a:off x="2980625" y="2264800"/>
              <a:ext cx="28625" cy="29025"/>
            </a:xfrm>
            <a:custGeom>
              <a:avLst/>
              <a:gdLst/>
              <a:ahLst/>
              <a:cxnLst/>
              <a:rect l="l" t="t" r="r" b="b"/>
              <a:pathLst>
                <a:path w="1145" h="1161" extrusionOk="0">
                  <a:moveTo>
                    <a:pt x="0" y="1"/>
                  </a:moveTo>
                  <a:lnTo>
                    <a:pt x="0" y="1160"/>
                  </a:lnTo>
                  <a:lnTo>
                    <a:pt x="1145" y="1160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9" name="Google Shape;11149;p22"/>
            <p:cNvSpPr/>
            <p:nvPr/>
          </p:nvSpPr>
          <p:spPr>
            <a:xfrm>
              <a:off x="3009225" y="2293800"/>
              <a:ext cx="28625" cy="28625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1" y="0"/>
                  </a:moveTo>
                  <a:lnTo>
                    <a:pt x="1" y="1145"/>
                  </a:lnTo>
                  <a:lnTo>
                    <a:pt x="1145" y="1145"/>
                  </a:lnTo>
                  <a:lnTo>
                    <a:pt x="1145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0" name="Google Shape;11150;p22"/>
            <p:cNvSpPr/>
            <p:nvPr/>
          </p:nvSpPr>
          <p:spPr>
            <a:xfrm>
              <a:off x="3037825" y="2322400"/>
              <a:ext cx="28625" cy="28625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1" y="1"/>
                  </a:moveTo>
                  <a:lnTo>
                    <a:pt x="1" y="1145"/>
                  </a:lnTo>
                  <a:lnTo>
                    <a:pt x="1145" y="1145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9">
    <p:spTree>
      <p:nvGrpSpPr>
        <p:cNvPr id="1" name="Shape 1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52" name="Google Shape;11152;p23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11153" name="Google Shape;11153;p23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11154" name="Google Shape;11154;p2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5" name="Google Shape;11155;p2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6" name="Google Shape;11156;p2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7" name="Google Shape;11157;p2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8" name="Google Shape;11158;p2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9" name="Google Shape;11159;p2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0" name="Google Shape;11160;p2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1" name="Google Shape;11161;p2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2" name="Google Shape;11162;p2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3" name="Google Shape;11163;p2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4" name="Google Shape;11164;p2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5" name="Google Shape;11165;p2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6" name="Google Shape;11166;p2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7" name="Google Shape;11167;p2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8" name="Google Shape;11168;p2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9" name="Google Shape;11169;p2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0" name="Google Shape;11170;p2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1" name="Google Shape;11171;p2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2" name="Google Shape;11172;p2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3" name="Google Shape;11173;p2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4" name="Google Shape;11174;p2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5" name="Google Shape;11175;p2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6" name="Google Shape;11176;p2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7" name="Google Shape;11177;p2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8" name="Google Shape;11178;p2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9" name="Google Shape;11179;p2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0" name="Google Shape;11180;p2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1" name="Google Shape;11181;p2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2" name="Google Shape;11182;p2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3" name="Google Shape;11183;p2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4" name="Google Shape;11184;p2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5" name="Google Shape;11185;p2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6" name="Google Shape;11186;p2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7" name="Google Shape;11187;p2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8" name="Google Shape;11188;p2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9" name="Google Shape;11189;p2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0" name="Google Shape;11190;p2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1" name="Google Shape;11191;p2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2" name="Google Shape;11192;p2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3" name="Google Shape;11193;p2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4" name="Google Shape;11194;p2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5" name="Google Shape;11195;p2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6" name="Google Shape;11196;p2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197" name="Google Shape;11197;p23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11198" name="Google Shape;11198;p2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9" name="Google Shape;11199;p2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0" name="Google Shape;11200;p2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1" name="Google Shape;11201;p2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2" name="Google Shape;11202;p2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3" name="Google Shape;11203;p2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4" name="Google Shape;11204;p2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5" name="Google Shape;11205;p2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6" name="Google Shape;11206;p2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7" name="Google Shape;11207;p2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8" name="Google Shape;11208;p2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9" name="Google Shape;11209;p2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0" name="Google Shape;11210;p2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1" name="Google Shape;11211;p2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2" name="Google Shape;11212;p2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3" name="Google Shape;11213;p2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4" name="Google Shape;11214;p2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5" name="Google Shape;11215;p2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6" name="Google Shape;11216;p2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7" name="Google Shape;11217;p2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8" name="Google Shape;11218;p2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9" name="Google Shape;11219;p2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0" name="Google Shape;11220;p2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1" name="Google Shape;11221;p2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2" name="Google Shape;11222;p2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3" name="Google Shape;11223;p2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4" name="Google Shape;11224;p2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5" name="Google Shape;11225;p2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6" name="Google Shape;11226;p2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7" name="Google Shape;11227;p2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8" name="Google Shape;11228;p2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9" name="Google Shape;11229;p2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0" name="Google Shape;11230;p2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1" name="Google Shape;11231;p2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2" name="Google Shape;11232;p2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3" name="Google Shape;11233;p2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4" name="Google Shape;11234;p2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5" name="Google Shape;11235;p2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6" name="Google Shape;11236;p2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7" name="Google Shape;11237;p2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8" name="Google Shape;11238;p2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9" name="Google Shape;11239;p2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0" name="Google Shape;11240;p2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41" name="Google Shape;11241;p23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11242" name="Google Shape;11242;p2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3" name="Google Shape;11243;p2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4" name="Google Shape;11244;p2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5" name="Google Shape;11245;p2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6" name="Google Shape;11246;p2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7" name="Google Shape;11247;p2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8" name="Google Shape;11248;p2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9" name="Google Shape;11249;p2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0" name="Google Shape;11250;p2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1" name="Google Shape;11251;p2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2" name="Google Shape;11252;p2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3" name="Google Shape;11253;p2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4" name="Google Shape;11254;p2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5" name="Google Shape;11255;p2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6" name="Google Shape;11256;p2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7" name="Google Shape;11257;p2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8" name="Google Shape;11258;p2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9" name="Google Shape;11259;p2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0" name="Google Shape;11260;p2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1" name="Google Shape;11261;p2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2" name="Google Shape;11262;p2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3" name="Google Shape;11263;p2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4" name="Google Shape;11264;p2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5" name="Google Shape;11265;p2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6" name="Google Shape;11266;p2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7" name="Google Shape;11267;p2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8" name="Google Shape;11268;p2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9" name="Google Shape;11269;p2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0" name="Google Shape;11270;p2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1" name="Google Shape;11271;p2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2" name="Google Shape;11272;p2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3" name="Google Shape;11273;p2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4" name="Google Shape;11274;p2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5" name="Google Shape;11275;p2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6" name="Google Shape;11276;p2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7" name="Google Shape;11277;p2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8" name="Google Shape;11278;p2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9" name="Google Shape;11279;p2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0" name="Google Shape;11280;p2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1" name="Google Shape;11281;p2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2" name="Google Shape;11282;p2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3" name="Google Shape;11283;p2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4" name="Google Shape;11284;p2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85" name="Google Shape;11285;p23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11286" name="Google Shape;11286;p2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7" name="Google Shape;11287;p2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8" name="Google Shape;11288;p2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9" name="Google Shape;11289;p2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0" name="Google Shape;11290;p2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1" name="Google Shape;11291;p2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2" name="Google Shape;11292;p2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3" name="Google Shape;11293;p2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4" name="Google Shape;11294;p2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5" name="Google Shape;11295;p2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6" name="Google Shape;11296;p2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7" name="Google Shape;11297;p2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8" name="Google Shape;11298;p2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9" name="Google Shape;11299;p2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0" name="Google Shape;11300;p2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1" name="Google Shape;11301;p2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2" name="Google Shape;11302;p2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3" name="Google Shape;11303;p2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4" name="Google Shape;11304;p2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5" name="Google Shape;11305;p2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6" name="Google Shape;11306;p2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7" name="Google Shape;11307;p2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8" name="Google Shape;11308;p2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9" name="Google Shape;11309;p2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0" name="Google Shape;11310;p2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1" name="Google Shape;11311;p2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2" name="Google Shape;11312;p2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3" name="Google Shape;11313;p2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4" name="Google Shape;11314;p2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5" name="Google Shape;11315;p2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6" name="Google Shape;11316;p2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7" name="Google Shape;11317;p2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8" name="Google Shape;11318;p2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9" name="Google Shape;11319;p2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0" name="Google Shape;11320;p2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1" name="Google Shape;11321;p2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2" name="Google Shape;11322;p2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3" name="Google Shape;11323;p2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4" name="Google Shape;11324;p2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5" name="Google Shape;11325;p2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6" name="Google Shape;11326;p2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7" name="Google Shape;11327;p2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8" name="Google Shape;11328;p2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29" name="Google Shape;11329;p23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11330" name="Google Shape;11330;p2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1" name="Google Shape;11331;p2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2" name="Google Shape;11332;p2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3" name="Google Shape;11333;p2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4" name="Google Shape;11334;p2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5" name="Google Shape;11335;p2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6" name="Google Shape;11336;p2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7" name="Google Shape;11337;p2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8" name="Google Shape;11338;p2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9" name="Google Shape;11339;p2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0" name="Google Shape;11340;p2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1" name="Google Shape;11341;p2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2" name="Google Shape;11342;p2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3" name="Google Shape;11343;p2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4" name="Google Shape;11344;p2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5" name="Google Shape;11345;p2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6" name="Google Shape;11346;p2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7" name="Google Shape;11347;p2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8" name="Google Shape;11348;p2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9" name="Google Shape;11349;p2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0" name="Google Shape;11350;p2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1" name="Google Shape;11351;p2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2" name="Google Shape;11352;p2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3" name="Google Shape;11353;p2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4" name="Google Shape;11354;p2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5" name="Google Shape;11355;p2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6" name="Google Shape;11356;p2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7" name="Google Shape;11357;p2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8" name="Google Shape;11358;p2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9" name="Google Shape;11359;p2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0" name="Google Shape;11360;p2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1" name="Google Shape;11361;p2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2" name="Google Shape;11362;p2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3" name="Google Shape;11363;p2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4" name="Google Shape;11364;p2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5" name="Google Shape;11365;p2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6" name="Google Shape;11366;p2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7" name="Google Shape;11367;p2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8" name="Google Shape;11368;p2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9" name="Google Shape;11369;p2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0" name="Google Shape;11370;p2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1" name="Google Shape;11371;p2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2" name="Google Shape;11372;p2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73" name="Google Shape;11373;p23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11374" name="Google Shape;11374;p2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5" name="Google Shape;11375;p2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6" name="Google Shape;11376;p2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7" name="Google Shape;11377;p2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8" name="Google Shape;11378;p2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9" name="Google Shape;11379;p2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0" name="Google Shape;11380;p2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1" name="Google Shape;11381;p2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2" name="Google Shape;11382;p2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3" name="Google Shape;11383;p2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4" name="Google Shape;11384;p2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5" name="Google Shape;11385;p2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6" name="Google Shape;11386;p2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7" name="Google Shape;11387;p2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8" name="Google Shape;11388;p2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9" name="Google Shape;11389;p2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0" name="Google Shape;11390;p2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1" name="Google Shape;11391;p2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2" name="Google Shape;11392;p2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3" name="Google Shape;11393;p2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4" name="Google Shape;11394;p2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5" name="Google Shape;11395;p2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6" name="Google Shape;11396;p2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7" name="Google Shape;11397;p2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8" name="Google Shape;11398;p2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9" name="Google Shape;11399;p2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0" name="Google Shape;11400;p2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1" name="Google Shape;11401;p2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2" name="Google Shape;11402;p2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3" name="Google Shape;11403;p2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4" name="Google Shape;11404;p2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5" name="Google Shape;11405;p2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6" name="Google Shape;11406;p2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7" name="Google Shape;11407;p2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8" name="Google Shape;11408;p2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9" name="Google Shape;11409;p2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0" name="Google Shape;11410;p2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1" name="Google Shape;11411;p2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2" name="Google Shape;11412;p2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3" name="Google Shape;11413;p2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4" name="Google Shape;11414;p2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5" name="Google Shape;11415;p2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6" name="Google Shape;11416;p2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17" name="Google Shape;11417;p23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11418" name="Google Shape;11418;p2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9" name="Google Shape;11419;p2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0" name="Google Shape;11420;p2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1" name="Google Shape;11421;p2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2" name="Google Shape;11422;p2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3" name="Google Shape;11423;p2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4" name="Google Shape;11424;p2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5" name="Google Shape;11425;p2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6" name="Google Shape;11426;p2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7" name="Google Shape;11427;p2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8" name="Google Shape;11428;p2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9" name="Google Shape;11429;p2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0" name="Google Shape;11430;p2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1" name="Google Shape;11431;p2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2" name="Google Shape;11432;p2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3" name="Google Shape;11433;p2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4" name="Google Shape;11434;p2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5" name="Google Shape;11435;p2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6" name="Google Shape;11436;p2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7" name="Google Shape;11437;p2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8" name="Google Shape;11438;p2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9" name="Google Shape;11439;p2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0" name="Google Shape;11440;p2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1" name="Google Shape;11441;p2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2" name="Google Shape;11442;p2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3" name="Google Shape;11443;p2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4" name="Google Shape;11444;p2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5" name="Google Shape;11445;p2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6" name="Google Shape;11446;p2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7" name="Google Shape;11447;p2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8" name="Google Shape;11448;p2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9" name="Google Shape;11449;p2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0" name="Google Shape;11450;p2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1" name="Google Shape;11451;p2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2" name="Google Shape;11452;p2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3" name="Google Shape;11453;p2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4" name="Google Shape;11454;p2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5" name="Google Shape;11455;p2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6" name="Google Shape;11456;p2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7" name="Google Shape;11457;p2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8" name="Google Shape;11458;p2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9" name="Google Shape;11459;p2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0" name="Google Shape;11460;p2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61" name="Google Shape;11461;p23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11462" name="Google Shape;11462;p2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3" name="Google Shape;11463;p2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4" name="Google Shape;11464;p2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5" name="Google Shape;11465;p2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6" name="Google Shape;11466;p2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7" name="Google Shape;11467;p2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8" name="Google Shape;11468;p2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9" name="Google Shape;11469;p2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0" name="Google Shape;11470;p2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1" name="Google Shape;11471;p2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2" name="Google Shape;11472;p2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3" name="Google Shape;11473;p2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4" name="Google Shape;11474;p2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5" name="Google Shape;11475;p2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6" name="Google Shape;11476;p2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7" name="Google Shape;11477;p2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8" name="Google Shape;11478;p2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9" name="Google Shape;11479;p2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0" name="Google Shape;11480;p2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1" name="Google Shape;11481;p2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2" name="Google Shape;11482;p2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3" name="Google Shape;11483;p2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4" name="Google Shape;11484;p2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5" name="Google Shape;11485;p2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6" name="Google Shape;11486;p2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7" name="Google Shape;11487;p2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8" name="Google Shape;11488;p2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9" name="Google Shape;11489;p2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0" name="Google Shape;11490;p2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1" name="Google Shape;11491;p2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2" name="Google Shape;11492;p2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3" name="Google Shape;11493;p2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4" name="Google Shape;11494;p2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5" name="Google Shape;11495;p2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6" name="Google Shape;11496;p2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7" name="Google Shape;11497;p2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8" name="Google Shape;11498;p2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9" name="Google Shape;11499;p2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0" name="Google Shape;11500;p2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1" name="Google Shape;11501;p2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2" name="Google Shape;11502;p2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3" name="Google Shape;11503;p2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4" name="Google Shape;11504;p2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05" name="Google Shape;11505;p23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11506" name="Google Shape;11506;p23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7" name="Google Shape;11507;p23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8" name="Google Shape;11508;p23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9" name="Google Shape;11509;p23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0" name="Google Shape;11510;p23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1" name="Google Shape;11511;p23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2" name="Google Shape;11512;p23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3" name="Google Shape;11513;p23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4" name="Google Shape;11514;p23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5" name="Google Shape;11515;p23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6" name="Google Shape;11516;p23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7" name="Google Shape;11517;p23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8" name="Google Shape;11518;p23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9" name="Google Shape;11519;p23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0" name="Google Shape;11520;p23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1" name="Google Shape;11521;p23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2" name="Google Shape;11522;p23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3" name="Google Shape;11523;p23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4" name="Google Shape;11524;p23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5" name="Google Shape;11525;p23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6" name="Google Shape;11526;p23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7" name="Google Shape;11527;p23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8" name="Google Shape;11528;p23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9" name="Google Shape;11529;p23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0" name="Google Shape;11530;p23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1" name="Google Shape;11531;p23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2" name="Google Shape;11532;p23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3" name="Google Shape;11533;p23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4" name="Google Shape;11534;p23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5" name="Google Shape;11535;p23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6" name="Google Shape;11536;p23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7" name="Google Shape;11537;p23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8" name="Google Shape;11538;p23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9" name="Google Shape;11539;p23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0" name="Google Shape;11540;p23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1" name="Google Shape;11541;p23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2" name="Google Shape;11542;p23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3" name="Google Shape;11543;p23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4" name="Google Shape;11544;p23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5" name="Google Shape;11545;p23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6" name="Google Shape;11546;p23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7" name="Google Shape;11547;p23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8" name="Google Shape;11548;p23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549" name="Google Shape;11549;p23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11550" name="Google Shape;11550;p23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11551" name="Google Shape;11551;p23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2" name="Google Shape;11552;p23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3" name="Google Shape;11553;p23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4" name="Google Shape;11554;p23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5" name="Google Shape;11555;p23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6" name="Google Shape;11556;p23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7" name="Google Shape;11557;p23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8" name="Google Shape;11558;p23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9" name="Google Shape;11559;p23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0" name="Google Shape;11560;p23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1" name="Google Shape;11561;p23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2" name="Google Shape;11562;p23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3" name="Google Shape;11563;p23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4" name="Google Shape;11564;p23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5" name="Google Shape;11565;p23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6" name="Google Shape;11566;p23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7" name="Google Shape;11567;p23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8" name="Google Shape;11568;p23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9" name="Google Shape;11569;p23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0" name="Google Shape;11570;p23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1" name="Google Shape;11571;p23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2" name="Google Shape;11572;p23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3" name="Google Shape;11573;p23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4" name="Google Shape;11574;p23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5" name="Google Shape;11575;p23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6" name="Google Shape;11576;p23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7" name="Google Shape;11577;p23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78" name="Google Shape;11578;p23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11579" name="Google Shape;11579;p23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0" name="Google Shape;11580;p23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1" name="Google Shape;11581;p23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2" name="Google Shape;11582;p23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3" name="Google Shape;11583;p23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4" name="Google Shape;11584;p23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5" name="Google Shape;11585;p23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6" name="Google Shape;11586;p23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7" name="Google Shape;11587;p23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8" name="Google Shape;11588;p23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9" name="Google Shape;11589;p23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0" name="Google Shape;11590;p23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1" name="Google Shape;11591;p23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2" name="Google Shape;11592;p23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3" name="Google Shape;11593;p23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4" name="Google Shape;11594;p23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5" name="Google Shape;11595;p23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6" name="Google Shape;11596;p23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7" name="Google Shape;11597;p23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8" name="Google Shape;11598;p23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9" name="Google Shape;11599;p23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0" name="Google Shape;11600;p23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1" name="Google Shape;11601;p23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2" name="Google Shape;11602;p23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3" name="Google Shape;11603;p23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4" name="Google Shape;11604;p23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5" name="Google Shape;11605;p23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06" name="Google Shape;11606;p23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11607" name="Google Shape;11607;p23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8" name="Google Shape;11608;p23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9" name="Google Shape;11609;p23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0" name="Google Shape;11610;p23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1" name="Google Shape;11611;p23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2" name="Google Shape;11612;p23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3" name="Google Shape;11613;p23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4" name="Google Shape;11614;p23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5" name="Google Shape;11615;p23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6" name="Google Shape;11616;p23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7" name="Google Shape;11617;p23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8" name="Google Shape;11618;p23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9" name="Google Shape;11619;p23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0" name="Google Shape;11620;p23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1" name="Google Shape;11621;p23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2" name="Google Shape;11622;p23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3" name="Google Shape;11623;p23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4" name="Google Shape;11624;p23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5" name="Google Shape;11625;p23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6" name="Google Shape;11626;p23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7" name="Google Shape;11627;p23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8" name="Google Shape;11628;p23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9" name="Google Shape;11629;p23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0" name="Google Shape;11630;p23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1" name="Google Shape;11631;p23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2" name="Google Shape;11632;p23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3" name="Google Shape;11633;p23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634" name="Google Shape;11634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635" name="Google Shape;11635;p23"/>
          <p:cNvSpPr txBox="1">
            <a:spLocks noGrp="1"/>
          </p:cNvSpPr>
          <p:nvPr>
            <p:ph type="subTitle" idx="1"/>
          </p:nvPr>
        </p:nvSpPr>
        <p:spPr>
          <a:xfrm>
            <a:off x="1858800" y="3126350"/>
            <a:ext cx="1990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1636" name="Google Shape;11636;p23"/>
          <p:cNvSpPr txBox="1">
            <a:spLocks noGrp="1"/>
          </p:cNvSpPr>
          <p:nvPr>
            <p:ph type="subTitle" idx="2"/>
          </p:nvPr>
        </p:nvSpPr>
        <p:spPr>
          <a:xfrm>
            <a:off x="1858801" y="3596150"/>
            <a:ext cx="1990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11637" name="Google Shape;11637;p23"/>
          <p:cNvGrpSpPr/>
          <p:nvPr/>
        </p:nvGrpSpPr>
        <p:grpSpPr>
          <a:xfrm>
            <a:off x="-689193" y="2309781"/>
            <a:ext cx="1049633" cy="523940"/>
            <a:chOff x="138482" y="584556"/>
            <a:chExt cx="1049633" cy="523940"/>
          </a:xfrm>
        </p:grpSpPr>
        <p:sp>
          <p:nvSpPr>
            <p:cNvPr id="11638" name="Google Shape;11638;p23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9" name="Google Shape;11639;p23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0" name="Google Shape;11640;p23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1" name="Google Shape;11641;p23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2" name="Google Shape;11642;p23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3" name="Google Shape;11643;p23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4" name="Google Shape;11644;p23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5" name="Google Shape;11645;p23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6" name="Google Shape;11646;p23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7" name="Google Shape;11647;p23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8" name="Google Shape;11648;p23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9" name="Google Shape;11649;p23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0" name="Google Shape;11650;p23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1" name="Google Shape;11651;p23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2" name="Google Shape;11652;p23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53" name="Google Shape;11653;p23"/>
          <p:cNvGrpSpPr/>
          <p:nvPr/>
        </p:nvGrpSpPr>
        <p:grpSpPr>
          <a:xfrm flipH="1">
            <a:off x="8511432" y="540006"/>
            <a:ext cx="1049633" cy="523940"/>
            <a:chOff x="138482" y="584556"/>
            <a:chExt cx="1049633" cy="523940"/>
          </a:xfrm>
        </p:grpSpPr>
        <p:sp>
          <p:nvSpPr>
            <p:cNvPr id="11654" name="Google Shape;11654;p23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5" name="Google Shape;11655;p23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6" name="Google Shape;11656;p23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7" name="Google Shape;11657;p23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8" name="Google Shape;11658;p23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9" name="Google Shape;11659;p23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0" name="Google Shape;11660;p23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1" name="Google Shape;11661;p23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2" name="Google Shape;11662;p23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3" name="Google Shape;11663;p23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4" name="Google Shape;11664;p23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5" name="Google Shape;11665;p23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6" name="Google Shape;11666;p23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7" name="Google Shape;11667;p23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8" name="Google Shape;11668;p23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69" name="Google Shape;11669;p23"/>
          <p:cNvSpPr txBox="1">
            <a:spLocks noGrp="1"/>
          </p:cNvSpPr>
          <p:nvPr>
            <p:ph type="subTitle" idx="3"/>
          </p:nvPr>
        </p:nvSpPr>
        <p:spPr>
          <a:xfrm>
            <a:off x="6433200" y="3126350"/>
            <a:ext cx="1990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1670" name="Google Shape;11670;p23"/>
          <p:cNvSpPr txBox="1">
            <a:spLocks noGrp="1"/>
          </p:cNvSpPr>
          <p:nvPr>
            <p:ph type="subTitle" idx="4"/>
          </p:nvPr>
        </p:nvSpPr>
        <p:spPr>
          <a:xfrm>
            <a:off x="6433201" y="3596150"/>
            <a:ext cx="1990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671" name="Google Shape;11671;p23"/>
          <p:cNvSpPr txBox="1">
            <a:spLocks noGrp="1"/>
          </p:cNvSpPr>
          <p:nvPr>
            <p:ph type="subTitle" idx="5"/>
          </p:nvPr>
        </p:nvSpPr>
        <p:spPr>
          <a:xfrm>
            <a:off x="1858800" y="1490600"/>
            <a:ext cx="1990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1672" name="Google Shape;11672;p23"/>
          <p:cNvSpPr txBox="1">
            <a:spLocks noGrp="1"/>
          </p:cNvSpPr>
          <p:nvPr>
            <p:ph type="subTitle" idx="6"/>
          </p:nvPr>
        </p:nvSpPr>
        <p:spPr>
          <a:xfrm>
            <a:off x="1858801" y="1960400"/>
            <a:ext cx="1990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673" name="Google Shape;11673;p23"/>
          <p:cNvSpPr txBox="1">
            <a:spLocks noGrp="1"/>
          </p:cNvSpPr>
          <p:nvPr>
            <p:ph type="subTitle" idx="7"/>
          </p:nvPr>
        </p:nvSpPr>
        <p:spPr>
          <a:xfrm>
            <a:off x="6433200" y="1490600"/>
            <a:ext cx="1990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ess Start 2P"/>
              <a:buNone/>
              <a:defRPr sz="1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1674" name="Google Shape;11674;p23"/>
          <p:cNvSpPr txBox="1">
            <a:spLocks noGrp="1"/>
          </p:cNvSpPr>
          <p:nvPr>
            <p:ph type="subTitle" idx="8"/>
          </p:nvPr>
        </p:nvSpPr>
        <p:spPr>
          <a:xfrm>
            <a:off x="6433201" y="1960400"/>
            <a:ext cx="1990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">
    <p:spTree>
      <p:nvGrpSpPr>
        <p:cNvPr id="1" name="Shape 1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76" name="Google Shape;11676;p24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11677" name="Google Shape;11677;p24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11678" name="Google Shape;11678;p2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9" name="Google Shape;11679;p2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0" name="Google Shape;11680;p2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1" name="Google Shape;11681;p2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2" name="Google Shape;11682;p2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3" name="Google Shape;11683;p2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4" name="Google Shape;11684;p2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5" name="Google Shape;11685;p2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6" name="Google Shape;11686;p2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7" name="Google Shape;11687;p2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8" name="Google Shape;11688;p2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9" name="Google Shape;11689;p2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0" name="Google Shape;11690;p2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1" name="Google Shape;11691;p2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2" name="Google Shape;11692;p2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3" name="Google Shape;11693;p2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4" name="Google Shape;11694;p2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5" name="Google Shape;11695;p2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6" name="Google Shape;11696;p2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7" name="Google Shape;11697;p2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8" name="Google Shape;11698;p2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9" name="Google Shape;11699;p2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0" name="Google Shape;11700;p2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1" name="Google Shape;11701;p2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2" name="Google Shape;11702;p2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3" name="Google Shape;11703;p2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4" name="Google Shape;11704;p2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5" name="Google Shape;11705;p2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6" name="Google Shape;11706;p2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7" name="Google Shape;11707;p2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8" name="Google Shape;11708;p2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9" name="Google Shape;11709;p2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0" name="Google Shape;11710;p2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1" name="Google Shape;11711;p2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2" name="Google Shape;11712;p2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3" name="Google Shape;11713;p2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4" name="Google Shape;11714;p2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5" name="Google Shape;11715;p2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6" name="Google Shape;11716;p2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7" name="Google Shape;11717;p2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8" name="Google Shape;11718;p2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9" name="Google Shape;11719;p2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0" name="Google Shape;11720;p2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21" name="Google Shape;11721;p24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11722" name="Google Shape;11722;p2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3" name="Google Shape;11723;p2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4" name="Google Shape;11724;p2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5" name="Google Shape;11725;p2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6" name="Google Shape;11726;p2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7" name="Google Shape;11727;p2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8" name="Google Shape;11728;p2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9" name="Google Shape;11729;p2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0" name="Google Shape;11730;p2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1" name="Google Shape;11731;p2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2" name="Google Shape;11732;p2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3" name="Google Shape;11733;p2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4" name="Google Shape;11734;p2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5" name="Google Shape;11735;p2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6" name="Google Shape;11736;p2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7" name="Google Shape;11737;p2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8" name="Google Shape;11738;p2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9" name="Google Shape;11739;p2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0" name="Google Shape;11740;p2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1" name="Google Shape;11741;p2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2" name="Google Shape;11742;p2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3" name="Google Shape;11743;p2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4" name="Google Shape;11744;p2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5" name="Google Shape;11745;p2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6" name="Google Shape;11746;p2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7" name="Google Shape;11747;p2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8" name="Google Shape;11748;p2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9" name="Google Shape;11749;p2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0" name="Google Shape;11750;p2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1" name="Google Shape;11751;p2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2" name="Google Shape;11752;p2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3" name="Google Shape;11753;p2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4" name="Google Shape;11754;p2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5" name="Google Shape;11755;p2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6" name="Google Shape;11756;p2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7" name="Google Shape;11757;p2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8" name="Google Shape;11758;p2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9" name="Google Shape;11759;p2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0" name="Google Shape;11760;p2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1" name="Google Shape;11761;p2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2" name="Google Shape;11762;p2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3" name="Google Shape;11763;p2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4" name="Google Shape;11764;p2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65" name="Google Shape;11765;p24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11766" name="Google Shape;11766;p2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7" name="Google Shape;11767;p2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8" name="Google Shape;11768;p2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9" name="Google Shape;11769;p2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0" name="Google Shape;11770;p2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1" name="Google Shape;11771;p2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2" name="Google Shape;11772;p2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3" name="Google Shape;11773;p2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4" name="Google Shape;11774;p2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5" name="Google Shape;11775;p2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6" name="Google Shape;11776;p2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7" name="Google Shape;11777;p2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8" name="Google Shape;11778;p2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9" name="Google Shape;11779;p2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0" name="Google Shape;11780;p2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1" name="Google Shape;11781;p2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2" name="Google Shape;11782;p2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3" name="Google Shape;11783;p2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4" name="Google Shape;11784;p2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5" name="Google Shape;11785;p2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6" name="Google Shape;11786;p2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7" name="Google Shape;11787;p2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8" name="Google Shape;11788;p2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9" name="Google Shape;11789;p2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0" name="Google Shape;11790;p2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1" name="Google Shape;11791;p2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2" name="Google Shape;11792;p2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3" name="Google Shape;11793;p2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4" name="Google Shape;11794;p2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5" name="Google Shape;11795;p2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6" name="Google Shape;11796;p2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7" name="Google Shape;11797;p2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8" name="Google Shape;11798;p2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9" name="Google Shape;11799;p2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0" name="Google Shape;11800;p2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1" name="Google Shape;11801;p2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2" name="Google Shape;11802;p2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3" name="Google Shape;11803;p2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4" name="Google Shape;11804;p2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5" name="Google Shape;11805;p2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6" name="Google Shape;11806;p2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7" name="Google Shape;11807;p2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8" name="Google Shape;11808;p2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09" name="Google Shape;11809;p24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11810" name="Google Shape;11810;p2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1" name="Google Shape;11811;p2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2" name="Google Shape;11812;p2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3" name="Google Shape;11813;p2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4" name="Google Shape;11814;p2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5" name="Google Shape;11815;p2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6" name="Google Shape;11816;p2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7" name="Google Shape;11817;p2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8" name="Google Shape;11818;p2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9" name="Google Shape;11819;p2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0" name="Google Shape;11820;p2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1" name="Google Shape;11821;p2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2" name="Google Shape;11822;p2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3" name="Google Shape;11823;p2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4" name="Google Shape;11824;p2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5" name="Google Shape;11825;p2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6" name="Google Shape;11826;p2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7" name="Google Shape;11827;p2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8" name="Google Shape;11828;p2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9" name="Google Shape;11829;p2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0" name="Google Shape;11830;p2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1" name="Google Shape;11831;p2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2" name="Google Shape;11832;p2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3" name="Google Shape;11833;p2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4" name="Google Shape;11834;p2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5" name="Google Shape;11835;p2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6" name="Google Shape;11836;p2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7" name="Google Shape;11837;p2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8" name="Google Shape;11838;p2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9" name="Google Shape;11839;p2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0" name="Google Shape;11840;p2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1" name="Google Shape;11841;p2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2" name="Google Shape;11842;p2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3" name="Google Shape;11843;p2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4" name="Google Shape;11844;p2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5" name="Google Shape;11845;p2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6" name="Google Shape;11846;p2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7" name="Google Shape;11847;p2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8" name="Google Shape;11848;p2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9" name="Google Shape;11849;p2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0" name="Google Shape;11850;p2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1" name="Google Shape;11851;p2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2" name="Google Shape;11852;p2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53" name="Google Shape;11853;p24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11854" name="Google Shape;11854;p2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5" name="Google Shape;11855;p2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6" name="Google Shape;11856;p2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7" name="Google Shape;11857;p2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8" name="Google Shape;11858;p2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9" name="Google Shape;11859;p2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0" name="Google Shape;11860;p2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1" name="Google Shape;11861;p2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2" name="Google Shape;11862;p2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3" name="Google Shape;11863;p2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4" name="Google Shape;11864;p2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5" name="Google Shape;11865;p2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6" name="Google Shape;11866;p2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7" name="Google Shape;11867;p2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8" name="Google Shape;11868;p2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9" name="Google Shape;11869;p2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0" name="Google Shape;11870;p2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1" name="Google Shape;11871;p2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2" name="Google Shape;11872;p2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3" name="Google Shape;11873;p2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4" name="Google Shape;11874;p2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5" name="Google Shape;11875;p2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6" name="Google Shape;11876;p2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7" name="Google Shape;11877;p2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8" name="Google Shape;11878;p2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9" name="Google Shape;11879;p2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0" name="Google Shape;11880;p2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1" name="Google Shape;11881;p2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2" name="Google Shape;11882;p2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3" name="Google Shape;11883;p2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4" name="Google Shape;11884;p2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5" name="Google Shape;11885;p2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6" name="Google Shape;11886;p2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7" name="Google Shape;11887;p2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8" name="Google Shape;11888;p2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9" name="Google Shape;11889;p2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0" name="Google Shape;11890;p2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1" name="Google Shape;11891;p2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2" name="Google Shape;11892;p2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3" name="Google Shape;11893;p2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4" name="Google Shape;11894;p2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5" name="Google Shape;11895;p2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6" name="Google Shape;11896;p2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97" name="Google Shape;11897;p24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11898" name="Google Shape;11898;p2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9" name="Google Shape;11899;p2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0" name="Google Shape;11900;p2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1" name="Google Shape;11901;p2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2" name="Google Shape;11902;p2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3" name="Google Shape;11903;p2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4" name="Google Shape;11904;p2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5" name="Google Shape;11905;p2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6" name="Google Shape;11906;p2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7" name="Google Shape;11907;p2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8" name="Google Shape;11908;p2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9" name="Google Shape;11909;p2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0" name="Google Shape;11910;p2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1" name="Google Shape;11911;p2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2" name="Google Shape;11912;p2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3" name="Google Shape;11913;p2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4" name="Google Shape;11914;p2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5" name="Google Shape;11915;p2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6" name="Google Shape;11916;p2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7" name="Google Shape;11917;p2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8" name="Google Shape;11918;p2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9" name="Google Shape;11919;p2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0" name="Google Shape;11920;p2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1" name="Google Shape;11921;p2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2" name="Google Shape;11922;p2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3" name="Google Shape;11923;p2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4" name="Google Shape;11924;p2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5" name="Google Shape;11925;p2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6" name="Google Shape;11926;p2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7" name="Google Shape;11927;p2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8" name="Google Shape;11928;p2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9" name="Google Shape;11929;p2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0" name="Google Shape;11930;p2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1" name="Google Shape;11931;p2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2" name="Google Shape;11932;p2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3" name="Google Shape;11933;p2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4" name="Google Shape;11934;p2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5" name="Google Shape;11935;p2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6" name="Google Shape;11936;p2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7" name="Google Shape;11937;p2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8" name="Google Shape;11938;p2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9" name="Google Shape;11939;p2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0" name="Google Shape;11940;p2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41" name="Google Shape;11941;p24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11942" name="Google Shape;11942;p2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3" name="Google Shape;11943;p2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4" name="Google Shape;11944;p2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5" name="Google Shape;11945;p2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6" name="Google Shape;11946;p2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7" name="Google Shape;11947;p2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8" name="Google Shape;11948;p2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9" name="Google Shape;11949;p2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0" name="Google Shape;11950;p2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1" name="Google Shape;11951;p2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2" name="Google Shape;11952;p2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3" name="Google Shape;11953;p2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4" name="Google Shape;11954;p2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5" name="Google Shape;11955;p2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6" name="Google Shape;11956;p2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7" name="Google Shape;11957;p2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8" name="Google Shape;11958;p2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9" name="Google Shape;11959;p2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0" name="Google Shape;11960;p2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1" name="Google Shape;11961;p2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2" name="Google Shape;11962;p2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3" name="Google Shape;11963;p2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4" name="Google Shape;11964;p2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5" name="Google Shape;11965;p2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6" name="Google Shape;11966;p2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7" name="Google Shape;11967;p2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8" name="Google Shape;11968;p2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9" name="Google Shape;11969;p2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0" name="Google Shape;11970;p2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1" name="Google Shape;11971;p2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2" name="Google Shape;11972;p2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3" name="Google Shape;11973;p2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4" name="Google Shape;11974;p2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5" name="Google Shape;11975;p2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6" name="Google Shape;11976;p2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7" name="Google Shape;11977;p2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8" name="Google Shape;11978;p2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9" name="Google Shape;11979;p2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0" name="Google Shape;11980;p2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1" name="Google Shape;11981;p2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2" name="Google Shape;11982;p2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3" name="Google Shape;11983;p2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4" name="Google Shape;11984;p2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85" name="Google Shape;11985;p24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11986" name="Google Shape;11986;p2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7" name="Google Shape;11987;p2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8" name="Google Shape;11988;p2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9" name="Google Shape;11989;p2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0" name="Google Shape;11990;p2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1" name="Google Shape;11991;p2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2" name="Google Shape;11992;p2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3" name="Google Shape;11993;p2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4" name="Google Shape;11994;p2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5" name="Google Shape;11995;p2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6" name="Google Shape;11996;p2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7" name="Google Shape;11997;p2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8" name="Google Shape;11998;p2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9" name="Google Shape;11999;p2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0" name="Google Shape;12000;p2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1" name="Google Shape;12001;p2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2" name="Google Shape;12002;p2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3" name="Google Shape;12003;p2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4" name="Google Shape;12004;p2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5" name="Google Shape;12005;p2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6" name="Google Shape;12006;p2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7" name="Google Shape;12007;p2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8" name="Google Shape;12008;p2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9" name="Google Shape;12009;p2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0" name="Google Shape;12010;p2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1" name="Google Shape;12011;p2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2" name="Google Shape;12012;p2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3" name="Google Shape;12013;p2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4" name="Google Shape;12014;p2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5" name="Google Shape;12015;p2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6" name="Google Shape;12016;p2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7" name="Google Shape;12017;p2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8" name="Google Shape;12018;p2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9" name="Google Shape;12019;p2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0" name="Google Shape;12020;p2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1" name="Google Shape;12021;p2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2" name="Google Shape;12022;p2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3" name="Google Shape;12023;p2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4" name="Google Shape;12024;p2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5" name="Google Shape;12025;p2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6" name="Google Shape;12026;p2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7" name="Google Shape;12027;p2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8" name="Google Shape;12028;p2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29" name="Google Shape;12029;p24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12030" name="Google Shape;12030;p24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1" name="Google Shape;12031;p24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2" name="Google Shape;12032;p24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3" name="Google Shape;12033;p24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4" name="Google Shape;12034;p24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5" name="Google Shape;12035;p24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6" name="Google Shape;12036;p24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7" name="Google Shape;12037;p24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8" name="Google Shape;12038;p24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9" name="Google Shape;12039;p24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0" name="Google Shape;12040;p24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1" name="Google Shape;12041;p24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2" name="Google Shape;12042;p24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3" name="Google Shape;12043;p24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4" name="Google Shape;12044;p24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5" name="Google Shape;12045;p24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6" name="Google Shape;12046;p24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7" name="Google Shape;12047;p24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8" name="Google Shape;12048;p24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9" name="Google Shape;12049;p24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0" name="Google Shape;12050;p24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1" name="Google Shape;12051;p24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2" name="Google Shape;12052;p24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3" name="Google Shape;12053;p24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4" name="Google Shape;12054;p24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5" name="Google Shape;12055;p24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6" name="Google Shape;12056;p24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7" name="Google Shape;12057;p24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8" name="Google Shape;12058;p24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9" name="Google Shape;12059;p24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0" name="Google Shape;12060;p24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1" name="Google Shape;12061;p24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2" name="Google Shape;12062;p24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3" name="Google Shape;12063;p24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4" name="Google Shape;12064;p24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5" name="Google Shape;12065;p24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6" name="Google Shape;12066;p24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7" name="Google Shape;12067;p24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8" name="Google Shape;12068;p24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9" name="Google Shape;12069;p24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0" name="Google Shape;12070;p24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1" name="Google Shape;12071;p24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2" name="Google Shape;12072;p24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073" name="Google Shape;12073;p24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12074" name="Google Shape;12074;p24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12075" name="Google Shape;12075;p24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6" name="Google Shape;12076;p24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7" name="Google Shape;12077;p24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8" name="Google Shape;12078;p24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9" name="Google Shape;12079;p24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0" name="Google Shape;12080;p24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1" name="Google Shape;12081;p24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2" name="Google Shape;12082;p24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3" name="Google Shape;12083;p24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4" name="Google Shape;12084;p24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5" name="Google Shape;12085;p24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6" name="Google Shape;12086;p24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7" name="Google Shape;12087;p24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8" name="Google Shape;12088;p24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9" name="Google Shape;12089;p24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0" name="Google Shape;12090;p24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1" name="Google Shape;12091;p24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2" name="Google Shape;12092;p24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3" name="Google Shape;12093;p24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4" name="Google Shape;12094;p24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5" name="Google Shape;12095;p24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6" name="Google Shape;12096;p24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7" name="Google Shape;12097;p24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8" name="Google Shape;12098;p24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9" name="Google Shape;12099;p24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0" name="Google Shape;12100;p24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1" name="Google Shape;12101;p24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02" name="Google Shape;12102;p24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12103" name="Google Shape;12103;p24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4" name="Google Shape;12104;p24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5" name="Google Shape;12105;p24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6" name="Google Shape;12106;p24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7" name="Google Shape;12107;p24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8" name="Google Shape;12108;p24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9" name="Google Shape;12109;p24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0" name="Google Shape;12110;p24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1" name="Google Shape;12111;p24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2" name="Google Shape;12112;p24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3" name="Google Shape;12113;p24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4" name="Google Shape;12114;p24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5" name="Google Shape;12115;p24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6" name="Google Shape;12116;p24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7" name="Google Shape;12117;p24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8" name="Google Shape;12118;p24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9" name="Google Shape;12119;p24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0" name="Google Shape;12120;p24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1" name="Google Shape;12121;p24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2" name="Google Shape;12122;p24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3" name="Google Shape;12123;p24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4" name="Google Shape;12124;p24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5" name="Google Shape;12125;p24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6" name="Google Shape;12126;p24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7" name="Google Shape;12127;p24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8" name="Google Shape;12128;p24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9" name="Google Shape;12129;p24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30" name="Google Shape;12130;p24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12131" name="Google Shape;12131;p24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2" name="Google Shape;12132;p24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3" name="Google Shape;12133;p24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4" name="Google Shape;12134;p24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5" name="Google Shape;12135;p24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6" name="Google Shape;12136;p24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7" name="Google Shape;12137;p24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8" name="Google Shape;12138;p24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9" name="Google Shape;12139;p24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0" name="Google Shape;12140;p24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1" name="Google Shape;12141;p24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2" name="Google Shape;12142;p24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3" name="Google Shape;12143;p24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4" name="Google Shape;12144;p24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5" name="Google Shape;12145;p24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6" name="Google Shape;12146;p24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7" name="Google Shape;12147;p24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8" name="Google Shape;12148;p24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9" name="Google Shape;12149;p24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0" name="Google Shape;12150;p24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1" name="Google Shape;12151;p24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2" name="Google Shape;12152;p24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3" name="Google Shape;12153;p24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4" name="Google Shape;12154;p24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5" name="Google Shape;12155;p24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6" name="Google Shape;12156;p24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7" name="Google Shape;12157;p24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158" name="Google Shape;12158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159" name="Google Shape;12159;p24"/>
          <p:cNvSpPr txBox="1">
            <a:spLocks noGrp="1"/>
          </p:cNvSpPr>
          <p:nvPr>
            <p:ph type="subTitle" idx="1"/>
          </p:nvPr>
        </p:nvSpPr>
        <p:spPr>
          <a:xfrm>
            <a:off x="5225075" y="1970713"/>
            <a:ext cx="2627700" cy="127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12160" name="Google Shape;12160;p24"/>
          <p:cNvGrpSpPr/>
          <p:nvPr/>
        </p:nvGrpSpPr>
        <p:grpSpPr>
          <a:xfrm>
            <a:off x="-498068" y="3818306"/>
            <a:ext cx="1049633" cy="523940"/>
            <a:chOff x="138482" y="584556"/>
            <a:chExt cx="1049633" cy="523940"/>
          </a:xfrm>
        </p:grpSpPr>
        <p:sp>
          <p:nvSpPr>
            <p:cNvPr id="12161" name="Google Shape;12161;p24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2" name="Google Shape;12162;p24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3" name="Google Shape;12163;p24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4" name="Google Shape;12164;p24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5" name="Google Shape;12165;p24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6" name="Google Shape;12166;p24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7" name="Google Shape;12167;p24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8" name="Google Shape;12168;p24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9" name="Google Shape;12169;p24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0" name="Google Shape;12170;p24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1" name="Google Shape;12171;p24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2" name="Google Shape;12172;p24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3" name="Google Shape;12173;p24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4" name="Google Shape;12174;p24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5" name="Google Shape;12175;p24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76" name="Google Shape;12176;p24"/>
          <p:cNvGrpSpPr/>
          <p:nvPr/>
        </p:nvGrpSpPr>
        <p:grpSpPr>
          <a:xfrm flipH="1">
            <a:off x="8424007" y="278031"/>
            <a:ext cx="1049633" cy="523940"/>
            <a:chOff x="138482" y="584556"/>
            <a:chExt cx="1049633" cy="523940"/>
          </a:xfrm>
        </p:grpSpPr>
        <p:sp>
          <p:nvSpPr>
            <p:cNvPr id="12177" name="Google Shape;12177;p24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8" name="Google Shape;12178;p24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9" name="Google Shape;12179;p24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0" name="Google Shape;12180;p24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1" name="Google Shape;12181;p24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2" name="Google Shape;12182;p24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3" name="Google Shape;12183;p24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4" name="Google Shape;12184;p24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5" name="Google Shape;12185;p24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6" name="Google Shape;12186;p24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7" name="Google Shape;12187;p24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8" name="Google Shape;12188;p24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9" name="Google Shape;12189;p24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0" name="Google Shape;12190;p24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1" name="Google Shape;12191;p24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92" name="Google Shape;12192;p24"/>
          <p:cNvGrpSpPr/>
          <p:nvPr/>
        </p:nvGrpSpPr>
        <p:grpSpPr>
          <a:xfrm>
            <a:off x="6661385" y="3870986"/>
            <a:ext cx="1191387" cy="732516"/>
            <a:chOff x="2430450" y="2143325"/>
            <a:chExt cx="337800" cy="207700"/>
          </a:xfrm>
        </p:grpSpPr>
        <p:sp>
          <p:nvSpPr>
            <p:cNvPr id="12193" name="Google Shape;12193;p24"/>
            <p:cNvSpPr/>
            <p:nvPr/>
          </p:nvSpPr>
          <p:spPr>
            <a:xfrm>
              <a:off x="2482575" y="21433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4" name="Google Shape;12194;p24"/>
            <p:cNvSpPr/>
            <p:nvPr/>
          </p:nvSpPr>
          <p:spPr>
            <a:xfrm>
              <a:off x="2456700" y="216920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5" name="Google Shape;12195;p24"/>
            <p:cNvSpPr/>
            <p:nvPr/>
          </p:nvSpPr>
          <p:spPr>
            <a:xfrm>
              <a:off x="2482575" y="216920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6" name="Google Shape;12196;p24"/>
            <p:cNvSpPr/>
            <p:nvPr/>
          </p:nvSpPr>
          <p:spPr>
            <a:xfrm>
              <a:off x="2508425" y="216920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7" name="Google Shape;12197;p24"/>
            <p:cNvSpPr/>
            <p:nvPr/>
          </p:nvSpPr>
          <p:spPr>
            <a:xfrm>
              <a:off x="2690250" y="216920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8" name="Google Shape;12198;p24"/>
            <p:cNvSpPr/>
            <p:nvPr/>
          </p:nvSpPr>
          <p:spPr>
            <a:xfrm>
              <a:off x="2482575" y="219505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9" name="Google Shape;12199;p24"/>
            <p:cNvSpPr/>
            <p:nvPr/>
          </p:nvSpPr>
          <p:spPr>
            <a:xfrm>
              <a:off x="2664400" y="219505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0" name="Google Shape;12200;p24"/>
            <p:cNvSpPr/>
            <p:nvPr/>
          </p:nvSpPr>
          <p:spPr>
            <a:xfrm>
              <a:off x="2690250" y="2195050"/>
              <a:ext cx="26275" cy="26275"/>
            </a:xfrm>
            <a:custGeom>
              <a:avLst/>
              <a:gdLst/>
              <a:ahLst/>
              <a:cxnLst/>
              <a:rect l="l" t="t" r="r" b="b"/>
              <a:pathLst>
                <a:path w="1051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51" y="1051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1" name="Google Shape;12201;p24"/>
            <p:cNvSpPr/>
            <p:nvPr/>
          </p:nvSpPr>
          <p:spPr>
            <a:xfrm>
              <a:off x="2716500" y="2195050"/>
              <a:ext cx="25900" cy="26275"/>
            </a:xfrm>
            <a:custGeom>
              <a:avLst/>
              <a:gdLst/>
              <a:ahLst/>
              <a:cxnLst/>
              <a:rect l="l" t="t" r="r" b="b"/>
              <a:pathLst>
                <a:path w="1036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2" name="Google Shape;12202;p24"/>
            <p:cNvSpPr/>
            <p:nvPr/>
          </p:nvSpPr>
          <p:spPr>
            <a:xfrm>
              <a:off x="2482575" y="2221300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3" name="Google Shape;12203;p24"/>
            <p:cNvSpPr/>
            <p:nvPr/>
          </p:nvSpPr>
          <p:spPr>
            <a:xfrm>
              <a:off x="2586400" y="2221300"/>
              <a:ext cx="26300" cy="25900"/>
            </a:xfrm>
            <a:custGeom>
              <a:avLst/>
              <a:gdLst/>
              <a:ahLst/>
              <a:cxnLst/>
              <a:rect l="l" t="t" r="r" b="b"/>
              <a:pathLst>
                <a:path w="1052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4" name="Google Shape;12204;p24"/>
            <p:cNvSpPr/>
            <p:nvPr/>
          </p:nvSpPr>
          <p:spPr>
            <a:xfrm>
              <a:off x="2690250" y="2221300"/>
              <a:ext cx="26275" cy="25900"/>
            </a:xfrm>
            <a:custGeom>
              <a:avLst/>
              <a:gdLst/>
              <a:ahLst/>
              <a:cxnLst/>
              <a:rect l="l" t="t" r="r" b="b"/>
              <a:pathLst>
                <a:path w="1051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5" name="Google Shape;12205;p24"/>
            <p:cNvSpPr/>
            <p:nvPr/>
          </p:nvSpPr>
          <p:spPr>
            <a:xfrm>
              <a:off x="2456700" y="2247175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6" name="Google Shape;12206;p24"/>
            <p:cNvSpPr/>
            <p:nvPr/>
          </p:nvSpPr>
          <p:spPr>
            <a:xfrm>
              <a:off x="2482575" y="2247175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7" name="Google Shape;12207;p24"/>
            <p:cNvSpPr/>
            <p:nvPr/>
          </p:nvSpPr>
          <p:spPr>
            <a:xfrm>
              <a:off x="2560550" y="2247175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8" name="Google Shape;12208;p24"/>
            <p:cNvSpPr/>
            <p:nvPr/>
          </p:nvSpPr>
          <p:spPr>
            <a:xfrm>
              <a:off x="2586400" y="2247175"/>
              <a:ext cx="26300" cy="25875"/>
            </a:xfrm>
            <a:custGeom>
              <a:avLst/>
              <a:gdLst/>
              <a:ahLst/>
              <a:cxnLst/>
              <a:rect l="l" t="t" r="r" b="b"/>
              <a:pathLst>
                <a:path w="1052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9" name="Google Shape;12209;p24"/>
            <p:cNvSpPr/>
            <p:nvPr/>
          </p:nvSpPr>
          <p:spPr>
            <a:xfrm>
              <a:off x="2612675" y="2247175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0" name="Google Shape;12210;p24"/>
            <p:cNvSpPr/>
            <p:nvPr/>
          </p:nvSpPr>
          <p:spPr>
            <a:xfrm>
              <a:off x="2690250" y="2247175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1" name="Google Shape;12211;p24"/>
            <p:cNvSpPr/>
            <p:nvPr/>
          </p:nvSpPr>
          <p:spPr>
            <a:xfrm>
              <a:off x="2482575" y="22730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2" name="Google Shape;12212;p24"/>
            <p:cNvSpPr/>
            <p:nvPr/>
          </p:nvSpPr>
          <p:spPr>
            <a:xfrm>
              <a:off x="2586400" y="2273025"/>
              <a:ext cx="26300" cy="25900"/>
            </a:xfrm>
            <a:custGeom>
              <a:avLst/>
              <a:gdLst/>
              <a:ahLst/>
              <a:cxnLst/>
              <a:rect l="l" t="t" r="r" b="b"/>
              <a:pathLst>
                <a:path w="1052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3" name="Google Shape;12213;p24"/>
            <p:cNvSpPr/>
            <p:nvPr/>
          </p:nvSpPr>
          <p:spPr>
            <a:xfrm>
              <a:off x="2664400" y="22730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4" name="Google Shape;12214;p24"/>
            <p:cNvSpPr/>
            <p:nvPr/>
          </p:nvSpPr>
          <p:spPr>
            <a:xfrm>
              <a:off x="2742375" y="2273025"/>
              <a:ext cx="25875" cy="25900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0" y="1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5" name="Google Shape;12215;p24"/>
            <p:cNvSpPr/>
            <p:nvPr/>
          </p:nvSpPr>
          <p:spPr>
            <a:xfrm>
              <a:off x="2508425" y="2298900"/>
              <a:ext cx="26275" cy="26275"/>
            </a:xfrm>
            <a:custGeom>
              <a:avLst/>
              <a:gdLst/>
              <a:ahLst/>
              <a:cxnLst/>
              <a:rect l="l" t="t" r="r" b="b"/>
              <a:pathLst>
                <a:path w="1051" h="1051" extrusionOk="0">
                  <a:moveTo>
                    <a:pt x="1" y="0"/>
                  </a:moveTo>
                  <a:lnTo>
                    <a:pt x="1" y="1050"/>
                  </a:lnTo>
                  <a:lnTo>
                    <a:pt x="1051" y="1050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6" name="Google Shape;12216;p24"/>
            <p:cNvSpPr/>
            <p:nvPr/>
          </p:nvSpPr>
          <p:spPr>
            <a:xfrm>
              <a:off x="2586400" y="2298900"/>
              <a:ext cx="26300" cy="26275"/>
            </a:xfrm>
            <a:custGeom>
              <a:avLst/>
              <a:gdLst/>
              <a:ahLst/>
              <a:cxnLst/>
              <a:rect l="l" t="t" r="r" b="b"/>
              <a:pathLst>
                <a:path w="1052" h="1051" extrusionOk="0">
                  <a:moveTo>
                    <a:pt x="1" y="0"/>
                  </a:moveTo>
                  <a:lnTo>
                    <a:pt x="1" y="1050"/>
                  </a:lnTo>
                  <a:lnTo>
                    <a:pt x="1051" y="1050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7" name="Google Shape;12217;p24"/>
            <p:cNvSpPr/>
            <p:nvPr/>
          </p:nvSpPr>
          <p:spPr>
            <a:xfrm>
              <a:off x="2664400" y="229890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0"/>
                  </a:moveTo>
                  <a:lnTo>
                    <a:pt x="0" y="1050"/>
                  </a:lnTo>
                  <a:lnTo>
                    <a:pt x="1035" y="1050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8" name="Google Shape;12218;p24"/>
            <p:cNvSpPr/>
            <p:nvPr/>
          </p:nvSpPr>
          <p:spPr>
            <a:xfrm>
              <a:off x="2716500" y="2298900"/>
              <a:ext cx="25900" cy="26275"/>
            </a:xfrm>
            <a:custGeom>
              <a:avLst/>
              <a:gdLst/>
              <a:ahLst/>
              <a:cxnLst/>
              <a:rect l="l" t="t" r="r" b="b"/>
              <a:pathLst>
                <a:path w="1036" h="1051" extrusionOk="0">
                  <a:moveTo>
                    <a:pt x="1" y="0"/>
                  </a:moveTo>
                  <a:lnTo>
                    <a:pt x="1" y="1050"/>
                  </a:lnTo>
                  <a:lnTo>
                    <a:pt x="1035" y="1050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9" name="Google Shape;12219;p24"/>
            <p:cNvSpPr/>
            <p:nvPr/>
          </p:nvSpPr>
          <p:spPr>
            <a:xfrm>
              <a:off x="2430450" y="232515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0" name="Google Shape;12220;p24"/>
            <p:cNvSpPr/>
            <p:nvPr/>
          </p:nvSpPr>
          <p:spPr>
            <a:xfrm>
              <a:off x="2456700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1" name="Google Shape;12221;p24"/>
            <p:cNvSpPr/>
            <p:nvPr/>
          </p:nvSpPr>
          <p:spPr>
            <a:xfrm>
              <a:off x="2482575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2" name="Google Shape;12222;p24"/>
            <p:cNvSpPr/>
            <p:nvPr/>
          </p:nvSpPr>
          <p:spPr>
            <a:xfrm>
              <a:off x="2508425" y="232515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3" name="Google Shape;12223;p24"/>
            <p:cNvSpPr/>
            <p:nvPr/>
          </p:nvSpPr>
          <p:spPr>
            <a:xfrm>
              <a:off x="2534675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4" name="Google Shape;12224;p24"/>
            <p:cNvSpPr/>
            <p:nvPr/>
          </p:nvSpPr>
          <p:spPr>
            <a:xfrm>
              <a:off x="2560550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5" name="Google Shape;12225;p24"/>
            <p:cNvSpPr/>
            <p:nvPr/>
          </p:nvSpPr>
          <p:spPr>
            <a:xfrm>
              <a:off x="2586400" y="2325150"/>
              <a:ext cx="26300" cy="25875"/>
            </a:xfrm>
            <a:custGeom>
              <a:avLst/>
              <a:gdLst/>
              <a:ahLst/>
              <a:cxnLst/>
              <a:rect l="l" t="t" r="r" b="b"/>
              <a:pathLst>
                <a:path w="1052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6" name="Google Shape;12226;p24"/>
            <p:cNvSpPr/>
            <p:nvPr/>
          </p:nvSpPr>
          <p:spPr>
            <a:xfrm>
              <a:off x="2612675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7" name="Google Shape;12227;p24"/>
            <p:cNvSpPr/>
            <p:nvPr/>
          </p:nvSpPr>
          <p:spPr>
            <a:xfrm>
              <a:off x="2638525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8" name="Google Shape;12228;p24"/>
            <p:cNvSpPr/>
            <p:nvPr/>
          </p:nvSpPr>
          <p:spPr>
            <a:xfrm>
              <a:off x="2664400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9" name="Google Shape;12229;p24"/>
            <p:cNvSpPr/>
            <p:nvPr/>
          </p:nvSpPr>
          <p:spPr>
            <a:xfrm>
              <a:off x="2690250" y="232515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0" name="Google Shape;12230;p24"/>
            <p:cNvSpPr/>
            <p:nvPr/>
          </p:nvSpPr>
          <p:spPr>
            <a:xfrm>
              <a:off x="2716500" y="2325150"/>
              <a:ext cx="25900" cy="25875"/>
            </a:xfrm>
            <a:custGeom>
              <a:avLst/>
              <a:gdLst/>
              <a:ahLst/>
              <a:cxnLst/>
              <a:rect l="l" t="t" r="r" b="b"/>
              <a:pathLst>
                <a:path w="1036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1" name="Google Shape;12231;p24"/>
            <p:cNvSpPr/>
            <p:nvPr/>
          </p:nvSpPr>
          <p:spPr>
            <a:xfrm>
              <a:off x="2742375" y="2325150"/>
              <a:ext cx="25875" cy="2587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0" y="0"/>
                  </a:moveTo>
                  <a:lnTo>
                    <a:pt x="0" y="1035"/>
                  </a:lnTo>
                  <a:lnTo>
                    <a:pt x="1035" y="103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_1">
    <p:spTree>
      <p:nvGrpSpPr>
        <p:cNvPr id="1" name="Shape 1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33" name="Google Shape;12233;p25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12234" name="Google Shape;12234;p25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12235" name="Google Shape;12235;p2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6" name="Google Shape;12236;p2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7" name="Google Shape;12237;p2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8" name="Google Shape;12238;p2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9" name="Google Shape;12239;p2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0" name="Google Shape;12240;p2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1" name="Google Shape;12241;p2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2" name="Google Shape;12242;p2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3" name="Google Shape;12243;p2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4" name="Google Shape;12244;p2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5" name="Google Shape;12245;p2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6" name="Google Shape;12246;p2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7" name="Google Shape;12247;p2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8" name="Google Shape;12248;p2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9" name="Google Shape;12249;p2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0" name="Google Shape;12250;p2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1" name="Google Shape;12251;p2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2" name="Google Shape;12252;p2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3" name="Google Shape;12253;p2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4" name="Google Shape;12254;p2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5" name="Google Shape;12255;p2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6" name="Google Shape;12256;p2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7" name="Google Shape;12257;p2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8" name="Google Shape;12258;p2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9" name="Google Shape;12259;p2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0" name="Google Shape;12260;p2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1" name="Google Shape;12261;p2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2" name="Google Shape;12262;p2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3" name="Google Shape;12263;p2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4" name="Google Shape;12264;p2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5" name="Google Shape;12265;p2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6" name="Google Shape;12266;p2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7" name="Google Shape;12267;p2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8" name="Google Shape;12268;p2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9" name="Google Shape;12269;p2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0" name="Google Shape;12270;p2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1" name="Google Shape;12271;p2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2" name="Google Shape;12272;p2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3" name="Google Shape;12273;p2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4" name="Google Shape;12274;p2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5" name="Google Shape;12275;p2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6" name="Google Shape;12276;p2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7" name="Google Shape;12277;p2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78" name="Google Shape;12278;p25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12279" name="Google Shape;12279;p2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0" name="Google Shape;12280;p2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1" name="Google Shape;12281;p2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2" name="Google Shape;12282;p2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3" name="Google Shape;12283;p2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4" name="Google Shape;12284;p2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5" name="Google Shape;12285;p2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6" name="Google Shape;12286;p2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7" name="Google Shape;12287;p2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8" name="Google Shape;12288;p2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9" name="Google Shape;12289;p2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0" name="Google Shape;12290;p2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1" name="Google Shape;12291;p2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2" name="Google Shape;12292;p2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3" name="Google Shape;12293;p2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4" name="Google Shape;12294;p2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5" name="Google Shape;12295;p2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6" name="Google Shape;12296;p2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7" name="Google Shape;12297;p2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8" name="Google Shape;12298;p2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9" name="Google Shape;12299;p2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0" name="Google Shape;12300;p2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1" name="Google Shape;12301;p2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2" name="Google Shape;12302;p2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3" name="Google Shape;12303;p2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4" name="Google Shape;12304;p2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5" name="Google Shape;12305;p2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6" name="Google Shape;12306;p2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7" name="Google Shape;12307;p2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8" name="Google Shape;12308;p2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9" name="Google Shape;12309;p2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0" name="Google Shape;12310;p2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1" name="Google Shape;12311;p2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2" name="Google Shape;12312;p2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3" name="Google Shape;12313;p2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4" name="Google Shape;12314;p2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5" name="Google Shape;12315;p2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6" name="Google Shape;12316;p2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7" name="Google Shape;12317;p2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8" name="Google Shape;12318;p2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9" name="Google Shape;12319;p2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0" name="Google Shape;12320;p2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1" name="Google Shape;12321;p2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22" name="Google Shape;12322;p25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12323" name="Google Shape;12323;p2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4" name="Google Shape;12324;p2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5" name="Google Shape;12325;p2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6" name="Google Shape;12326;p2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7" name="Google Shape;12327;p2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8" name="Google Shape;12328;p2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9" name="Google Shape;12329;p2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0" name="Google Shape;12330;p2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1" name="Google Shape;12331;p2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2" name="Google Shape;12332;p2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3" name="Google Shape;12333;p2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4" name="Google Shape;12334;p2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5" name="Google Shape;12335;p2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6" name="Google Shape;12336;p2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7" name="Google Shape;12337;p2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8" name="Google Shape;12338;p2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9" name="Google Shape;12339;p2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0" name="Google Shape;12340;p2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1" name="Google Shape;12341;p2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2" name="Google Shape;12342;p2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3" name="Google Shape;12343;p2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4" name="Google Shape;12344;p2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5" name="Google Shape;12345;p2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6" name="Google Shape;12346;p2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7" name="Google Shape;12347;p2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8" name="Google Shape;12348;p2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9" name="Google Shape;12349;p2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0" name="Google Shape;12350;p2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1" name="Google Shape;12351;p2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2" name="Google Shape;12352;p2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3" name="Google Shape;12353;p2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4" name="Google Shape;12354;p2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5" name="Google Shape;12355;p2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6" name="Google Shape;12356;p2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7" name="Google Shape;12357;p2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8" name="Google Shape;12358;p2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9" name="Google Shape;12359;p2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0" name="Google Shape;12360;p2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1" name="Google Shape;12361;p2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2" name="Google Shape;12362;p2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3" name="Google Shape;12363;p2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4" name="Google Shape;12364;p2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5" name="Google Shape;12365;p2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66" name="Google Shape;12366;p25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12367" name="Google Shape;12367;p2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8" name="Google Shape;12368;p2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9" name="Google Shape;12369;p2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0" name="Google Shape;12370;p2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1" name="Google Shape;12371;p2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2" name="Google Shape;12372;p2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3" name="Google Shape;12373;p2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4" name="Google Shape;12374;p2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5" name="Google Shape;12375;p2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6" name="Google Shape;12376;p2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7" name="Google Shape;12377;p2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8" name="Google Shape;12378;p2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9" name="Google Shape;12379;p2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0" name="Google Shape;12380;p2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1" name="Google Shape;12381;p2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2" name="Google Shape;12382;p2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3" name="Google Shape;12383;p2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4" name="Google Shape;12384;p2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5" name="Google Shape;12385;p2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6" name="Google Shape;12386;p2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7" name="Google Shape;12387;p2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8" name="Google Shape;12388;p2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9" name="Google Shape;12389;p2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0" name="Google Shape;12390;p2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1" name="Google Shape;12391;p2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2" name="Google Shape;12392;p2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3" name="Google Shape;12393;p2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4" name="Google Shape;12394;p2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5" name="Google Shape;12395;p2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6" name="Google Shape;12396;p2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7" name="Google Shape;12397;p2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8" name="Google Shape;12398;p2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9" name="Google Shape;12399;p2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0" name="Google Shape;12400;p2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1" name="Google Shape;12401;p2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2" name="Google Shape;12402;p2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3" name="Google Shape;12403;p2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4" name="Google Shape;12404;p2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5" name="Google Shape;12405;p2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6" name="Google Shape;12406;p2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7" name="Google Shape;12407;p2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8" name="Google Shape;12408;p2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9" name="Google Shape;12409;p2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410" name="Google Shape;12410;p25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12411" name="Google Shape;12411;p2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2" name="Google Shape;12412;p2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3" name="Google Shape;12413;p2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4" name="Google Shape;12414;p2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5" name="Google Shape;12415;p2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6" name="Google Shape;12416;p2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7" name="Google Shape;12417;p2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8" name="Google Shape;12418;p2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9" name="Google Shape;12419;p2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0" name="Google Shape;12420;p2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1" name="Google Shape;12421;p2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2" name="Google Shape;12422;p2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3" name="Google Shape;12423;p2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4" name="Google Shape;12424;p2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5" name="Google Shape;12425;p2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6" name="Google Shape;12426;p2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7" name="Google Shape;12427;p2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8" name="Google Shape;12428;p2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9" name="Google Shape;12429;p2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0" name="Google Shape;12430;p2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1" name="Google Shape;12431;p2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2" name="Google Shape;12432;p2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3" name="Google Shape;12433;p2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4" name="Google Shape;12434;p2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5" name="Google Shape;12435;p2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6" name="Google Shape;12436;p2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7" name="Google Shape;12437;p2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8" name="Google Shape;12438;p2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9" name="Google Shape;12439;p2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0" name="Google Shape;12440;p2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1" name="Google Shape;12441;p2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2" name="Google Shape;12442;p2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3" name="Google Shape;12443;p2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4" name="Google Shape;12444;p2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5" name="Google Shape;12445;p2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6" name="Google Shape;12446;p2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7" name="Google Shape;12447;p2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8" name="Google Shape;12448;p2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9" name="Google Shape;12449;p2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0" name="Google Shape;12450;p2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1" name="Google Shape;12451;p2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2" name="Google Shape;12452;p2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3" name="Google Shape;12453;p2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454" name="Google Shape;12454;p25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12455" name="Google Shape;12455;p2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6" name="Google Shape;12456;p2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7" name="Google Shape;12457;p2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8" name="Google Shape;12458;p2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9" name="Google Shape;12459;p2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0" name="Google Shape;12460;p2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1" name="Google Shape;12461;p2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2" name="Google Shape;12462;p2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3" name="Google Shape;12463;p2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4" name="Google Shape;12464;p2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5" name="Google Shape;12465;p2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6" name="Google Shape;12466;p2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7" name="Google Shape;12467;p2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8" name="Google Shape;12468;p2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9" name="Google Shape;12469;p2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0" name="Google Shape;12470;p2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1" name="Google Shape;12471;p2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2" name="Google Shape;12472;p2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3" name="Google Shape;12473;p2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4" name="Google Shape;12474;p2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5" name="Google Shape;12475;p2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6" name="Google Shape;12476;p2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7" name="Google Shape;12477;p2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8" name="Google Shape;12478;p2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9" name="Google Shape;12479;p2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0" name="Google Shape;12480;p2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1" name="Google Shape;12481;p2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2" name="Google Shape;12482;p2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3" name="Google Shape;12483;p2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4" name="Google Shape;12484;p2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5" name="Google Shape;12485;p2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6" name="Google Shape;12486;p2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7" name="Google Shape;12487;p2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8" name="Google Shape;12488;p2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9" name="Google Shape;12489;p2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0" name="Google Shape;12490;p2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1" name="Google Shape;12491;p2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2" name="Google Shape;12492;p2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3" name="Google Shape;12493;p2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4" name="Google Shape;12494;p2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5" name="Google Shape;12495;p2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6" name="Google Shape;12496;p2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7" name="Google Shape;12497;p2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498" name="Google Shape;12498;p25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12499" name="Google Shape;12499;p2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0" name="Google Shape;12500;p2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1" name="Google Shape;12501;p2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2" name="Google Shape;12502;p2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3" name="Google Shape;12503;p2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4" name="Google Shape;12504;p2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5" name="Google Shape;12505;p2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6" name="Google Shape;12506;p2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7" name="Google Shape;12507;p2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8" name="Google Shape;12508;p2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9" name="Google Shape;12509;p2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0" name="Google Shape;12510;p2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1" name="Google Shape;12511;p2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2" name="Google Shape;12512;p2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3" name="Google Shape;12513;p2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4" name="Google Shape;12514;p2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5" name="Google Shape;12515;p2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6" name="Google Shape;12516;p2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7" name="Google Shape;12517;p2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8" name="Google Shape;12518;p2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9" name="Google Shape;12519;p2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0" name="Google Shape;12520;p2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1" name="Google Shape;12521;p2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2" name="Google Shape;12522;p2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3" name="Google Shape;12523;p2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4" name="Google Shape;12524;p2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5" name="Google Shape;12525;p2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6" name="Google Shape;12526;p2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7" name="Google Shape;12527;p2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8" name="Google Shape;12528;p2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9" name="Google Shape;12529;p2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0" name="Google Shape;12530;p2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1" name="Google Shape;12531;p2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2" name="Google Shape;12532;p2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3" name="Google Shape;12533;p2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4" name="Google Shape;12534;p2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5" name="Google Shape;12535;p2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6" name="Google Shape;12536;p2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7" name="Google Shape;12537;p2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8" name="Google Shape;12538;p2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9" name="Google Shape;12539;p2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0" name="Google Shape;12540;p2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1" name="Google Shape;12541;p2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42" name="Google Shape;12542;p25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12543" name="Google Shape;12543;p2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4" name="Google Shape;12544;p2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5" name="Google Shape;12545;p2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6" name="Google Shape;12546;p2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7" name="Google Shape;12547;p2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8" name="Google Shape;12548;p2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9" name="Google Shape;12549;p2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0" name="Google Shape;12550;p2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1" name="Google Shape;12551;p2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2" name="Google Shape;12552;p2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3" name="Google Shape;12553;p2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4" name="Google Shape;12554;p2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5" name="Google Shape;12555;p2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6" name="Google Shape;12556;p2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7" name="Google Shape;12557;p2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8" name="Google Shape;12558;p2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9" name="Google Shape;12559;p2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0" name="Google Shape;12560;p2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1" name="Google Shape;12561;p2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2" name="Google Shape;12562;p2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3" name="Google Shape;12563;p2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4" name="Google Shape;12564;p2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5" name="Google Shape;12565;p2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6" name="Google Shape;12566;p2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7" name="Google Shape;12567;p2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8" name="Google Shape;12568;p2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9" name="Google Shape;12569;p2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0" name="Google Shape;12570;p2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1" name="Google Shape;12571;p2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2" name="Google Shape;12572;p2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3" name="Google Shape;12573;p2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4" name="Google Shape;12574;p2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5" name="Google Shape;12575;p2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6" name="Google Shape;12576;p2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7" name="Google Shape;12577;p2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8" name="Google Shape;12578;p2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9" name="Google Shape;12579;p2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0" name="Google Shape;12580;p2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1" name="Google Shape;12581;p2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2" name="Google Shape;12582;p2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3" name="Google Shape;12583;p2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4" name="Google Shape;12584;p2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5" name="Google Shape;12585;p2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86" name="Google Shape;12586;p25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12587" name="Google Shape;12587;p25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8" name="Google Shape;12588;p25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9" name="Google Shape;12589;p25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0" name="Google Shape;12590;p25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1" name="Google Shape;12591;p25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2" name="Google Shape;12592;p25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3" name="Google Shape;12593;p25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4" name="Google Shape;12594;p25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5" name="Google Shape;12595;p25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6" name="Google Shape;12596;p25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7" name="Google Shape;12597;p25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8" name="Google Shape;12598;p25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9" name="Google Shape;12599;p25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0" name="Google Shape;12600;p25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1" name="Google Shape;12601;p25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2" name="Google Shape;12602;p25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3" name="Google Shape;12603;p25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4" name="Google Shape;12604;p25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5" name="Google Shape;12605;p25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6" name="Google Shape;12606;p25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7" name="Google Shape;12607;p25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8" name="Google Shape;12608;p25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9" name="Google Shape;12609;p25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0" name="Google Shape;12610;p25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1" name="Google Shape;12611;p25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2" name="Google Shape;12612;p25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3" name="Google Shape;12613;p25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4" name="Google Shape;12614;p25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5" name="Google Shape;12615;p25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6" name="Google Shape;12616;p25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7" name="Google Shape;12617;p25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8" name="Google Shape;12618;p25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9" name="Google Shape;12619;p25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0" name="Google Shape;12620;p25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1" name="Google Shape;12621;p25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2" name="Google Shape;12622;p25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3" name="Google Shape;12623;p25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4" name="Google Shape;12624;p25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5" name="Google Shape;12625;p25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6" name="Google Shape;12626;p25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7" name="Google Shape;12627;p25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8" name="Google Shape;12628;p25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9" name="Google Shape;12629;p25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630" name="Google Shape;12630;p25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12631" name="Google Shape;12631;p25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12632" name="Google Shape;12632;p25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3" name="Google Shape;12633;p25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4" name="Google Shape;12634;p25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5" name="Google Shape;12635;p25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6" name="Google Shape;12636;p25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7" name="Google Shape;12637;p25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8" name="Google Shape;12638;p25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9" name="Google Shape;12639;p25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0" name="Google Shape;12640;p25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1" name="Google Shape;12641;p25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2" name="Google Shape;12642;p25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3" name="Google Shape;12643;p25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4" name="Google Shape;12644;p25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5" name="Google Shape;12645;p25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6" name="Google Shape;12646;p25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7" name="Google Shape;12647;p25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8" name="Google Shape;12648;p25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9" name="Google Shape;12649;p25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0" name="Google Shape;12650;p25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1" name="Google Shape;12651;p25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2" name="Google Shape;12652;p25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3" name="Google Shape;12653;p25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4" name="Google Shape;12654;p25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5" name="Google Shape;12655;p25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6" name="Google Shape;12656;p25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7" name="Google Shape;12657;p25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8" name="Google Shape;12658;p25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59" name="Google Shape;12659;p25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12660" name="Google Shape;12660;p25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1" name="Google Shape;12661;p25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2" name="Google Shape;12662;p25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3" name="Google Shape;12663;p25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4" name="Google Shape;12664;p25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5" name="Google Shape;12665;p25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6" name="Google Shape;12666;p25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7" name="Google Shape;12667;p25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8" name="Google Shape;12668;p25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9" name="Google Shape;12669;p25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0" name="Google Shape;12670;p25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1" name="Google Shape;12671;p25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2" name="Google Shape;12672;p25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3" name="Google Shape;12673;p25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4" name="Google Shape;12674;p25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5" name="Google Shape;12675;p25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6" name="Google Shape;12676;p25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7" name="Google Shape;12677;p25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8" name="Google Shape;12678;p25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9" name="Google Shape;12679;p25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0" name="Google Shape;12680;p25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1" name="Google Shape;12681;p25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2" name="Google Shape;12682;p25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3" name="Google Shape;12683;p25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4" name="Google Shape;12684;p25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5" name="Google Shape;12685;p25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6" name="Google Shape;12686;p25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87" name="Google Shape;12687;p25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12688" name="Google Shape;12688;p25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9" name="Google Shape;12689;p25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0" name="Google Shape;12690;p25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1" name="Google Shape;12691;p25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2" name="Google Shape;12692;p25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3" name="Google Shape;12693;p25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4" name="Google Shape;12694;p25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5" name="Google Shape;12695;p25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6" name="Google Shape;12696;p25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7" name="Google Shape;12697;p25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8" name="Google Shape;12698;p25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9" name="Google Shape;12699;p25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0" name="Google Shape;12700;p25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1" name="Google Shape;12701;p25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2" name="Google Shape;12702;p25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3" name="Google Shape;12703;p25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4" name="Google Shape;12704;p25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5" name="Google Shape;12705;p25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6" name="Google Shape;12706;p25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7" name="Google Shape;12707;p25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8" name="Google Shape;12708;p25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9" name="Google Shape;12709;p25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0" name="Google Shape;12710;p25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1" name="Google Shape;12711;p25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2" name="Google Shape;12712;p25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3" name="Google Shape;12713;p25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4" name="Google Shape;12714;p25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715" name="Google Shape;12715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716" name="Google Shape;12716;p25"/>
          <p:cNvSpPr txBox="1">
            <a:spLocks noGrp="1"/>
          </p:cNvSpPr>
          <p:nvPr>
            <p:ph type="subTitle" idx="1"/>
          </p:nvPr>
        </p:nvSpPr>
        <p:spPr>
          <a:xfrm flipH="1">
            <a:off x="1280568" y="1970713"/>
            <a:ext cx="2627700" cy="127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12717" name="Google Shape;12717;p25"/>
          <p:cNvGrpSpPr/>
          <p:nvPr/>
        </p:nvGrpSpPr>
        <p:grpSpPr>
          <a:xfrm flipH="1">
            <a:off x="8424007" y="2883206"/>
            <a:ext cx="1049633" cy="523940"/>
            <a:chOff x="138482" y="584556"/>
            <a:chExt cx="1049633" cy="523940"/>
          </a:xfrm>
        </p:grpSpPr>
        <p:sp>
          <p:nvSpPr>
            <p:cNvPr id="12718" name="Google Shape;12718;p25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9" name="Google Shape;12719;p25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0" name="Google Shape;12720;p25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1" name="Google Shape;12721;p25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2" name="Google Shape;12722;p25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3" name="Google Shape;12723;p25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4" name="Google Shape;12724;p25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5" name="Google Shape;12725;p25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6" name="Google Shape;12726;p25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7" name="Google Shape;12727;p25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8" name="Google Shape;12728;p25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9" name="Google Shape;12729;p25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0" name="Google Shape;12730;p25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1" name="Google Shape;12731;p25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2" name="Google Shape;12732;p25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33" name="Google Shape;12733;p25"/>
          <p:cNvGrpSpPr/>
          <p:nvPr/>
        </p:nvGrpSpPr>
        <p:grpSpPr>
          <a:xfrm>
            <a:off x="-498068" y="1503081"/>
            <a:ext cx="1049633" cy="523940"/>
            <a:chOff x="138482" y="584556"/>
            <a:chExt cx="1049633" cy="523940"/>
          </a:xfrm>
        </p:grpSpPr>
        <p:sp>
          <p:nvSpPr>
            <p:cNvPr id="12734" name="Google Shape;12734;p25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5" name="Google Shape;12735;p25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6" name="Google Shape;12736;p25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7" name="Google Shape;12737;p25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8" name="Google Shape;12738;p25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9" name="Google Shape;12739;p25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0" name="Google Shape;12740;p25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1" name="Google Shape;12741;p25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2" name="Google Shape;12742;p25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3" name="Google Shape;12743;p25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4" name="Google Shape;12744;p25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5" name="Google Shape;12745;p25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6" name="Google Shape;12746;p25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7" name="Google Shape;12747;p25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8" name="Google Shape;12748;p25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49" name="Google Shape;12749;p25"/>
          <p:cNvGrpSpPr/>
          <p:nvPr/>
        </p:nvGrpSpPr>
        <p:grpSpPr>
          <a:xfrm>
            <a:off x="1148228" y="4237329"/>
            <a:ext cx="275098" cy="366258"/>
            <a:chOff x="2664400" y="2169200"/>
            <a:chExt cx="78000" cy="103850"/>
          </a:xfrm>
        </p:grpSpPr>
        <p:sp>
          <p:nvSpPr>
            <p:cNvPr id="12750" name="Google Shape;12750;p25"/>
            <p:cNvSpPr/>
            <p:nvPr/>
          </p:nvSpPr>
          <p:spPr>
            <a:xfrm>
              <a:off x="2690250" y="2169200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1" name="Google Shape;12751;p25"/>
            <p:cNvSpPr/>
            <p:nvPr/>
          </p:nvSpPr>
          <p:spPr>
            <a:xfrm>
              <a:off x="2664400" y="2195050"/>
              <a:ext cx="25875" cy="26275"/>
            </a:xfrm>
            <a:custGeom>
              <a:avLst/>
              <a:gdLst/>
              <a:ahLst/>
              <a:cxnLst/>
              <a:rect l="l" t="t" r="r" b="b"/>
              <a:pathLst>
                <a:path w="1035" h="1051" extrusionOk="0">
                  <a:moveTo>
                    <a:pt x="0" y="1"/>
                  </a:moveTo>
                  <a:lnTo>
                    <a:pt x="0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DE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2" name="Google Shape;12752;p25"/>
            <p:cNvSpPr/>
            <p:nvPr/>
          </p:nvSpPr>
          <p:spPr>
            <a:xfrm>
              <a:off x="2690250" y="2195050"/>
              <a:ext cx="26275" cy="26275"/>
            </a:xfrm>
            <a:custGeom>
              <a:avLst/>
              <a:gdLst/>
              <a:ahLst/>
              <a:cxnLst/>
              <a:rect l="l" t="t" r="r" b="b"/>
              <a:pathLst>
                <a:path w="1051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51" y="1051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3" name="Google Shape;12753;p25"/>
            <p:cNvSpPr/>
            <p:nvPr/>
          </p:nvSpPr>
          <p:spPr>
            <a:xfrm>
              <a:off x="2716500" y="2195050"/>
              <a:ext cx="25900" cy="26275"/>
            </a:xfrm>
            <a:custGeom>
              <a:avLst/>
              <a:gdLst/>
              <a:ahLst/>
              <a:cxnLst/>
              <a:rect l="l" t="t" r="r" b="b"/>
              <a:pathLst>
                <a:path w="1036" h="1051" extrusionOk="0">
                  <a:moveTo>
                    <a:pt x="1" y="1"/>
                  </a:moveTo>
                  <a:lnTo>
                    <a:pt x="1" y="1051"/>
                  </a:lnTo>
                  <a:lnTo>
                    <a:pt x="1035" y="105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4" name="Google Shape;12754;p25"/>
            <p:cNvSpPr/>
            <p:nvPr/>
          </p:nvSpPr>
          <p:spPr>
            <a:xfrm>
              <a:off x="2690250" y="2221300"/>
              <a:ext cx="26275" cy="25900"/>
            </a:xfrm>
            <a:custGeom>
              <a:avLst/>
              <a:gdLst/>
              <a:ahLst/>
              <a:cxnLst/>
              <a:rect l="l" t="t" r="r" b="b"/>
              <a:pathLst>
                <a:path w="1051" h="1036" extrusionOk="0">
                  <a:moveTo>
                    <a:pt x="1" y="1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5" name="Google Shape;12755;p25"/>
            <p:cNvSpPr/>
            <p:nvPr/>
          </p:nvSpPr>
          <p:spPr>
            <a:xfrm>
              <a:off x="2690250" y="2247175"/>
              <a:ext cx="26275" cy="25875"/>
            </a:xfrm>
            <a:custGeom>
              <a:avLst/>
              <a:gdLst/>
              <a:ahLst/>
              <a:cxnLst/>
              <a:rect l="l" t="t" r="r" b="b"/>
              <a:pathLst>
                <a:path w="1051" h="1035" extrusionOk="0">
                  <a:moveTo>
                    <a:pt x="1" y="0"/>
                  </a:moveTo>
                  <a:lnTo>
                    <a:pt x="1" y="1035"/>
                  </a:lnTo>
                  <a:lnTo>
                    <a:pt x="1051" y="1035"/>
                  </a:lnTo>
                  <a:lnTo>
                    <a:pt x="10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6" name="Google Shape;12756;p25"/>
          <p:cNvGrpSpPr/>
          <p:nvPr/>
        </p:nvGrpSpPr>
        <p:grpSpPr>
          <a:xfrm>
            <a:off x="1515965" y="3990919"/>
            <a:ext cx="433691" cy="607831"/>
            <a:chOff x="3320750" y="2845525"/>
            <a:chExt cx="176750" cy="247700"/>
          </a:xfrm>
        </p:grpSpPr>
        <p:sp>
          <p:nvSpPr>
            <p:cNvPr id="12757" name="Google Shape;12757;p25"/>
            <p:cNvSpPr/>
            <p:nvPr/>
          </p:nvSpPr>
          <p:spPr>
            <a:xfrm>
              <a:off x="3356025" y="2845525"/>
              <a:ext cx="35675" cy="35700"/>
            </a:xfrm>
            <a:custGeom>
              <a:avLst/>
              <a:gdLst/>
              <a:ahLst/>
              <a:cxnLst/>
              <a:rect l="l" t="t" r="r" b="b"/>
              <a:pathLst>
                <a:path w="1427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27" y="1427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8" name="Google Shape;12758;p25"/>
            <p:cNvSpPr/>
            <p:nvPr/>
          </p:nvSpPr>
          <p:spPr>
            <a:xfrm>
              <a:off x="3391675" y="28455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1" y="1"/>
                  </a:moveTo>
                  <a:lnTo>
                    <a:pt x="1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9" name="Google Shape;12759;p25"/>
            <p:cNvSpPr/>
            <p:nvPr/>
          </p:nvSpPr>
          <p:spPr>
            <a:xfrm>
              <a:off x="3426950" y="2845525"/>
              <a:ext cx="35300" cy="35700"/>
            </a:xfrm>
            <a:custGeom>
              <a:avLst/>
              <a:gdLst/>
              <a:ahLst/>
              <a:cxnLst/>
              <a:rect l="l" t="t" r="r" b="b"/>
              <a:pathLst>
                <a:path w="1412" h="1428" extrusionOk="0">
                  <a:moveTo>
                    <a:pt x="0" y="1"/>
                  </a:moveTo>
                  <a:lnTo>
                    <a:pt x="0" y="1427"/>
                  </a:lnTo>
                  <a:lnTo>
                    <a:pt x="1411" y="1427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0" name="Google Shape;12760;p25"/>
            <p:cNvSpPr/>
            <p:nvPr/>
          </p:nvSpPr>
          <p:spPr>
            <a:xfrm>
              <a:off x="3356025" y="2881200"/>
              <a:ext cx="35675" cy="35275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1" name="Google Shape;12761;p25"/>
            <p:cNvSpPr/>
            <p:nvPr/>
          </p:nvSpPr>
          <p:spPr>
            <a:xfrm>
              <a:off x="3391675" y="2881200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2" name="Google Shape;12762;p25"/>
            <p:cNvSpPr/>
            <p:nvPr/>
          </p:nvSpPr>
          <p:spPr>
            <a:xfrm>
              <a:off x="3426950" y="2881200"/>
              <a:ext cx="35300" cy="35275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3" name="Google Shape;12763;p25"/>
            <p:cNvSpPr/>
            <p:nvPr/>
          </p:nvSpPr>
          <p:spPr>
            <a:xfrm>
              <a:off x="3356025" y="2916450"/>
              <a:ext cx="35675" cy="3530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7" y="1412"/>
                  </a:lnTo>
                  <a:lnTo>
                    <a:pt x="14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4" name="Google Shape;12764;p25"/>
            <p:cNvSpPr/>
            <p:nvPr/>
          </p:nvSpPr>
          <p:spPr>
            <a:xfrm>
              <a:off x="3391675" y="291645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C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5" name="Google Shape;12765;p25"/>
            <p:cNvSpPr/>
            <p:nvPr/>
          </p:nvSpPr>
          <p:spPr>
            <a:xfrm>
              <a:off x="3426950" y="291645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6" name="Google Shape;12766;p25"/>
            <p:cNvSpPr/>
            <p:nvPr/>
          </p:nvSpPr>
          <p:spPr>
            <a:xfrm>
              <a:off x="3338375" y="2969375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67" y="1066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7" name="Google Shape;12767;p25"/>
            <p:cNvSpPr/>
            <p:nvPr/>
          </p:nvSpPr>
          <p:spPr>
            <a:xfrm>
              <a:off x="3391675" y="29517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8" name="Google Shape;12768;p25"/>
            <p:cNvSpPr/>
            <p:nvPr/>
          </p:nvSpPr>
          <p:spPr>
            <a:xfrm>
              <a:off x="3453200" y="2969375"/>
              <a:ext cx="26675" cy="26650"/>
            </a:xfrm>
            <a:custGeom>
              <a:avLst/>
              <a:gdLst/>
              <a:ahLst/>
              <a:cxnLst/>
              <a:rect l="l" t="t" r="r" b="b"/>
              <a:pathLst>
                <a:path w="1067" h="1066" extrusionOk="0">
                  <a:moveTo>
                    <a:pt x="1" y="0"/>
                  </a:moveTo>
                  <a:lnTo>
                    <a:pt x="1" y="1066"/>
                  </a:lnTo>
                  <a:lnTo>
                    <a:pt x="1066" y="1066"/>
                  </a:lnTo>
                  <a:lnTo>
                    <a:pt x="10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9" name="Google Shape;12769;p25"/>
            <p:cNvSpPr/>
            <p:nvPr/>
          </p:nvSpPr>
          <p:spPr>
            <a:xfrm>
              <a:off x="3365025" y="2996000"/>
              <a:ext cx="26675" cy="26300"/>
            </a:xfrm>
            <a:custGeom>
              <a:avLst/>
              <a:gdLst/>
              <a:ahLst/>
              <a:cxnLst/>
              <a:rect l="l" t="t" r="r" b="b"/>
              <a:pathLst>
                <a:path w="1067" h="1052" extrusionOk="0">
                  <a:moveTo>
                    <a:pt x="1" y="1"/>
                  </a:moveTo>
                  <a:lnTo>
                    <a:pt x="1" y="1051"/>
                  </a:lnTo>
                  <a:lnTo>
                    <a:pt x="1067" y="105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0" name="Google Shape;12770;p25"/>
            <p:cNvSpPr/>
            <p:nvPr/>
          </p:nvSpPr>
          <p:spPr>
            <a:xfrm>
              <a:off x="3391675" y="2987000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7F5A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1" name="Google Shape;12771;p25"/>
            <p:cNvSpPr/>
            <p:nvPr/>
          </p:nvSpPr>
          <p:spPr>
            <a:xfrm>
              <a:off x="3426950" y="2996000"/>
              <a:ext cx="26275" cy="26300"/>
            </a:xfrm>
            <a:custGeom>
              <a:avLst/>
              <a:gdLst/>
              <a:ahLst/>
              <a:cxnLst/>
              <a:rect l="l" t="t" r="r" b="b"/>
              <a:pathLst>
                <a:path w="1051" h="1052" extrusionOk="0">
                  <a:moveTo>
                    <a:pt x="0" y="1"/>
                  </a:moveTo>
                  <a:lnTo>
                    <a:pt x="0" y="1051"/>
                  </a:lnTo>
                  <a:lnTo>
                    <a:pt x="1051" y="1051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2" name="Google Shape;12772;p25"/>
            <p:cNvSpPr/>
            <p:nvPr/>
          </p:nvSpPr>
          <p:spPr>
            <a:xfrm>
              <a:off x="3391675" y="3022275"/>
              <a:ext cx="35300" cy="35675"/>
            </a:xfrm>
            <a:custGeom>
              <a:avLst/>
              <a:gdLst/>
              <a:ahLst/>
              <a:cxnLst/>
              <a:rect l="l" t="t" r="r" b="b"/>
              <a:pathLst>
                <a:path w="1412" h="1427" extrusionOk="0">
                  <a:moveTo>
                    <a:pt x="1" y="0"/>
                  </a:moveTo>
                  <a:lnTo>
                    <a:pt x="1" y="1426"/>
                  </a:lnTo>
                  <a:lnTo>
                    <a:pt x="1411" y="1426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3" name="Google Shape;12773;p25"/>
            <p:cNvSpPr/>
            <p:nvPr/>
          </p:nvSpPr>
          <p:spPr>
            <a:xfrm>
              <a:off x="3320750" y="30579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4" name="Google Shape;12774;p25"/>
            <p:cNvSpPr/>
            <p:nvPr/>
          </p:nvSpPr>
          <p:spPr>
            <a:xfrm>
              <a:off x="3356025" y="3057925"/>
              <a:ext cx="35675" cy="3530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27" y="1411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5" name="Google Shape;12775;p25"/>
            <p:cNvSpPr/>
            <p:nvPr/>
          </p:nvSpPr>
          <p:spPr>
            <a:xfrm>
              <a:off x="3391675" y="30579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6" name="Google Shape;12776;p25"/>
            <p:cNvSpPr/>
            <p:nvPr/>
          </p:nvSpPr>
          <p:spPr>
            <a:xfrm>
              <a:off x="3426950" y="3057925"/>
              <a:ext cx="35300" cy="3530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7" name="Google Shape;12777;p25"/>
            <p:cNvSpPr/>
            <p:nvPr/>
          </p:nvSpPr>
          <p:spPr>
            <a:xfrm>
              <a:off x="3462225" y="3057925"/>
              <a:ext cx="35275" cy="3530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1">
    <p:spTree>
      <p:nvGrpSpPr>
        <p:cNvPr id="1" name="Shape 12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9" name="Google Shape;12779;p26"/>
          <p:cNvSpPr txBox="1"/>
          <p:nvPr/>
        </p:nvSpPr>
        <p:spPr>
          <a:xfrm>
            <a:off x="2510399" y="3266825"/>
            <a:ext cx="4123200" cy="4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352381"/>
                </a:solidFill>
                <a:latin typeface="Advent Pro Medium"/>
                <a:ea typeface="Advent Pro Medium"/>
                <a:cs typeface="Advent Pro Medium"/>
                <a:sym typeface="Advent Pro Medium"/>
              </a:rPr>
              <a:t>CREDITS: This presentation template was created by </a:t>
            </a:r>
            <a:r>
              <a:rPr lang="zh-TW" sz="1200" b="1">
                <a:solidFill>
                  <a:srgbClr val="1D1D1B"/>
                </a:solidFill>
                <a:latin typeface="Advent Pro"/>
                <a:ea typeface="Advent Pro"/>
                <a:cs typeface="Advent Pro"/>
                <a:sym typeface="Advent Pro"/>
              </a:rPr>
              <a:t>Slidesgo</a:t>
            </a:r>
            <a:r>
              <a:rPr lang="zh-TW" sz="1200">
                <a:solidFill>
                  <a:srgbClr val="352381"/>
                </a:solidFill>
                <a:latin typeface="Advent Pro Medium"/>
                <a:ea typeface="Advent Pro Medium"/>
                <a:cs typeface="Advent Pro Medium"/>
                <a:sym typeface="Advent Pro Medium"/>
              </a:rPr>
              <a:t>, including icons by </a:t>
            </a:r>
            <a:r>
              <a:rPr lang="zh-TW" sz="1200" b="1">
                <a:solidFill>
                  <a:srgbClr val="1D1D1B"/>
                </a:solidFill>
                <a:latin typeface="Advent Pro"/>
                <a:ea typeface="Advent Pro"/>
                <a:cs typeface="Advent Pro"/>
                <a:sym typeface="Advent Pro"/>
              </a:rPr>
              <a:t>Flaticon</a:t>
            </a:r>
            <a:r>
              <a:rPr lang="zh-TW" sz="1200">
                <a:solidFill>
                  <a:srgbClr val="352381"/>
                </a:solidFill>
                <a:latin typeface="Advent Pro Medium"/>
                <a:ea typeface="Advent Pro Medium"/>
                <a:cs typeface="Advent Pro Medium"/>
                <a:sym typeface="Advent Pro Medium"/>
              </a:rPr>
              <a:t>, and infographics &amp; images by </a:t>
            </a:r>
            <a:r>
              <a:rPr lang="zh-TW" sz="1200" b="1">
                <a:solidFill>
                  <a:srgbClr val="1D1D1B"/>
                </a:solidFill>
                <a:latin typeface="Advent Pro"/>
                <a:ea typeface="Advent Pro"/>
                <a:cs typeface="Advent Pro"/>
                <a:sym typeface="Advent Pro"/>
              </a:rPr>
              <a:t>Freepik</a:t>
            </a:r>
            <a:endParaRPr sz="1200" b="1">
              <a:solidFill>
                <a:srgbClr val="1D1D1B"/>
              </a:solidFill>
              <a:latin typeface="Advent Pro"/>
              <a:ea typeface="Advent Pro"/>
              <a:cs typeface="Advent Pro"/>
              <a:sym typeface="Advent Pro"/>
            </a:endParaRPr>
          </a:p>
        </p:txBody>
      </p:sp>
      <p:grpSp>
        <p:nvGrpSpPr>
          <p:cNvPr id="12780" name="Google Shape;12780;p26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12781" name="Google Shape;12781;p26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12782" name="Google Shape;12782;p2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3" name="Google Shape;12783;p2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4" name="Google Shape;12784;p2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5" name="Google Shape;12785;p2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6" name="Google Shape;12786;p2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7" name="Google Shape;12787;p2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8" name="Google Shape;12788;p2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9" name="Google Shape;12789;p2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0" name="Google Shape;12790;p2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1" name="Google Shape;12791;p2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2" name="Google Shape;12792;p2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3" name="Google Shape;12793;p2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4" name="Google Shape;12794;p2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5" name="Google Shape;12795;p2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6" name="Google Shape;12796;p2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7" name="Google Shape;12797;p2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8" name="Google Shape;12798;p2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9" name="Google Shape;12799;p2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0" name="Google Shape;12800;p2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1" name="Google Shape;12801;p2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2" name="Google Shape;12802;p2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3" name="Google Shape;12803;p2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4" name="Google Shape;12804;p2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5" name="Google Shape;12805;p2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6" name="Google Shape;12806;p2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7" name="Google Shape;12807;p2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8" name="Google Shape;12808;p2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9" name="Google Shape;12809;p2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0" name="Google Shape;12810;p2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1" name="Google Shape;12811;p2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2" name="Google Shape;12812;p2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3" name="Google Shape;12813;p2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4" name="Google Shape;12814;p2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5" name="Google Shape;12815;p2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6" name="Google Shape;12816;p2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7" name="Google Shape;12817;p2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8" name="Google Shape;12818;p2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9" name="Google Shape;12819;p2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0" name="Google Shape;12820;p2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1" name="Google Shape;12821;p2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2" name="Google Shape;12822;p2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3" name="Google Shape;12823;p2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4" name="Google Shape;12824;p2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25" name="Google Shape;12825;p26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12826" name="Google Shape;12826;p2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7" name="Google Shape;12827;p2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8" name="Google Shape;12828;p2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9" name="Google Shape;12829;p2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0" name="Google Shape;12830;p2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1" name="Google Shape;12831;p2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2" name="Google Shape;12832;p2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3" name="Google Shape;12833;p2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4" name="Google Shape;12834;p2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5" name="Google Shape;12835;p2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6" name="Google Shape;12836;p2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7" name="Google Shape;12837;p2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8" name="Google Shape;12838;p2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9" name="Google Shape;12839;p2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0" name="Google Shape;12840;p2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1" name="Google Shape;12841;p2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2" name="Google Shape;12842;p2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3" name="Google Shape;12843;p2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4" name="Google Shape;12844;p2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5" name="Google Shape;12845;p2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6" name="Google Shape;12846;p2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7" name="Google Shape;12847;p2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8" name="Google Shape;12848;p2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9" name="Google Shape;12849;p2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0" name="Google Shape;12850;p2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1" name="Google Shape;12851;p2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2" name="Google Shape;12852;p2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3" name="Google Shape;12853;p2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4" name="Google Shape;12854;p2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5" name="Google Shape;12855;p2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6" name="Google Shape;12856;p2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7" name="Google Shape;12857;p2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8" name="Google Shape;12858;p2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9" name="Google Shape;12859;p2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0" name="Google Shape;12860;p2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1" name="Google Shape;12861;p2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2" name="Google Shape;12862;p2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3" name="Google Shape;12863;p2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4" name="Google Shape;12864;p2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5" name="Google Shape;12865;p2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6" name="Google Shape;12866;p2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7" name="Google Shape;12867;p2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8" name="Google Shape;12868;p2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69" name="Google Shape;12869;p26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12870" name="Google Shape;12870;p2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1" name="Google Shape;12871;p2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2" name="Google Shape;12872;p2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3" name="Google Shape;12873;p2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4" name="Google Shape;12874;p2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5" name="Google Shape;12875;p2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6" name="Google Shape;12876;p2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7" name="Google Shape;12877;p2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8" name="Google Shape;12878;p2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9" name="Google Shape;12879;p2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0" name="Google Shape;12880;p2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1" name="Google Shape;12881;p2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2" name="Google Shape;12882;p2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3" name="Google Shape;12883;p2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4" name="Google Shape;12884;p2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5" name="Google Shape;12885;p2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6" name="Google Shape;12886;p2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7" name="Google Shape;12887;p2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8" name="Google Shape;12888;p2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9" name="Google Shape;12889;p2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0" name="Google Shape;12890;p2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1" name="Google Shape;12891;p2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2" name="Google Shape;12892;p2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3" name="Google Shape;12893;p2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4" name="Google Shape;12894;p2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5" name="Google Shape;12895;p2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6" name="Google Shape;12896;p2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7" name="Google Shape;12897;p2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8" name="Google Shape;12898;p2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9" name="Google Shape;12899;p2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0" name="Google Shape;12900;p2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1" name="Google Shape;12901;p2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2" name="Google Shape;12902;p2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3" name="Google Shape;12903;p2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4" name="Google Shape;12904;p2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5" name="Google Shape;12905;p2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6" name="Google Shape;12906;p2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7" name="Google Shape;12907;p2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8" name="Google Shape;12908;p2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9" name="Google Shape;12909;p2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0" name="Google Shape;12910;p2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1" name="Google Shape;12911;p2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2" name="Google Shape;12912;p2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13" name="Google Shape;12913;p26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12914" name="Google Shape;12914;p2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5" name="Google Shape;12915;p2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6" name="Google Shape;12916;p2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7" name="Google Shape;12917;p2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8" name="Google Shape;12918;p2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9" name="Google Shape;12919;p2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0" name="Google Shape;12920;p2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1" name="Google Shape;12921;p2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2" name="Google Shape;12922;p2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3" name="Google Shape;12923;p2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4" name="Google Shape;12924;p2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5" name="Google Shape;12925;p2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6" name="Google Shape;12926;p2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7" name="Google Shape;12927;p2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8" name="Google Shape;12928;p2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9" name="Google Shape;12929;p2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0" name="Google Shape;12930;p2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1" name="Google Shape;12931;p2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2" name="Google Shape;12932;p2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3" name="Google Shape;12933;p2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4" name="Google Shape;12934;p2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5" name="Google Shape;12935;p2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6" name="Google Shape;12936;p2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7" name="Google Shape;12937;p2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8" name="Google Shape;12938;p2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9" name="Google Shape;12939;p2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0" name="Google Shape;12940;p2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1" name="Google Shape;12941;p2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2" name="Google Shape;12942;p2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3" name="Google Shape;12943;p2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4" name="Google Shape;12944;p2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5" name="Google Shape;12945;p2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6" name="Google Shape;12946;p2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7" name="Google Shape;12947;p2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8" name="Google Shape;12948;p2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9" name="Google Shape;12949;p2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0" name="Google Shape;12950;p2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1" name="Google Shape;12951;p2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2" name="Google Shape;12952;p2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3" name="Google Shape;12953;p2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4" name="Google Shape;12954;p2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5" name="Google Shape;12955;p2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6" name="Google Shape;12956;p2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57" name="Google Shape;12957;p26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12958" name="Google Shape;12958;p2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9" name="Google Shape;12959;p2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0" name="Google Shape;12960;p2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1" name="Google Shape;12961;p2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2" name="Google Shape;12962;p2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3" name="Google Shape;12963;p2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4" name="Google Shape;12964;p2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5" name="Google Shape;12965;p2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6" name="Google Shape;12966;p2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7" name="Google Shape;12967;p2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8" name="Google Shape;12968;p2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9" name="Google Shape;12969;p2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0" name="Google Shape;12970;p2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1" name="Google Shape;12971;p2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2" name="Google Shape;12972;p2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3" name="Google Shape;12973;p2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4" name="Google Shape;12974;p2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5" name="Google Shape;12975;p2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6" name="Google Shape;12976;p2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7" name="Google Shape;12977;p2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8" name="Google Shape;12978;p2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9" name="Google Shape;12979;p2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0" name="Google Shape;12980;p2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1" name="Google Shape;12981;p2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2" name="Google Shape;12982;p2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3" name="Google Shape;12983;p2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4" name="Google Shape;12984;p2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5" name="Google Shape;12985;p2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6" name="Google Shape;12986;p2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7" name="Google Shape;12987;p2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8" name="Google Shape;12988;p2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9" name="Google Shape;12989;p2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0" name="Google Shape;12990;p2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1" name="Google Shape;12991;p2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2" name="Google Shape;12992;p2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3" name="Google Shape;12993;p2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4" name="Google Shape;12994;p2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5" name="Google Shape;12995;p2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6" name="Google Shape;12996;p2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7" name="Google Shape;12997;p2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8" name="Google Shape;12998;p2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9" name="Google Shape;12999;p2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0" name="Google Shape;13000;p2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01" name="Google Shape;13001;p26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13002" name="Google Shape;13002;p2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3" name="Google Shape;13003;p2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4" name="Google Shape;13004;p2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5" name="Google Shape;13005;p2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6" name="Google Shape;13006;p2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7" name="Google Shape;13007;p2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8" name="Google Shape;13008;p2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9" name="Google Shape;13009;p2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0" name="Google Shape;13010;p2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1" name="Google Shape;13011;p2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2" name="Google Shape;13012;p2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3" name="Google Shape;13013;p2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4" name="Google Shape;13014;p2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5" name="Google Shape;13015;p2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6" name="Google Shape;13016;p2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7" name="Google Shape;13017;p2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8" name="Google Shape;13018;p2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9" name="Google Shape;13019;p2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0" name="Google Shape;13020;p2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1" name="Google Shape;13021;p2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2" name="Google Shape;13022;p2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3" name="Google Shape;13023;p2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4" name="Google Shape;13024;p2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5" name="Google Shape;13025;p2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6" name="Google Shape;13026;p2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7" name="Google Shape;13027;p2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8" name="Google Shape;13028;p2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9" name="Google Shape;13029;p2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0" name="Google Shape;13030;p2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1" name="Google Shape;13031;p2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2" name="Google Shape;13032;p2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3" name="Google Shape;13033;p2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4" name="Google Shape;13034;p2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5" name="Google Shape;13035;p2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6" name="Google Shape;13036;p2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7" name="Google Shape;13037;p2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8" name="Google Shape;13038;p2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9" name="Google Shape;13039;p2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0" name="Google Shape;13040;p2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1" name="Google Shape;13041;p2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2" name="Google Shape;13042;p2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3" name="Google Shape;13043;p2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4" name="Google Shape;13044;p2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45" name="Google Shape;13045;p26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13046" name="Google Shape;13046;p2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7" name="Google Shape;13047;p2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8" name="Google Shape;13048;p2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9" name="Google Shape;13049;p2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0" name="Google Shape;13050;p2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1" name="Google Shape;13051;p2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2" name="Google Shape;13052;p2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3" name="Google Shape;13053;p2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4" name="Google Shape;13054;p2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5" name="Google Shape;13055;p2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6" name="Google Shape;13056;p2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7" name="Google Shape;13057;p2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8" name="Google Shape;13058;p2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9" name="Google Shape;13059;p2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0" name="Google Shape;13060;p2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1" name="Google Shape;13061;p2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2" name="Google Shape;13062;p2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3" name="Google Shape;13063;p2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4" name="Google Shape;13064;p2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5" name="Google Shape;13065;p2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6" name="Google Shape;13066;p2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7" name="Google Shape;13067;p2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8" name="Google Shape;13068;p2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9" name="Google Shape;13069;p2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0" name="Google Shape;13070;p2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1" name="Google Shape;13071;p2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2" name="Google Shape;13072;p2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3" name="Google Shape;13073;p2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4" name="Google Shape;13074;p2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5" name="Google Shape;13075;p2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6" name="Google Shape;13076;p2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7" name="Google Shape;13077;p2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8" name="Google Shape;13078;p2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9" name="Google Shape;13079;p2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0" name="Google Shape;13080;p2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1" name="Google Shape;13081;p2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2" name="Google Shape;13082;p2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3" name="Google Shape;13083;p2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4" name="Google Shape;13084;p2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5" name="Google Shape;13085;p2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6" name="Google Shape;13086;p2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7" name="Google Shape;13087;p2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8" name="Google Shape;13088;p2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89" name="Google Shape;13089;p26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13090" name="Google Shape;13090;p2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1" name="Google Shape;13091;p2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2" name="Google Shape;13092;p2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3" name="Google Shape;13093;p2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4" name="Google Shape;13094;p2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5" name="Google Shape;13095;p2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6" name="Google Shape;13096;p2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7" name="Google Shape;13097;p2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8" name="Google Shape;13098;p2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9" name="Google Shape;13099;p2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0" name="Google Shape;13100;p2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1" name="Google Shape;13101;p2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2" name="Google Shape;13102;p2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3" name="Google Shape;13103;p2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4" name="Google Shape;13104;p2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5" name="Google Shape;13105;p2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6" name="Google Shape;13106;p2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7" name="Google Shape;13107;p2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8" name="Google Shape;13108;p2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9" name="Google Shape;13109;p2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0" name="Google Shape;13110;p2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1" name="Google Shape;13111;p2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2" name="Google Shape;13112;p2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3" name="Google Shape;13113;p2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4" name="Google Shape;13114;p2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5" name="Google Shape;13115;p2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6" name="Google Shape;13116;p2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7" name="Google Shape;13117;p2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8" name="Google Shape;13118;p2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9" name="Google Shape;13119;p2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0" name="Google Shape;13120;p2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1" name="Google Shape;13121;p2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2" name="Google Shape;13122;p2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3" name="Google Shape;13123;p2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4" name="Google Shape;13124;p2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5" name="Google Shape;13125;p2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6" name="Google Shape;13126;p2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7" name="Google Shape;13127;p2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8" name="Google Shape;13128;p2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9" name="Google Shape;13129;p2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0" name="Google Shape;13130;p2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1" name="Google Shape;13131;p2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2" name="Google Shape;13132;p2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33" name="Google Shape;13133;p26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13134" name="Google Shape;13134;p26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5" name="Google Shape;13135;p26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6" name="Google Shape;13136;p26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7" name="Google Shape;13137;p26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8" name="Google Shape;13138;p26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9" name="Google Shape;13139;p26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0" name="Google Shape;13140;p26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1" name="Google Shape;13141;p26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2" name="Google Shape;13142;p26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3" name="Google Shape;13143;p26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4" name="Google Shape;13144;p26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5" name="Google Shape;13145;p26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6" name="Google Shape;13146;p26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7" name="Google Shape;13147;p26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8" name="Google Shape;13148;p26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9" name="Google Shape;13149;p26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0" name="Google Shape;13150;p26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1" name="Google Shape;13151;p26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2" name="Google Shape;13152;p26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3" name="Google Shape;13153;p26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4" name="Google Shape;13154;p26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5" name="Google Shape;13155;p26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6" name="Google Shape;13156;p26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7" name="Google Shape;13157;p26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8" name="Google Shape;13158;p26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9" name="Google Shape;13159;p26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0" name="Google Shape;13160;p26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1" name="Google Shape;13161;p26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2" name="Google Shape;13162;p26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3" name="Google Shape;13163;p26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4" name="Google Shape;13164;p26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5" name="Google Shape;13165;p26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6" name="Google Shape;13166;p26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7" name="Google Shape;13167;p26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8" name="Google Shape;13168;p26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9" name="Google Shape;13169;p26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0" name="Google Shape;13170;p26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1" name="Google Shape;13171;p26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2" name="Google Shape;13172;p26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3" name="Google Shape;13173;p26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4" name="Google Shape;13174;p26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5" name="Google Shape;13175;p26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6" name="Google Shape;13176;p26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177" name="Google Shape;13177;p26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13178" name="Google Shape;13178;p26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13179" name="Google Shape;13179;p26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0" name="Google Shape;13180;p26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1" name="Google Shape;13181;p26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2" name="Google Shape;13182;p26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3" name="Google Shape;13183;p26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4" name="Google Shape;13184;p26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5" name="Google Shape;13185;p26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6" name="Google Shape;13186;p26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7" name="Google Shape;13187;p26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8" name="Google Shape;13188;p26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9" name="Google Shape;13189;p26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0" name="Google Shape;13190;p26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1" name="Google Shape;13191;p26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2" name="Google Shape;13192;p26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3" name="Google Shape;13193;p26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4" name="Google Shape;13194;p26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5" name="Google Shape;13195;p26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6" name="Google Shape;13196;p26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7" name="Google Shape;13197;p26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8" name="Google Shape;13198;p26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9" name="Google Shape;13199;p26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0" name="Google Shape;13200;p26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1" name="Google Shape;13201;p26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2" name="Google Shape;13202;p26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3" name="Google Shape;13203;p26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4" name="Google Shape;13204;p26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5" name="Google Shape;13205;p26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206" name="Google Shape;13206;p26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13207" name="Google Shape;13207;p26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8" name="Google Shape;13208;p26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9" name="Google Shape;13209;p26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0" name="Google Shape;13210;p26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1" name="Google Shape;13211;p26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2" name="Google Shape;13212;p26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3" name="Google Shape;13213;p26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4" name="Google Shape;13214;p26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5" name="Google Shape;13215;p26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6" name="Google Shape;13216;p26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7" name="Google Shape;13217;p26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8" name="Google Shape;13218;p26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9" name="Google Shape;13219;p26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0" name="Google Shape;13220;p26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1" name="Google Shape;13221;p26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2" name="Google Shape;13222;p26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3" name="Google Shape;13223;p26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4" name="Google Shape;13224;p26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5" name="Google Shape;13225;p26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6" name="Google Shape;13226;p26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7" name="Google Shape;13227;p26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8" name="Google Shape;13228;p26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9" name="Google Shape;13229;p26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0" name="Google Shape;13230;p26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1" name="Google Shape;13231;p26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2" name="Google Shape;13232;p26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3" name="Google Shape;13233;p26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234" name="Google Shape;13234;p26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13235" name="Google Shape;13235;p26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6" name="Google Shape;13236;p26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7" name="Google Shape;13237;p26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8" name="Google Shape;13238;p26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9" name="Google Shape;13239;p26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0" name="Google Shape;13240;p26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1" name="Google Shape;13241;p26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2" name="Google Shape;13242;p26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3" name="Google Shape;13243;p26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4" name="Google Shape;13244;p26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5" name="Google Shape;13245;p26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6" name="Google Shape;13246;p26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7" name="Google Shape;13247;p26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8" name="Google Shape;13248;p26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9" name="Google Shape;13249;p26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0" name="Google Shape;13250;p26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1" name="Google Shape;13251;p26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2" name="Google Shape;13252;p26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3" name="Google Shape;13253;p26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4" name="Google Shape;13254;p26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5" name="Google Shape;13255;p26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6" name="Google Shape;13256;p26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7" name="Google Shape;13257;p26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8" name="Google Shape;13258;p26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9" name="Google Shape;13259;p26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0" name="Google Shape;13260;p26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1" name="Google Shape;13261;p26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262" name="Google Shape;13262;p26"/>
          <p:cNvSpPr txBox="1">
            <a:spLocks noGrp="1"/>
          </p:cNvSpPr>
          <p:nvPr>
            <p:ph type="title"/>
          </p:nvPr>
        </p:nvSpPr>
        <p:spPr>
          <a:xfrm>
            <a:off x="2510400" y="896825"/>
            <a:ext cx="41232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63" name="Google Shape;13263;p26"/>
          <p:cNvSpPr txBox="1">
            <a:spLocks noGrp="1"/>
          </p:cNvSpPr>
          <p:nvPr>
            <p:ph type="subTitle" idx="1"/>
          </p:nvPr>
        </p:nvSpPr>
        <p:spPr>
          <a:xfrm>
            <a:off x="3047250" y="1944625"/>
            <a:ext cx="3049500" cy="30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3264" name="Google Shape;13264;p26"/>
          <p:cNvSpPr txBox="1">
            <a:spLocks noGrp="1"/>
          </p:cNvSpPr>
          <p:nvPr>
            <p:ph type="subTitle" idx="2"/>
          </p:nvPr>
        </p:nvSpPr>
        <p:spPr>
          <a:xfrm>
            <a:off x="3494700" y="2244475"/>
            <a:ext cx="2154600" cy="87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13265" name="Google Shape;13265;p26"/>
          <p:cNvGrpSpPr/>
          <p:nvPr/>
        </p:nvGrpSpPr>
        <p:grpSpPr>
          <a:xfrm flipH="1">
            <a:off x="8258907" y="146381"/>
            <a:ext cx="1049633" cy="523940"/>
            <a:chOff x="138482" y="584556"/>
            <a:chExt cx="1049633" cy="523940"/>
          </a:xfrm>
        </p:grpSpPr>
        <p:sp>
          <p:nvSpPr>
            <p:cNvPr id="13266" name="Google Shape;13266;p26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7" name="Google Shape;13267;p26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8" name="Google Shape;13268;p26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9" name="Google Shape;13269;p26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0" name="Google Shape;13270;p26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1" name="Google Shape;13271;p26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2" name="Google Shape;13272;p26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3" name="Google Shape;13273;p26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4" name="Google Shape;13274;p26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5" name="Google Shape;13275;p26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6" name="Google Shape;13276;p26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7" name="Google Shape;13277;p26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8" name="Google Shape;13278;p26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9" name="Google Shape;13279;p26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0" name="Google Shape;13280;p26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81" name="Google Shape;13281;p26"/>
          <p:cNvGrpSpPr/>
          <p:nvPr/>
        </p:nvGrpSpPr>
        <p:grpSpPr>
          <a:xfrm>
            <a:off x="-390468" y="2047819"/>
            <a:ext cx="1049633" cy="523940"/>
            <a:chOff x="138482" y="584556"/>
            <a:chExt cx="1049633" cy="523940"/>
          </a:xfrm>
        </p:grpSpPr>
        <p:sp>
          <p:nvSpPr>
            <p:cNvPr id="13282" name="Google Shape;13282;p26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3" name="Google Shape;13283;p26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4" name="Google Shape;13284;p26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5" name="Google Shape;13285;p26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6" name="Google Shape;13286;p26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7" name="Google Shape;13287;p26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8" name="Google Shape;13288;p26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9" name="Google Shape;13289;p26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0" name="Google Shape;13290;p26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1" name="Google Shape;13291;p26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2" name="Google Shape;13292;p26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3" name="Google Shape;13293;p26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4" name="Google Shape;13294;p26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5" name="Google Shape;13295;p26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6" name="Google Shape;13296;p26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">
    <p:spTree>
      <p:nvGrpSpPr>
        <p:cNvPr id="1" name="Shape 13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98" name="Google Shape;13298;p27"/>
          <p:cNvGrpSpPr/>
          <p:nvPr/>
        </p:nvGrpSpPr>
        <p:grpSpPr>
          <a:xfrm>
            <a:off x="-151417" y="4511474"/>
            <a:ext cx="9446833" cy="1136997"/>
            <a:chOff x="7" y="4511474"/>
            <a:chExt cx="9446833" cy="1136997"/>
          </a:xfrm>
        </p:grpSpPr>
        <p:grpSp>
          <p:nvGrpSpPr>
            <p:cNvPr id="13299" name="Google Shape;13299;p27"/>
            <p:cNvGrpSpPr/>
            <p:nvPr/>
          </p:nvGrpSpPr>
          <p:grpSpPr>
            <a:xfrm>
              <a:off x="7" y="4511474"/>
              <a:ext cx="1049633" cy="1136997"/>
              <a:chOff x="2130300" y="2121375"/>
              <a:chExt cx="212000" cy="229650"/>
            </a:xfrm>
          </p:grpSpPr>
          <p:sp>
            <p:nvSpPr>
              <p:cNvPr id="13300" name="Google Shape;13300;p2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1" name="Google Shape;13301;p2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2" name="Google Shape;13302;p2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3" name="Google Shape;13303;p2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4" name="Google Shape;13304;p2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5" name="Google Shape;13305;p2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6" name="Google Shape;13306;p2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7" name="Google Shape;13307;p2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8" name="Google Shape;13308;p2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9" name="Google Shape;13309;p2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0" name="Google Shape;13310;p2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1" name="Google Shape;13311;p2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2" name="Google Shape;13312;p2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3" name="Google Shape;13313;p2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4" name="Google Shape;13314;p2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5" name="Google Shape;13315;p2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6" name="Google Shape;13316;p2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7" name="Google Shape;13317;p2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8" name="Google Shape;13318;p2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9" name="Google Shape;13319;p2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0" name="Google Shape;13320;p2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1" name="Google Shape;13321;p2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2" name="Google Shape;13322;p2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3" name="Google Shape;13323;p2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4" name="Google Shape;13324;p2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5" name="Google Shape;13325;p2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6" name="Google Shape;13326;p2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7" name="Google Shape;13327;p2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8" name="Google Shape;13328;p2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9" name="Google Shape;13329;p2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0" name="Google Shape;13330;p2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1" name="Google Shape;13331;p2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2" name="Google Shape;13332;p2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3" name="Google Shape;13333;p2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4" name="Google Shape;13334;p2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5" name="Google Shape;13335;p2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6" name="Google Shape;13336;p2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7" name="Google Shape;13337;p2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8" name="Google Shape;13338;p2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9" name="Google Shape;13339;p2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0" name="Google Shape;13340;p2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1" name="Google Shape;13341;p2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2" name="Google Shape;13342;p2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343" name="Google Shape;13343;p27"/>
            <p:cNvGrpSpPr/>
            <p:nvPr/>
          </p:nvGrpSpPr>
          <p:grpSpPr>
            <a:xfrm>
              <a:off x="1049657" y="4511474"/>
              <a:ext cx="1049633" cy="1136997"/>
              <a:chOff x="2130300" y="2121375"/>
              <a:chExt cx="212000" cy="229650"/>
            </a:xfrm>
          </p:grpSpPr>
          <p:sp>
            <p:nvSpPr>
              <p:cNvPr id="13344" name="Google Shape;13344;p2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5" name="Google Shape;13345;p2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6" name="Google Shape;13346;p2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7" name="Google Shape;13347;p2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8" name="Google Shape;13348;p2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9" name="Google Shape;13349;p2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0" name="Google Shape;13350;p2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1" name="Google Shape;13351;p2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2" name="Google Shape;13352;p2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3" name="Google Shape;13353;p2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4" name="Google Shape;13354;p2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5" name="Google Shape;13355;p2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6" name="Google Shape;13356;p2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7" name="Google Shape;13357;p2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8" name="Google Shape;13358;p2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9" name="Google Shape;13359;p2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0" name="Google Shape;13360;p2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1" name="Google Shape;13361;p2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2" name="Google Shape;13362;p2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3" name="Google Shape;13363;p2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4" name="Google Shape;13364;p2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5" name="Google Shape;13365;p2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6" name="Google Shape;13366;p2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7" name="Google Shape;13367;p2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8" name="Google Shape;13368;p2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9" name="Google Shape;13369;p2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0" name="Google Shape;13370;p2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1" name="Google Shape;13371;p2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2" name="Google Shape;13372;p2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3" name="Google Shape;13373;p2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4" name="Google Shape;13374;p2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5" name="Google Shape;13375;p2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6" name="Google Shape;13376;p2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7" name="Google Shape;13377;p2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8" name="Google Shape;13378;p2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9" name="Google Shape;13379;p2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0" name="Google Shape;13380;p2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1" name="Google Shape;13381;p2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2" name="Google Shape;13382;p2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3" name="Google Shape;13383;p2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4" name="Google Shape;13384;p2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5" name="Google Shape;13385;p2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6" name="Google Shape;13386;p2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387" name="Google Shape;13387;p27"/>
            <p:cNvGrpSpPr/>
            <p:nvPr/>
          </p:nvGrpSpPr>
          <p:grpSpPr>
            <a:xfrm>
              <a:off x="2099307" y="4511474"/>
              <a:ext cx="1049633" cy="1136997"/>
              <a:chOff x="2130300" y="2121375"/>
              <a:chExt cx="212000" cy="229650"/>
            </a:xfrm>
          </p:grpSpPr>
          <p:sp>
            <p:nvSpPr>
              <p:cNvPr id="13388" name="Google Shape;13388;p2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9" name="Google Shape;13389;p2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0" name="Google Shape;13390;p2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1" name="Google Shape;13391;p2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2" name="Google Shape;13392;p2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3" name="Google Shape;13393;p2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4" name="Google Shape;13394;p2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5" name="Google Shape;13395;p2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6" name="Google Shape;13396;p2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7" name="Google Shape;13397;p2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8" name="Google Shape;13398;p2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9" name="Google Shape;13399;p2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0" name="Google Shape;13400;p2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1" name="Google Shape;13401;p2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2" name="Google Shape;13402;p2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3" name="Google Shape;13403;p2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4" name="Google Shape;13404;p2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5" name="Google Shape;13405;p2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6" name="Google Shape;13406;p2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7" name="Google Shape;13407;p2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8" name="Google Shape;13408;p2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9" name="Google Shape;13409;p2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0" name="Google Shape;13410;p2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1" name="Google Shape;13411;p2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2" name="Google Shape;13412;p2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3" name="Google Shape;13413;p2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4" name="Google Shape;13414;p2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5" name="Google Shape;13415;p2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6" name="Google Shape;13416;p2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7" name="Google Shape;13417;p2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8" name="Google Shape;13418;p2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9" name="Google Shape;13419;p2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0" name="Google Shape;13420;p2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1" name="Google Shape;13421;p2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2" name="Google Shape;13422;p2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3" name="Google Shape;13423;p2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4" name="Google Shape;13424;p2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5" name="Google Shape;13425;p2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6" name="Google Shape;13426;p2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7" name="Google Shape;13427;p2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8" name="Google Shape;13428;p2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9" name="Google Shape;13429;p2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0" name="Google Shape;13430;p2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31" name="Google Shape;13431;p27"/>
            <p:cNvGrpSpPr/>
            <p:nvPr/>
          </p:nvGrpSpPr>
          <p:grpSpPr>
            <a:xfrm>
              <a:off x="3148957" y="4511474"/>
              <a:ext cx="1049633" cy="1136997"/>
              <a:chOff x="2130300" y="2121375"/>
              <a:chExt cx="212000" cy="229650"/>
            </a:xfrm>
          </p:grpSpPr>
          <p:sp>
            <p:nvSpPr>
              <p:cNvPr id="13432" name="Google Shape;13432;p2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3" name="Google Shape;13433;p2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4" name="Google Shape;13434;p2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5" name="Google Shape;13435;p2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6" name="Google Shape;13436;p2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7" name="Google Shape;13437;p2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8" name="Google Shape;13438;p2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9" name="Google Shape;13439;p2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0" name="Google Shape;13440;p2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1" name="Google Shape;13441;p2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2" name="Google Shape;13442;p2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3" name="Google Shape;13443;p2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4" name="Google Shape;13444;p2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5" name="Google Shape;13445;p2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6" name="Google Shape;13446;p2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7" name="Google Shape;13447;p2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8" name="Google Shape;13448;p2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9" name="Google Shape;13449;p2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0" name="Google Shape;13450;p2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1" name="Google Shape;13451;p2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2" name="Google Shape;13452;p2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3" name="Google Shape;13453;p2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4" name="Google Shape;13454;p2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5" name="Google Shape;13455;p2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6" name="Google Shape;13456;p2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7" name="Google Shape;13457;p2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8" name="Google Shape;13458;p2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9" name="Google Shape;13459;p2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0" name="Google Shape;13460;p2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1" name="Google Shape;13461;p2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2" name="Google Shape;13462;p2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3" name="Google Shape;13463;p2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4" name="Google Shape;13464;p2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5" name="Google Shape;13465;p2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6" name="Google Shape;13466;p2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7" name="Google Shape;13467;p2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8" name="Google Shape;13468;p2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9" name="Google Shape;13469;p2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0" name="Google Shape;13470;p2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1" name="Google Shape;13471;p2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2" name="Google Shape;13472;p2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3" name="Google Shape;13473;p2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4" name="Google Shape;13474;p2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75" name="Google Shape;13475;p27"/>
            <p:cNvGrpSpPr/>
            <p:nvPr/>
          </p:nvGrpSpPr>
          <p:grpSpPr>
            <a:xfrm>
              <a:off x="4198607" y="4511474"/>
              <a:ext cx="1049633" cy="1136997"/>
              <a:chOff x="2130300" y="2121375"/>
              <a:chExt cx="212000" cy="229650"/>
            </a:xfrm>
          </p:grpSpPr>
          <p:sp>
            <p:nvSpPr>
              <p:cNvPr id="13476" name="Google Shape;13476;p2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7" name="Google Shape;13477;p2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8" name="Google Shape;13478;p2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9" name="Google Shape;13479;p2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0" name="Google Shape;13480;p2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1" name="Google Shape;13481;p2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2" name="Google Shape;13482;p2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3" name="Google Shape;13483;p2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4" name="Google Shape;13484;p2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5" name="Google Shape;13485;p2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6" name="Google Shape;13486;p2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7" name="Google Shape;13487;p2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8" name="Google Shape;13488;p2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9" name="Google Shape;13489;p2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0" name="Google Shape;13490;p2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1" name="Google Shape;13491;p2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2" name="Google Shape;13492;p2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3" name="Google Shape;13493;p2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4" name="Google Shape;13494;p2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5" name="Google Shape;13495;p2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6" name="Google Shape;13496;p2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7" name="Google Shape;13497;p2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8" name="Google Shape;13498;p2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9" name="Google Shape;13499;p2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0" name="Google Shape;13500;p2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1" name="Google Shape;13501;p2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2" name="Google Shape;13502;p2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3" name="Google Shape;13503;p2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4" name="Google Shape;13504;p2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5" name="Google Shape;13505;p2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6" name="Google Shape;13506;p2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7" name="Google Shape;13507;p2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8" name="Google Shape;13508;p2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9" name="Google Shape;13509;p2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0" name="Google Shape;13510;p2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1" name="Google Shape;13511;p2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2" name="Google Shape;13512;p2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3" name="Google Shape;13513;p2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4" name="Google Shape;13514;p2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5" name="Google Shape;13515;p2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6" name="Google Shape;13516;p2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7" name="Google Shape;13517;p2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8" name="Google Shape;13518;p2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19" name="Google Shape;13519;p27"/>
            <p:cNvGrpSpPr/>
            <p:nvPr/>
          </p:nvGrpSpPr>
          <p:grpSpPr>
            <a:xfrm>
              <a:off x="5248257" y="4511474"/>
              <a:ext cx="1049633" cy="1136997"/>
              <a:chOff x="2130300" y="2121375"/>
              <a:chExt cx="212000" cy="229650"/>
            </a:xfrm>
          </p:grpSpPr>
          <p:sp>
            <p:nvSpPr>
              <p:cNvPr id="13520" name="Google Shape;13520;p2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1" name="Google Shape;13521;p2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2" name="Google Shape;13522;p2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3" name="Google Shape;13523;p2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4" name="Google Shape;13524;p2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5" name="Google Shape;13525;p2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6" name="Google Shape;13526;p2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7" name="Google Shape;13527;p2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8" name="Google Shape;13528;p2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9" name="Google Shape;13529;p2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0" name="Google Shape;13530;p2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1" name="Google Shape;13531;p2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2" name="Google Shape;13532;p2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3" name="Google Shape;13533;p2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4" name="Google Shape;13534;p2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5" name="Google Shape;13535;p2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6" name="Google Shape;13536;p2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7" name="Google Shape;13537;p2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8" name="Google Shape;13538;p2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9" name="Google Shape;13539;p2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0" name="Google Shape;13540;p2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1" name="Google Shape;13541;p2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2" name="Google Shape;13542;p2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3" name="Google Shape;13543;p2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4" name="Google Shape;13544;p2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5" name="Google Shape;13545;p2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6" name="Google Shape;13546;p2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7" name="Google Shape;13547;p2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8" name="Google Shape;13548;p2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9" name="Google Shape;13549;p2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0" name="Google Shape;13550;p2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1" name="Google Shape;13551;p2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2" name="Google Shape;13552;p2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3" name="Google Shape;13553;p2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4" name="Google Shape;13554;p2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5" name="Google Shape;13555;p2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6" name="Google Shape;13556;p2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7" name="Google Shape;13557;p2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8" name="Google Shape;13558;p2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9" name="Google Shape;13559;p2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0" name="Google Shape;13560;p2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1" name="Google Shape;13561;p2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2" name="Google Shape;13562;p2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63" name="Google Shape;13563;p27"/>
            <p:cNvGrpSpPr/>
            <p:nvPr/>
          </p:nvGrpSpPr>
          <p:grpSpPr>
            <a:xfrm>
              <a:off x="6297907" y="4511474"/>
              <a:ext cx="1049633" cy="1136997"/>
              <a:chOff x="2130300" y="2121375"/>
              <a:chExt cx="212000" cy="229650"/>
            </a:xfrm>
          </p:grpSpPr>
          <p:sp>
            <p:nvSpPr>
              <p:cNvPr id="13564" name="Google Shape;13564;p2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5" name="Google Shape;13565;p2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6" name="Google Shape;13566;p2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7" name="Google Shape;13567;p2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8" name="Google Shape;13568;p2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9" name="Google Shape;13569;p2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0" name="Google Shape;13570;p2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1" name="Google Shape;13571;p2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2" name="Google Shape;13572;p2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3" name="Google Shape;13573;p2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4" name="Google Shape;13574;p2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5" name="Google Shape;13575;p2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6" name="Google Shape;13576;p2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7" name="Google Shape;13577;p2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8" name="Google Shape;13578;p2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9" name="Google Shape;13579;p2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0" name="Google Shape;13580;p2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1" name="Google Shape;13581;p2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2" name="Google Shape;13582;p2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3" name="Google Shape;13583;p2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4" name="Google Shape;13584;p2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5" name="Google Shape;13585;p2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6" name="Google Shape;13586;p2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7" name="Google Shape;13587;p2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8" name="Google Shape;13588;p2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9" name="Google Shape;13589;p2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0" name="Google Shape;13590;p2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1" name="Google Shape;13591;p2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2" name="Google Shape;13592;p2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3" name="Google Shape;13593;p2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4" name="Google Shape;13594;p2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5" name="Google Shape;13595;p2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6" name="Google Shape;13596;p2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7" name="Google Shape;13597;p2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8" name="Google Shape;13598;p2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9" name="Google Shape;13599;p2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0" name="Google Shape;13600;p2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1" name="Google Shape;13601;p2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2" name="Google Shape;13602;p2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3" name="Google Shape;13603;p2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4" name="Google Shape;13604;p2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5" name="Google Shape;13605;p2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6" name="Google Shape;13606;p2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07" name="Google Shape;13607;p27"/>
            <p:cNvGrpSpPr/>
            <p:nvPr/>
          </p:nvGrpSpPr>
          <p:grpSpPr>
            <a:xfrm>
              <a:off x="7347557" y="4511474"/>
              <a:ext cx="1049633" cy="1136997"/>
              <a:chOff x="2130300" y="2121375"/>
              <a:chExt cx="212000" cy="229650"/>
            </a:xfrm>
          </p:grpSpPr>
          <p:sp>
            <p:nvSpPr>
              <p:cNvPr id="13608" name="Google Shape;13608;p2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9" name="Google Shape;13609;p2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0" name="Google Shape;13610;p2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1" name="Google Shape;13611;p2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2" name="Google Shape;13612;p2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3" name="Google Shape;13613;p2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4" name="Google Shape;13614;p2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5" name="Google Shape;13615;p2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6" name="Google Shape;13616;p2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7" name="Google Shape;13617;p2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8" name="Google Shape;13618;p2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9" name="Google Shape;13619;p2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0" name="Google Shape;13620;p2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1" name="Google Shape;13621;p2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2" name="Google Shape;13622;p2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3" name="Google Shape;13623;p2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4" name="Google Shape;13624;p2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5" name="Google Shape;13625;p2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6" name="Google Shape;13626;p2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7" name="Google Shape;13627;p2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8" name="Google Shape;13628;p2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9" name="Google Shape;13629;p2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0" name="Google Shape;13630;p2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1" name="Google Shape;13631;p2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2" name="Google Shape;13632;p2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3" name="Google Shape;13633;p2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4" name="Google Shape;13634;p2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5" name="Google Shape;13635;p2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6" name="Google Shape;13636;p2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7" name="Google Shape;13637;p2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8" name="Google Shape;13638;p2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9" name="Google Shape;13639;p2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0" name="Google Shape;13640;p2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1" name="Google Shape;13641;p2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2" name="Google Shape;13642;p2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3" name="Google Shape;13643;p2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4" name="Google Shape;13644;p2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5" name="Google Shape;13645;p2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6" name="Google Shape;13646;p2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7" name="Google Shape;13647;p2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8" name="Google Shape;13648;p2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9" name="Google Shape;13649;p2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0" name="Google Shape;13650;p2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51" name="Google Shape;13651;p27"/>
            <p:cNvGrpSpPr/>
            <p:nvPr/>
          </p:nvGrpSpPr>
          <p:grpSpPr>
            <a:xfrm>
              <a:off x="8397207" y="4511474"/>
              <a:ext cx="1049633" cy="1136997"/>
              <a:chOff x="2130300" y="2121375"/>
              <a:chExt cx="212000" cy="229650"/>
            </a:xfrm>
          </p:grpSpPr>
          <p:sp>
            <p:nvSpPr>
              <p:cNvPr id="13652" name="Google Shape;13652;p27"/>
              <p:cNvSpPr/>
              <p:nvPr/>
            </p:nvSpPr>
            <p:spPr>
              <a:xfrm>
                <a:off x="2130300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3" name="Google Shape;13653;p27"/>
              <p:cNvSpPr/>
              <p:nvPr/>
            </p:nvSpPr>
            <p:spPr>
              <a:xfrm>
                <a:off x="2165550" y="2121375"/>
                <a:ext cx="17675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7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4" name="Google Shape;13654;p27"/>
              <p:cNvSpPr/>
              <p:nvPr/>
            </p:nvSpPr>
            <p:spPr>
              <a:xfrm>
                <a:off x="2253725" y="2121375"/>
                <a:ext cx="180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21" y="706"/>
                    </a:lnTo>
                    <a:lnTo>
                      <a:pt x="7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5" name="Google Shape;13655;p27"/>
              <p:cNvSpPr/>
              <p:nvPr/>
            </p:nvSpPr>
            <p:spPr>
              <a:xfrm>
                <a:off x="21655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6" name="Google Shape;13656;p27"/>
              <p:cNvSpPr/>
              <p:nvPr/>
            </p:nvSpPr>
            <p:spPr>
              <a:xfrm>
                <a:off x="2200825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7" name="Google Shape;13657;p27"/>
              <p:cNvSpPr/>
              <p:nvPr/>
            </p:nvSpPr>
            <p:spPr>
              <a:xfrm>
                <a:off x="2236100" y="2139025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8" name="Google Shape;13658;p27"/>
              <p:cNvSpPr/>
              <p:nvPr/>
            </p:nvSpPr>
            <p:spPr>
              <a:xfrm>
                <a:off x="2271750" y="2139025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9" name="Google Shape;13659;p27"/>
              <p:cNvSpPr/>
              <p:nvPr/>
            </p:nvSpPr>
            <p:spPr>
              <a:xfrm>
                <a:off x="2130300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0" name="Google Shape;13660;p27"/>
              <p:cNvSpPr/>
              <p:nvPr/>
            </p:nvSpPr>
            <p:spPr>
              <a:xfrm>
                <a:off x="21655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1" name="Google Shape;13661;p27"/>
              <p:cNvSpPr/>
              <p:nvPr/>
            </p:nvSpPr>
            <p:spPr>
              <a:xfrm>
                <a:off x="2200825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2" name="Google Shape;13662;p27"/>
              <p:cNvSpPr/>
              <p:nvPr/>
            </p:nvSpPr>
            <p:spPr>
              <a:xfrm>
                <a:off x="2236100" y="21742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3" name="Google Shape;13663;p27"/>
              <p:cNvSpPr/>
              <p:nvPr/>
            </p:nvSpPr>
            <p:spPr>
              <a:xfrm>
                <a:off x="2271750" y="21742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4" name="Google Shape;13664;p27"/>
              <p:cNvSpPr/>
              <p:nvPr/>
            </p:nvSpPr>
            <p:spPr>
              <a:xfrm>
                <a:off x="2130300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5" name="Google Shape;13665;p27"/>
              <p:cNvSpPr/>
              <p:nvPr/>
            </p:nvSpPr>
            <p:spPr>
              <a:xfrm>
                <a:off x="21655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1" y="1"/>
                    </a:moveTo>
                    <a:lnTo>
                      <a:pt x="1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6" name="Google Shape;13666;p27"/>
              <p:cNvSpPr/>
              <p:nvPr/>
            </p:nvSpPr>
            <p:spPr>
              <a:xfrm>
                <a:off x="2200825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7" name="Google Shape;13667;p27"/>
              <p:cNvSpPr/>
              <p:nvPr/>
            </p:nvSpPr>
            <p:spPr>
              <a:xfrm>
                <a:off x="2236100" y="2209550"/>
                <a:ext cx="356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26" y="1427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8" name="Google Shape;13668;p27"/>
              <p:cNvSpPr/>
              <p:nvPr/>
            </p:nvSpPr>
            <p:spPr>
              <a:xfrm>
                <a:off x="2271750" y="2209550"/>
                <a:ext cx="35300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9" name="Google Shape;13669;p27"/>
              <p:cNvSpPr/>
              <p:nvPr/>
            </p:nvSpPr>
            <p:spPr>
              <a:xfrm>
                <a:off x="2130300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0" name="Google Shape;13670;p27"/>
              <p:cNvSpPr/>
              <p:nvPr/>
            </p:nvSpPr>
            <p:spPr>
              <a:xfrm>
                <a:off x="21655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1" name="Google Shape;13671;p27"/>
              <p:cNvSpPr/>
              <p:nvPr/>
            </p:nvSpPr>
            <p:spPr>
              <a:xfrm>
                <a:off x="2200825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2" name="Google Shape;13672;p27"/>
              <p:cNvSpPr/>
              <p:nvPr/>
            </p:nvSpPr>
            <p:spPr>
              <a:xfrm>
                <a:off x="2236100" y="2245200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26" y="1412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3" name="Google Shape;13673;p27"/>
              <p:cNvSpPr/>
              <p:nvPr/>
            </p:nvSpPr>
            <p:spPr>
              <a:xfrm>
                <a:off x="2271750" y="2245200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4" name="Google Shape;13674;p27"/>
              <p:cNvSpPr/>
              <p:nvPr/>
            </p:nvSpPr>
            <p:spPr>
              <a:xfrm>
                <a:off x="2130300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5" name="Google Shape;13675;p27"/>
              <p:cNvSpPr/>
              <p:nvPr/>
            </p:nvSpPr>
            <p:spPr>
              <a:xfrm>
                <a:off x="21655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1" y="1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6" name="Google Shape;13676;p27"/>
              <p:cNvSpPr/>
              <p:nvPr/>
            </p:nvSpPr>
            <p:spPr>
              <a:xfrm>
                <a:off x="2200825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7" name="Google Shape;13677;p27"/>
              <p:cNvSpPr/>
              <p:nvPr/>
            </p:nvSpPr>
            <p:spPr>
              <a:xfrm>
                <a:off x="2236100" y="2280475"/>
                <a:ext cx="356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8" name="Google Shape;13678;p27"/>
              <p:cNvSpPr/>
              <p:nvPr/>
            </p:nvSpPr>
            <p:spPr>
              <a:xfrm>
                <a:off x="2271750" y="2280475"/>
                <a:ext cx="35300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9" name="Google Shape;13679;p27"/>
              <p:cNvSpPr/>
              <p:nvPr/>
            </p:nvSpPr>
            <p:spPr>
              <a:xfrm>
                <a:off x="2130300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0" name="Google Shape;13680;p27"/>
              <p:cNvSpPr/>
              <p:nvPr/>
            </p:nvSpPr>
            <p:spPr>
              <a:xfrm>
                <a:off x="21655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1" y="0"/>
                    </a:moveTo>
                    <a:lnTo>
                      <a:pt x="1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1" name="Google Shape;13681;p27"/>
              <p:cNvSpPr/>
              <p:nvPr/>
            </p:nvSpPr>
            <p:spPr>
              <a:xfrm>
                <a:off x="2200825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2" name="Google Shape;13682;p27"/>
              <p:cNvSpPr/>
              <p:nvPr/>
            </p:nvSpPr>
            <p:spPr>
              <a:xfrm>
                <a:off x="2236100" y="2315750"/>
                <a:ext cx="356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27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26" y="141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3" name="Google Shape;13683;p27"/>
              <p:cNvSpPr/>
              <p:nvPr/>
            </p:nvSpPr>
            <p:spPr>
              <a:xfrm>
                <a:off x="2271750" y="2315750"/>
                <a:ext cx="353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4" name="Google Shape;13684;p27"/>
              <p:cNvSpPr/>
              <p:nvPr/>
            </p:nvSpPr>
            <p:spPr>
              <a:xfrm>
                <a:off x="2307025" y="2139025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5" name="Google Shape;13685;p27"/>
              <p:cNvSpPr/>
              <p:nvPr/>
            </p:nvSpPr>
            <p:spPr>
              <a:xfrm>
                <a:off x="2307025" y="21742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6" name="Google Shape;13686;p27"/>
              <p:cNvSpPr/>
              <p:nvPr/>
            </p:nvSpPr>
            <p:spPr>
              <a:xfrm>
                <a:off x="2307025" y="2209550"/>
                <a:ext cx="35275" cy="356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27" extrusionOk="0">
                    <a:moveTo>
                      <a:pt x="0" y="1"/>
                    </a:moveTo>
                    <a:lnTo>
                      <a:pt x="0" y="1427"/>
                    </a:lnTo>
                    <a:lnTo>
                      <a:pt x="1411" y="1427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7" name="Google Shape;13687;p27"/>
              <p:cNvSpPr/>
              <p:nvPr/>
            </p:nvSpPr>
            <p:spPr>
              <a:xfrm>
                <a:off x="2307025" y="2245200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2"/>
                    </a:lnTo>
                    <a:lnTo>
                      <a:pt x="1411" y="1412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8" name="Google Shape;13688;p27"/>
              <p:cNvSpPr/>
              <p:nvPr/>
            </p:nvSpPr>
            <p:spPr>
              <a:xfrm>
                <a:off x="2307025" y="2280475"/>
                <a:ext cx="35275" cy="3530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2" extrusionOk="0">
                    <a:moveTo>
                      <a:pt x="0" y="1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rgbClr val="7F5A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9" name="Google Shape;13689;p27"/>
              <p:cNvSpPr/>
              <p:nvPr/>
            </p:nvSpPr>
            <p:spPr>
              <a:xfrm>
                <a:off x="2307025" y="2315750"/>
                <a:ext cx="35275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411" extrusionOk="0">
                    <a:moveTo>
                      <a:pt x="0" y="0"/>
                    </a:moveTo>
                    <a:lnTo>
                      <a:pt x="0" y="1411"/>
                    </a:lnTo>
                    <a:lnTo>
                      <a:pt x="1411" y="1411"/>
                    </a:lnTo>
                    <a:lnTo>
                      <a:pt x="1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0" name="Google Shape;13690;p27"/>
              <p:cNvSpPr/>
              <p:nvPr/>
            </p:nvSpPr>
            <p:spPr>
              <a:xfrm>
                <a:off x="2307025" y="212137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0" y="1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1"/>
                    </a:lnTo>
                    <a:close/>
                  </a:path>
                </a:pathLst>
              </a:custGeom>
              <a:solidFill>
                <a:srgbClr val="80A1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1" name="Google Shape;13691;p27"/>
              <p:cNvSpPr/>
              <p:nvPr/>
            </p:nvSpPr>
            <p:spPr>
              <a:xfrm>
                <a:off x="2236100" y="2262850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0" y="0"/>
                    </a:moveTo>
                    <a:lnTo>
                      <a:pt x="0" y="706"/>
                    </a:lnTo>
                    <a:lnTo>
                      <a:pt x="705" y="706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2" name="Google Shape;13692;p27"/>
              <p:cNvSpPr/>
              <p:nvPr/>
            </p:nvSpPr>
            <p:spPr>
              <a:xfrm>
                <a:off x="2298000" y="2271475"/>
                <a:ext cx="176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6" extrusionOk="0">
                    <a:moveTo>
                      <a:pt x="1" y="0"/>
                    </a:moveTo>
                    <a:lnTo>
                      <a:pt x="1" y="705"/>
                    </a:lnTo>
                    <a:lnTo>
                      <a:pt x="706" y="705"/>
                    </a:lnTo>
                    <a:lnTo>
                      <a:pt x="70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3" name="Google Shape;13693;p27"/>
              <p:cNvSpPr/>
              <p:nvPr/>
            </p:nvSpPr>
            <p:spPr>
              <a:xfrm>
                <a:off x="2192200" y="2200925"/>
                <a:ext cx="17650" cy="1767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07" extrusionOk="0">
                    <a:moveTo>
                      <a:pt x="1" y="1"/>
                    </a:moveTo>
                    <a:lnTo>
                      <a:pt x="1" y="706"/>
                    </a:lnTo>
                    <a:lnTo>
                      <a:pt x="706" y="706"/>
                    </a:lnTo>
                    <a:lnTo>
                      <a:pt x="70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4" name="Google Shape;13694;p27"/>
              <p:cNvSpPr/>
              <p:nvPr/>
            </p:nvSpPr>
            <p:spPr>
              <a:xfrm>
                <a:off x="2156550" y="2271475"/>
                <a:ext cx="18050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06" extrusionOk="0">
                    <a:moveTo>
                      <a:pt x="0" y="0"/>
                    </a:moveTo>
                    <a:lnTo>
                      <a:pt x="0" y="705"/>
                    </a:lnTo>
                    <a:lnTo>
                      <a:pt x="721" y="705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695" name="Google Shape;13695;p27"/>
          <p:cNvGrpSpPr/>
          <p:nvPr/>
        </p:nvGrpSpPr>
        <p:grpSpPr>
          <a:xfrm>
            <a:off x="256301" y="147620"/>
            <a:ext cx="926943" cy="228568"/>
            <a:chOff x="256301" y="147620"/>
            <a:chExt cx="926943" cy="228568"/>
          </a:xfrm>
        </p:grpSpPr>
        <p:grpSp>
          <p:nvGrpSpPr>
            <p:cNvPr id="13696" name="Google Shape;13696;p27"/>
            <p:cNvGrpSpPr/>
            <p:nvPr/>
          </p:nvGrpSpPr>
          <p:grpSpPr>
            <a:xfrm>
              <a:off x="256301" y="147620"/>
              <a:ext cx="266546" cy="228568"/>
              <a:chOff x="256301" y="147620"/>
              <a:chExt cx="266546" cy="228568"/>
            </a:xfrm>
          </p:grpSpPr>
          <p:sp>
            <p:nvSpPr>
              <p:cNvPr id="13697" name="Google Shape;13697;p27"/>
              <p:cNvSpPr/>
              <p:nvPr/>
            </p:nvSpPr>
            <p:spPr>
              <a:xfrm>
                <a:off x="294309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8" name="Google Shape;13698;p27"/>
              <p:cNvSpPr/>
              <p:nvPr/>
            </p:nvSpPr>
            <p:spPr>
              <a:xfrm>
                <a:off x="332318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9" name="Google Shape;13699;p27"/>
              <p:cNvSpPr/>
              <p:nvPr/>
            </p:nvSpPr>
            <p:spPr>
              <a:xfrm>
                <a:off x="408821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0" name="Google Shape;13700;p27"/>
              <p:cNvSpPr/>
              <p:nvPr/>
            </p:nvSpPr>
            <p:spPr>
              <a:xfrm>
                <a:off x="446829" y="147620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1" name="Google Shape;13701;p27"/>
              <p:cNvSpPr/>
              <p:nvPr/>
            </p:nvSpPr>
            <p:spPr>
              <a:xfrm>
                <a:off x="25630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2" name="Google Shape;13702;p27"/>
              <p:cNvSpPr/>
              <p:nvPr/>
            </p:nvSpPr>
            <p:spPr>
              <a:xfrm>
                <a:off x="29430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C5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3" name="Google Shape;13703;p27"/>
              <p:cNvSpPr/>
              <p:nvPr/>
            </p:nvSpPr>
            <p:spPr>
              <a:xfrm>
                <a:off x="33231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4" name="Google Shape;13704;p27"/>
              <p:cNvSpPr/>
              <p:nvPr/>
            </p:nvSpPr>
            <p:spPr>
              <a:xfrm>
                <a:off x="370327" y="18562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5" name="Google Shape;13705;p27"/>
              <p:cNvSpPr/>
              <p:nvPr/>
            </p:nvSpPr>
            <p:spPr>
              <a:xfrm>
                <a:off x="408821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6" name="Google Shape;13706;p27"/>
              <p:cNvSpPr/>
              <p:nvPr/>
            </p:nvSpPr>
            <p:spPr>
              <a:xfrm>
                <a:off x="446829" y="185628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7" name="Google Shape;13707;p27"/>
              <p:cNvSpPr/>
              <p:nvPr/>
            </p:nvSpPr>
            <p:spPr>
              <a:xfrm>
                <a:off x="484808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8" name="Google Shape;13708;p27"/>
              <p:cNvSpPr/>
              <p:nvPr/>
            </p:nvSpPr>
            <p:spPr>
              <a:xfrm>
                <a:off x="25630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9" name="Google Shape;13709;p27"/>
              <p:cNvSpPr/>
              <p:nvPr/>
            </p:nvSpPr>
            <p:spPr>
              <a:xfrm>
                <a:off x="29430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0" name="Google Shape;13710;p27"/>
              <p:cNvSpPr/>
              <p:nvPr/>
            </p:nvSpPr>
            <p:spPr>
              <a:xfrm>
                <a:off x="33231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E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1" name="Google Shape;13711;p27"/>
              <p:cNvSpPr/>
              <p:nvPr/>
            </p:nvSpPr>
            <p:spPr>
              <a:xfrm>
                <a:off x="370327" y="223637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2" name="Google Shape;13712;p27"/>
              <p:cNvSpPr/>
              <p:nvPr/>
            </p:nvSpPr>
            <p:spPr>
              <a:xfrm>
                <a:off x="408821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3" name="Google Shape;13713;p27"/>
              <p:cNvSpPr/>
              <p:nvPr/>
            </p:nvSpPr>
            <p:spPr>
              <a:xfrm>
                <a:off x="446829" y="223637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54" y="1255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4" name="Google Shape;13714;p27"/>
              <p:cNvSpPr/>
              <p:nvPr/>
            </p:nvSpPr>
            <p:spPr>
              <a:xfrm>
                <a:off x="484808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5" name="Google Shape;13715;p27"/>
              <p:cNvSpPr/>
              <p:nvPr/>
            </p:nvSpPr>
            <p:spPr>
              <a:xfrm>
                <a:off x="29430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6" name="Google Shape;13716;p27"/>
              <p:cNvSpPr/>
              <p:nvPr/>
            </p:nvSpPr>
            <p:spPr>
              <a:xfrm>
                <a:off x="332318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7" name="Google Shape;13717;p27"/>
              <p:cNvSpPr/>
              <p:nvPr/>
            </p:nvSpPr>
            <p:spPr>
              <a:xfrm>
                <a:off x="370327" y="261646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BB3D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8" name="Google Shape;13718;p27"/>
              <p:cNvSpPr/>
              <p:nvPr/>
            </p:nvSpPr>
            <p:spPr>
              <a:xfrm>
                <a:off x="408821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9" name="Google Shape;13719;p27"/>
              <p:cNvSpPr/>
              <p:nvPr/>
            </p:nvSpPr>
            <p:spPr>
              <a:xfrm>
                <a:off x="446829" y="261646"/>
                <a:ext cx="3800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55" extrusionOk="0">
                    <a:moveTo>
                      <a:pt x="0" y="1"/>
                    </a:moveTo>
                    <a:lnTo>
                      <a:pt x="0" y="1254"/>
                    </a:lnTo>
                    <a:lnTo>
                      <a:pt x="1254" y="1254"/>
                    </a:lnTo>
                    <a:lnTo>
                      <a:pt x="1254" y="1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0" name="Google Shape;13720;p27"/>
              <p:cNvSpPr/>
              <p:nvPr/>
            </p:nvSpPr>
            <p:spPr>
              <a:xfrm>
                <a:off x="332318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1" name="Google Shape;13721;p27"/>
              <p:cNvSpPr/>
              <p:nvPr/>
            </p:nvSpPr>
            <p:spPr>
              <a:xfrm>
                <a:off x="370327" y="299654"/>
                <a:ext cx="38524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70" y="127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2" name="Google Shape;13722;p27"/>
              <p:cNvSpPr/>
              <p:nvPr/>
            </p:nvSpPr>
            <p:spPr>
              <a:xfrm>
                <a:off x="408821" y="299654"/>
                <a:ext cx="3800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4" h="1271" extrusionOk="0">
                    <a:moveTo>
                      <a:pt x="0" y="0"/>
                    </a:moveTo>
                    <a:lnTo>
                      <a:pt x="0" y="1270"/>
                    </a:lnTo>
                    <a:lnTo>
                      <a:pt x="1254" y="1270"/>
                    </a:lnTo>
                    <a:lnTo>
                      <a:pt x="1254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3" name="Google Shape;13723;p27"/>
              <p:cNvSpPr/>
              <p:nvPr/>
            </p:nvSpPr>
            <p:spPr>
              <a:xfrm>
                <a:off x="370327" y="338148"/>
                <a:ext cx="3852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1255" extrusionOk="0">
                    <a:moveTo>
                      <a:pt x="0" y="0"/>
                    </a:moveTo>
                    <a:lnTo>
                      <a:pt x="0" y="1254"/>
                    </a:lnTo>
                    <a:lnTo>
                      <a:pt x="1270" y="1254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rgbClr val="B7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724" name="Google Shape;13724;p27"/>
            <p:cNvGrpSpPr/>
            <p:nvPr/>
          </p:nvGrpSpPr>
          <p:grpSpPr>
            <a:xfrm>
              <a:off x="586498" y="147620"/>
              <a:ext cx="266546" cy="228568"/>
              <a:chOff x="586498" y="147620"/>
              <a:chExt cx="266546" cy="228568"/>
            </a:xfrm>
          </p:grpSpPr>
          <p:sp>
            <p:nvSpPr>
              <p:cNvPr id="13725" name="Google Shape;13725;p27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6" name="Google Shape;13726;p27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7" name="Google Shape;13727;p27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8" name="Google Shape;13728;p27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9" name="Google Shape;13729;p27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0" name="Google Shape;13730;p27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1" name="Google Shape;13731;p27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2" name="Google Shape;13732;p27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3" name="Google Shape;13733;p27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4" name="Google Shape;13734;p27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5" name="Google Shape;13735;p27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6" name="Google Shape;13736;p27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7" name="Google Shape;13737;p27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8" name="Google Shape;13738;p27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9" name="Google Shape;13739;p27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0" name="Google Shape;13740;p27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1" name="Google Shape;13741;p27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2" name="Google Shape;13742;p27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3" name="Google Shape;13743;p27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4" name="Google Shape;13744;p27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5" name="Google Shape;13745;p27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6" name="Google Shape;13746;p27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7" name="Google Shape;13747;p27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8" name="Google Shape;13748;p27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9" name="Google Shape;13749;p27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0" name="Google Shape;13750;p27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1" name="Google Shape;13751;p27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752" name="Google Shape;13752;p27"/>
            <p:cNvGrpSpPr/>
            <p:nvPr/>
          </p:nvGrpSpPr>
          <p:grpSpPr>
            <a:xfrm>
              <a:off x="916698" y="147620"/>
              <a:ext cx="266546" cy="228568"/>
              <a:chOff x="586498" y="147620"/>
              <a:chExt cx="266546" cy="228568"/>
            </a:xfrm>
          </p:grpSpPr>
          <p:sp>
            <p:nvSpPr>
              <p:cNvPr id="13753" name="Google Shape;13753;p27"/>
              <p:cNvSpPr/>
              <p:nvPr/>
            </p:nvSpPr>
            <p:spPr>
              <a:xfrm>
                <a:off x="624961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4" name="Google Shape;13754;p27"/>
              <p:cNvSpPr/>
              <p:nvPr/>
            </p:nvSpPr>
            <p:spPr>
              <a:xfrm>
                <a:off x="662970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5" name="Google Shape;13755;p27"/>
              <p:cNvSpPr/>
              <p:nvPr/>
            </p:nvSpPr>
            <p:spPr>
              <a:xfrm>
                <a:off x="738987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6" name="Google Shape;13756;p27"/>
              <p:cNvSpPr/>
              <p:nvPr/>
            </p:nvSpPr>
            <p:spPr>
              <a:xfrm>
                <a:off x="776996" y="147620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7" name="Google Shape;13757;p27"/>
              <p:cNvSpPr/>
              <p:nvPr/>
            </p:nvSpPr>
            <p:spPr>
              <a:xfrm>
                <a:off x="586498" y="185628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8" name="Google Shape;13758;p27"/>
              <p:cNvSpPr/>
              <p:nvPr/>
            </p:nvSpPr>
            <p:spPr>
              <a:xfrm>
                <a:off x="624961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7C97A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9" name="Google Shape;13759;p27"/>
              <p:cNvSpPr/>
              <p:nvPr/>
            </p:nvSpPr>
            <p:spPr>
              <a:xfrm>
                <a:off x="662970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0" name="Google Shape;13760;p27"/>
              <p:cNvSpPr/>
              <p:nvPr/>
            </p:nvSpPr>
            <p:spPr>
              <a:xfrm>
                <a:off x="700979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1" name="Google Shape;13761;p27"/>
              <p:cNvSpPr/>
              <p:nvPr/>
            </p:nvSpPr>
            <p:spPr>
              <a:xfrm>
                <a:off x="738987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2" name="Google Shape;13762;p27"/>
              <p:cNvSpPr/>
              <p:nvPr/>
            </p:nvSpPr>
            <p:spPr>
              <a:xfrm>
                <a:off x="776996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3" name="Google Shape;13763;p27"/>
              <p:cNvSpPr/>
              <p:nvPr/>
            </p:nvSpPr>
            <p:spPr>
              <a:xfrm>
                <a:off x="815005" y="18562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4" name="Google Shape;13764;p27"/>
              <p:cNvSpPr/>
              <p:nvPr/>
            </p:nvSpPr>
            <p:spPr>
              <a:xfrm>
                <a:off x="586498" y="223637"/>
                <a:ext cx="38494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255" extrusionOk="0">
                    <a:moveTo>
                      <a:pt x="0" y="1"/>
                    </a:moveTo>
                    <a:lnTo>
                      <a:pt x="0" y="1255"/>
                    </a:lnTo>
                    <a:lnTo>
                      <a:pt x="1270" y="1255"/>
                    </a:lnTo>
                    <a:lnTo>
                      <a:pt x="1270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5" name="Google Shape;13765;p27"/>
              <p:cNvSpPr/>
              <p:nvPr/>
            </p:nvSpPr>
            <p:spPr>
              <a:xfrm>
                <a:off x="624961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6" name="Google Shape;13766;p27"/>
              <p:cNvSpPr/>
              <p:nvPr/>
            </p:nvSpPr>
            <p:spPr>
              <a:xfrm>
                <a:off x="662970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617D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7" name="Google Shape;13767;p27"/>
              <p:cNvSpPr/>
              <p:nvPr/>
            </p:nvSpPr>
            <p:spPr>
              <a:xfrm>
                <a:off x="700979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8" name="Google Shape;13768;p27"/>
              <p:cNvSpPr/>
              <p:nvPr/>
            </p:nvSpPr>
            <p:spPr>
              <a:xfrm>
                <a:off x="738987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9" name="Google Shape;13769;p27"/>
              <p:cNvSpPr/>
              <p:nvPr/>
            </p:nvSpPr>
            <p:spPr>
              <a:xfrm>
                <a:off x="776996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0" name="Google Shape;13770;p27"/>
              <p:cNvSpPr/>
              <p:nvPr/>
            </p:nvSpPr>
            <p:spPr>
              <a:xfrm>
                <a:off x="815005" y="223637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5"/>
                    </a:lnTo>
                    <a:lnTo>
                      <a:pt x="1255" y="1255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1" name="Google Shape;13771;p27"/>
              <p:cNvSpPr/>
              <p:nvPr/>
            </p:nvSpPr>
            <p:spPr>
              <a:xfrm>
                <a:off x="624961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2" name="Google Shape;13772;p27"/>
              <p:cNvSpPr/>
              <p:nvPr/>
            </p:nvSpPr>
            <p:spPr>
              <a:xfrm>
                <a:off x="662970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3" name="Google Shape;13773;p27"/>
              <p:cNvSpPr/>
              <p:nvPr/>
            </p:nvSpPr>
            <p:spPr>
              <a:xfrm>
                <a:off x="700979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rgbClr val="58738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4" name="Google Shape;13774;p27"/>
              <p:cNvSpPr/>
              <p:nvPr/>
            </p:nvSpPr>
            <p:spPr>
              <a:xfrm>
                <a:off x="738987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5" name="Google Shape;13775;p27"/>
              <p:cNvSpPr/>
              <p:nvPr/>
            </p:nvSpPr>
            <p:spPr>
              <a:xfrm>
                <a:off x="776996" y="261646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1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6" name="Google Shape;13776;p27"/>
              <p:cNvSpPr/>
              <p:nvPr/>
            </p:nvSpPr>
            <p:spPr>
              <a:xfrm>
                <a:off x="662970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7" name="Google Shape;13777;p27"/>
              <p:cNvSpPr/>
              <p:nvPr/>
            </p:nvSpPr>
            <p:spPr>
              <a:xfrm>
                <a:off x="700979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8" name="Google Shape;13778;p27"/>
              <p:cNvSpPr/>
              <p:nvPr/>
            </p:nvSpPr>
            <p:spPr>
              <a:xfrm>
                <a:off x="738987" y="299654"/>
                <a:ext cx="38039" cy="38524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71" extrusionOk="0">
                    <a:moveTo>
                      <a:pt x="1" y="0"/>
                    </a:moveTo>
                    <a:lnTo>
                      <a:pt x="1" y="1270"/>
                    </a:lnTo>
                    <a:lnTo>
                      <a:pt x="1255" y="1270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9" name="Google Shape;13779;p27"/>
              <p:cNvSpPr/>
              <p:nvPr/>
            </p:nvSpPr>
            <p:spPr>
              <a:xfrm>
                <a:off x="700979" y="338148"/>
                <a:ext cx="38039" cy="38039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255" extrusionOk="0">
                    <a:moveTo>
                      <a:pt x="1" y="0"/>
                    </a:moveTo>
                    <a:lnTo>
                      <a:pt x="1" y="1254"/>
                    </a:lnTo>
                    <a:lnTo>
                      <a:pt x="1255" y="1254"/>
                    </a:lnTo>
                    <a:lnTo>
                      <a:pt x="125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80" name="Google Shape;13780;p27"/>
          <p:cNvGrpSpPr/>
          <p:nvPr/>
        </p:nvGrpSpPr>
        <p:grpSpPr>
          <a:xfrm>
            <a:off x="8581282" y="539994"/>
            <a:ext cx="1049633" cy="523940"/>
            <a:chOff x="138482" y="584556"/>
            <a:chExt cx="1049633" cy="523940"/>
          </a:xfrm>
        </p:grpSpPr>
        <p:sp>
          <p:nvSpPr>
            <p:cNvPr id="13781" name="Google Shape;13781;p27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2" name="Google Shape;13782;p27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3" name="Google Shape;13783;p27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4" name="Google Shape;13784;p27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5" name="Google Shape;13785;p27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6" name="Google Shape;13786;p27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7" name="Google Shape;13787;p27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8" name="Google Shape;13788;p27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9" name="Google Shape;13789;p27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0" name="Google Shape;13790;p27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1" name="Google Shape;13791;p27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2" name="Google Shape;13792;p27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3" name="Google Shape;13793;p27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4" name="Google Shape;13794;p27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5" name="Google Shape;13795;p27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96" name="Google Shape;13796;p27"/>
          <p:cNvGrpSpPr/>
          <p:nvPr/>
        </p:nvGrpSpPr>
        <p:grpSpPr>
          <a:xfrm flipH="1">
            <a:off x="-463618" y="3516531"/>
            <a:ext cx="1049633" cy="523940"/>
            <a:chOff x="138482" y="584556"/>
            <a:chExt cx="1049633" cy="523940"/>
          </a:xfrm>
        </p:grpSpPr>
        <p:sp>
          <p:nvSpPr>
            <p:cNvPr id="13797" name="Google Shape;13797;p27"/>
            <p:cNvSpPr/>
            <p:nvPr/>
          </p:nvSpPr>
          <p:spPr>
            <a:xfrm>
              <a:off x="487659" y="584556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11" y="1412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8" name="Google Shape;13798;p27"/>
            <p:cNvSpPr/>
            <p:nvPr/>
          </p:nvSpPr>
          <p:spPr>
            <a:xfrm>
              <a:off x="662309" y="584556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2"/>
                  </a:lnTo>
                  <a:lnTo>
                    <a:pt x="1426" y="1412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9" name="Google Shape;13799;p27"/>
            <p:cNvSpPr/>
            <p:nvPr/>
          </p:nvSpPr>
          <p:spPr>
            <a:xfrm>
              <a:off x="31300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1" y="1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0" name="Google Shape;13800;p27"/>
            <p:cNvSpPr/>
            <p:nvPr/>
          </p:nvSpPr>
          <p:spPr>
            <a:xfrm>
              <a:off x="487659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1" name="Google Shape;13801;p27"/>
            <p:cNvSpPr/>
            <p:nvPr/>
          </p:nvSpPr>
          <p:spPr>
            <a:xfrm>
              <a:off x="662309" y="759203"/>
              <a:ext cx="176630" cy="174770"/>
            </a:xfrm>
            <a:custGeom>
              <a:avLst/>
              <a:gdLst/>
              <a:ahLst/>
              <a:cxnLst/>
              <a:rect l="l" t="t" r="r" b="b"/>
              <a:pathLst>
                <a:path w="1427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2" name="Google Shape;13802;p27"/>
            <p:cNvSpPr/>
            <p:nvPr/>
          </p:nvSpPr>
          <p:spPr>
            <a:xfrm>
              <a:off x="838815" y="759203"/>
              <a:ext cx="174774" cy="174770"/>
            </a:xfrm>
            <a:custGeom>
              <a:avLst/>
              <a:gdLst/>
              <a:ahLst/>
              <a:cxnLst/>
              <a:rect l="l" t="t" r="r" b="b"/>
              <a:pathLst>
                <a:path w="1412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3" name="Google Shape;13803;p27"/>
            <p:cNvSpPr/>
            <p:nvPr/>
          </p:nvSpPr>
          <p:spPr>
            <a:xfrm>
              <a:off x="138482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4" name="Google Shape;13804;p27"/>
            <p:cNvSpPr/>
            <p:nvPr/>
          </p:nvSpPr>
          <p:spPr>
            <a:xfrm>
              <a:off x="31300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1" y="0"/>
                  </a:moveTo>
                  <a:lnTo>
                    <a:pt x="1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5" name="Google Shape;13805;p27"/>
            <p:cNvSpPr/>
            <p:nvPr/>
          </p:nvSpPr>
          <p:spPr>
            <a:xfrm>
              <a:off x="487659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6" name="Google Shape;13806;p27"/>
            <p:cNvSpPr/>
            <p:nvPr/>
          </p:nvSpPr>
          <p:spPr>
            <a:xfrm>
              <a:off x="662309" y="933849"/>
              <a:ext cx="176630" cy="174647"/>
            </a:xfrm>
            <a:custGeom>
              <a:avLst/>
              <a:gdLst/>
              <a:ahLst/>
              <a:cxnLst/>
              <a:rect l="l" t="t" r="r" b="b"/>
              <a:pathLst>
                <a:path w="1427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26" y="1411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7" name="Google Shape;13807;p27"/>
            <p:cNvSpPr/>
            <p:nvPr/>
          </p:nvSpPr>
          <p:spPr>
            <a:xfrm>
              <a:off x="838815" y="933849"/>
              <a:ext cx="174774" cy="174647"/>
            </a:xfrm>
            <a:custGeom>
              <a:avLst/>
              <a:gdLst/>
              <a:ahLst/>
              <a:cxnLst/>
              <a:rect l="l" t="t" r="r" b="b"/>
              <a:pathLst>
                <a:path w="1412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8" name="Google Shape;13808;p27"/>
            <p:cNvSpPr/>
            <p:nvPr/>
          </p:nvSpPr>
          <p:spPr>
            <a:xfrm>
              <a:off x="1013466" y="759203"/>
              <a:ext cx="174650" cy="174770"/>
            </a:xfrm>
            <a:custGeom>
              <a:avLst/>
              <a:gdLst/>
              <a:ahLst/>
              <a:cxnLst/>
              <a:rect l="l" t="t" r="r" b="b"/>
              <a:pathLst>
                <a:path w="1411" h="1412" extrusionOk="0">
                  <a:moveTo>
                    <a:pt x="0" y="1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1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9" name="Google Shape;13809;p27"/>
            <p:cNvSpPr/>
            <p:nvPr/>
          </p:nvSpPr>
          <p:spPr>
            <a:xfrm>
              <a:off x="1013466" y="933849"/>
              <a:ext cx="174650" cy="174647"/>
            </a:xfrm>
            <a:custGeom>
              <a:avLst/>
              <a:gdLst/>
              <a:ahLst/>
              <a:cxnLst/>
              <a:rect l="l" t="t" r="r" b="b"/>
              <a:pathLst>
                <a:path w="1411" h="1411" extrusionOk="0">
                  <a:moveTo>
                    <a:pt x="0" y="0"/>
                  </a:moveTo>
                  <a:lnTo>
                    <a:pt x="0" y="1411"/>
                  </a:lnTo>
                  <a:lnTo>
                    <a:pt x="1411" y="1411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0" name="Google Shape;13810;p27"/>
            <p:cNvSpPr/>
            <p:nvPr/>
          </p:nvSpPr>
          <p:spPr>
            <a:xfrm>
              <a:off x="662309" y="671941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0" y="0"/>
                  </a:moveTo>
                  <a:lnTo>
                    <a:pt x="0" y="706"/>
                  </a:lnTo>
                  <a:lnTo>
                    <a:pt x="705" y="706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1" name="Google Shape;13811;p27"/>
            <p:cNvSpPr/>
            <p:nvPr/>
          </p:nvSpPr>
          <p:spPr>
            <a:xfrm>
              <a:off x="968782" y="714644"/>
              <a:ext cx="87387" cy="87385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1" y="0"/>
                  </a:moveTo>
                  <a:lnTo>
                    <a:pt x="1" y="705"/>
                  </a:lnTo>
                  <a:lnTo>
                    <a:pt x="706" y="705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ess Start 2P"/>
              <a:buNone/>
              <a:defRPr sz="20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dvent Pro Medium"/>
              <a:buChar char="●"/>
              <a:defRPr sz="1600">
                <a:solidFill>
                  <a:schemeClr val="dk2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dvent Pro Medium"/>
              <a:buChar char="○"/>
              <a:defRPr sz="1600">
                <a:solidFill>
                  <a:schemeClr val="dk2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dvent Pro Medium"/>
              <a:buChar char="■"/>
              <a:defRPr sz="1600">
                <a:solidFill>
                  <a:schemeClr val="dk2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dvent Pro Medium"/>
              <a:buChar char="●"/>
              <a:defRPr sz="1600">
                <a:solidFill>
                  <a:schemeClr val="dk2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dvent Pro Medium"/>
              <a:buChar char="○"/>
              <a:defRPr sz="1600">
                <a:solidFill>
                  <a:schemeClr val="dk2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dvent Pro Medium"/>
              <a:buChar char="■"/>
              <a:defRPr sz="1600">
                <a:solidFill>
                  <a:schemeClr val="dk2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dvent Pro Medium"/>
              <a:buChar char="●"/>
              <a:defRPr sz="1600">
                <a:solidFill>
                  <a:schemeClr val="dk2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dvent Pro Medium"/>
              <a:buChar char="○"/>
              <a:defRPr sz="1600">
                <a:solidFill>
                  <a:schemeClr val="dk2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Advent Pro Medium"/>
              <a:buChar char="■"/>
              <a:defRPr sz="1600">
                <a:solidFill>
                  <a:schemeClr val="dk2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4KuLslq2Uv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6" name="Google Shape;13816;p28"/>
          <p:cNvSpPr txBox="1">
            <a:spLocks noGrp="1"/>
          </p:cNvSpPr>
          <p:nvPr>
            <p:ph type="ctrTitle"/>
          </p:nvPr>
        </p:nvSpPr>
        <p:spPr>
          <a:xfrm>
            <a:off x="1868250" y="1099850"/>
            <a:ext cx="5407500" cy="175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3700" dirty="0"/>
              <a:t>Mobile App Development 02</a:t>
            </a:r>
            <a:endParaRPr sz="3700" dirty="0"/>
          </a:p>
        </p:txBody>
      </p:sp>
      <p:sp>
        <p:nvSpPr>
          <p:cNvPr id="13817" name="Google Shape;13817;p28"/>
          <p:cNvSpPr txBox="1">
            <a:spLocks noGrp="1"/>
          </p:cNvSpPr>
          <p:nvPr>
            <p:ph type="subTitle" idx="1"/>
          </p:nvPr>
        </p:nvSpPr>
        <p:spPr>
          <a:xfrm>
            <a:off x="1868250" y="2856050"/>
            <a:ext cx="5407500" cy="538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中二 電腦認知科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8" name="Google Shape;13828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Space Invaders</a:t>
            </a:r>
            <a:endParaRPr/>
          </a:p>
        </p:txBody>
      </p:sp>
      <p:sp>
        <p:nvSpPr>
          <p:cNvPr id="13829" name="Google Shape;13829;p30"/>
          <p:cNvSpPr txBox="1">
            <a:spLocks noGrp="1"/>
          </p:cNvSpPr>
          <p:nvPr>
            <p:ph type="body" idx="1"/>
          </p:nvPr>
        </p:nvSpPr>
        <p:spPr>
          <a:xfrm>
            <a:off x="1987225" y="3933200"/>
            <a:ext cx="414600" cy="42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video</a:t>
            </a:r>
            <a:endParaRPr/>
          </a:p>
        </p:txBody>
      </p:sp>
      <p:pic>
        <p:nvPicPr>
          <p:cNvPr id="13830" name="Google Shape;1383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7813" y="946500"/>
            <a:ext cx="4128382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5" name="Google Shape;13835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Our 2nd Mobile Game App</a:t>
            </a:r>
            <a:endParaRPr/>
          </a:p>
        </p:txBody>
      </p:sp>
      <p:sp>
        <p:nvSpPr>
          <p:cNvPr id="13836" name="Google Shape;13836;p31"/>
          <p:cNvSpPr txBox="1">
            <a:spLocks noGrp="1"/>
          </p:cNvSpPr>
          <p:nvPr>
            <p:ph type="body" idx="1"/>
          </p:nvPr>
        </p:nvSpPr>
        <p:spPr>
          <a:xfrm>
            <a:off x="242062" y="887977"/>
            <a:ext cx="6241865" cy="3493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CC0000"/>
              </a:buClr>
              <a:buSzPts val="1500"/>
              <a:buChar char="●"/>
            </a:pPr>
            <a:r>
              <a:rPr lang="zh-TW" altLang="en-US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當開始遊戲時，子彈應該是隱形的，並具有一個不會與 </a:t>
            </a:r>
            <a:r>
              <a:rPr lang="en-US" altLang="zh-TW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UFO </a:t>
            </a:r>
            <a:r>
              <a:rPr lang="zh-TW" altLang="en-US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碰撞的起始位置。</a:t>
            </a:r>
            <a:endParaRPr lang="en-US" altLang="zh-TW" sz="1400" dirty="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CC0000"/>
              </a:buClr>
              <a:buSzPts val="1500"/>
              <a:buChar char="●"/>
            </a:pPr>
            <a:r>
              <a:rPr lang="zh-TW" altLang="en-US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當用戶拖動火箭時，火箭會水平移動。</a:t>
            </a:r>
            <a:endParaRPr lang="en-US" altLang="zh-TW" sz="1400" dirty="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CC0000"/>
              </a:buClr>
              <a:buSzPts val="1500"/>
              <a:buChar char="●"/>
            </a:pPr>
            <a:r>
              <a:rPr lang="zh-TW" altLang="en-US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記分板可以記錄分數。</a:t>
            </a:r>
            <a:endParaRPr lang="en-US" altLang="zh-TW" sz="1400" dirty="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CC0000"/>
              </a:buClr>
              <a:buSzPts val="1500"/>
              <a:buChar char="●"/>
            </a:pPr>
            <a:r>
              <a:rPr lang="zh-TW" altLang="en-US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重置按鈕可以將分數重置為 </a:t>
            </a:r>
            <a:r>
              <a:rPr lang="en-US" altLang="zh-TW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zh-TW" altLang="en-US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lang="en-US" altLang="zh-TW" sz="1400" dirty="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CC0000"/>
              </a:buClr>
              <a:buSzPts val="1500"/>
              <a:buChar char="●"/>
            </a:pPr>
            <a:r>
              <a:rPr lang="en-US" altLang="zh-TW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UFO </a:t>
            </a:r>
            <a:r>
              <a:rPr lang="zh-TW" altLang="en-US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每 </a:t>
            </a:r>
            <a:r>
              <a:rPr lang="en-US" altLang="zh-TW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zh-TW" altLang="en-US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秒隨機出現在頂部。</a:t>
            </a:r>
            <a:endParaRPr lang="en-US" altLang="zh-TW" sz="1400" dirty="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CC0000"/>
              </a:buClr>
              <a:buSzPts val="1500"/>
              <a:buChar char="●"/>
            </a:pPr>
            <a:r>
              <a:rPr lang="zh-TW" altLang="en-US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當用戶點擊火箭時，火箭會向上發射子彈。</a:t>
            </a:r>
            <a:endParaRPr lang="en-US" altLang="zh-TW" sz="1400" dirty="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CC0000"/>
              </a:buClr>
              <a:buSzPts val="1500"/>
              <a:buChar char="●"/>
            </a:pPr>
            <a:r>
              <a:rPr lang="zh-TW" altLang="en-US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如果子彈撞到邊緣，則會消失。</a:t>
            </a:r>
            <a:endParaRPr lang="en-US" altLang="zh-TW" sz="1400" dirty="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CC0000"/>
              </a:buClr>
              <a:buSzPts val="1500"/>
              <a:buChar char="●"/>
            </a:pPr>
            <a:r>
              <a:rPr lang="zh-TW" altLang="en-US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子彈應該只在用戶點擊火箭時顯示。</a:t>
            </a:r>
            <a:endParaRPr lang="en-US" altLang="zh-TW" sz="1400" dirty="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CC0000"/>
              </a:buClr>
              <a:buSzPts val="1500"/>
              <a:buChar char="●"/>
            </a:pPr>
            <a:r>
              <a:rPr lang="zh-TW" altLang="en-US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當子彈擊中 </a:t>
            </a:r>
            <a:r>
              <a:rPr lang="en-US" altLang="zh-TW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UFO </a:t>
            </a:r>
            <a:r>
              <a:rPr lang="zh-TW" altLang="en-US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時，分數加 </a:t>
            </a:r>
            <a:r>
              <a:rPr lang="en-US" altLang="zh-TW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zh-TW" altLang="en-US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，</a:t>
            </a:r>
            <a:r>
              <a:rPr lang="en-US" altLang="zh-TW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UFO </a:t>
            </a:r>
            <a:r>
              <a:rPr lang="zh-TW" altLang="en-US" sz="1400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會立即出現在隨機位置。</a:t>
            </a:r>
            <a:endParaRPr lang="en-US" dirty="0"/>
          </a:p>
        </p:txBody>
      </p:sp>
      <p:pic>
        <p:nvPicPr>
          <p:cNvPr id="13837" name="Google Shape;1383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8313" y="916775"/>
            <a:ext cx="2219325" cy="36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2" name="Google Shape;13842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User Interface</a:t>
            </a:r>
            <a:endParaRPr/>
          </a:p>
        </p:txBody>
      </p:sp>
      <p:sp>
        <p:nvSpPr>
          <p:cNvPr id="13843" name="Google Shape;13843;p32"/>
          <p:cNvSpPr txBox="1">
            <a:spLocks noGrp="1"/>
          </p:cNvSpPr>
          <p:nvPr>
            <p:ph type="subTitle" idx="3"/>
          </p:nvPr>
        </p:nvSpPr>
        <p:spPr>
          <a:xfrm>
            <a:off x="3524400" y="4135550"/>
            <a:ext cx="2095200" cy="45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Ball</a:t>
            </a:r>
            <a:endParaRPr/>
          </a:p>
        </p:txBody>
      </p:sp>
      <p:sp>
        <p:nvSpPr>
          <p:cNvPr id="13844" name="Google Shape;13844;p32"/>
          <p:cNvSpPr txBox="1">
            <a:spLocks noGrp="1"/>
          </p:cNvSpPr>
          <p:nvPr>
            <p:ph type="subTitle" idx="1"/>
          </p:nvPr>
        </p:nvSpPr>
        <p:spPr>
          <a:xfrm>
            <a:off x="720000" y="4135550"/>
            <a:ext cx="2095200" cy="45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Canvas</a:t>
            </a:r>
            <a:endParaRPr/>
          </a:p>
        </p:txBody>
      </p:sp>
      <p:sp>
        <p:nvSpPr>
          <p:cNvPr id="13845" name="Google Shape;13845;p32"/>
          <p:cNvSpPr txBox="1">
            <a:spLocks noGrp="1"/>
          </p:cNvSpPr>
          <p:nvPr>
            <p:ph type="subTitle" idx="5"/>
          </p:nvPr>
        </p:nvSpPr>
        <p:spPr>
          <a:xfrm>
            <a:off x="6328800" y="4135550"/>
            <a:ext cx="2095200" cy="459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Image Sprite</a:t>
            </a:r>
            <a:endParaRPr/>
          </a:p>
        </p:txBody>
      </p:sp>
      <p:pic>
        <p:nvPicPr>
          <p:cNvPr id="13846" name="Google Shape;13846;p32"/>
          <p:cNvPicPr preferRelativeResize="0"/>
          <p:nvPr/>
        </p:nvPicPr>
        <p:blipFill rotWithShape="1">
          <a:blip r:embed="rId3">
            <a:alphaModFix/>
          </a:blip>
          <a:srcRect l="16151" r="16157"/>
          <a:stretch/>
        </p:blipFill>
        <p:spPr>
          <a:xfrm>
            <a:off x="1091799" y="2138874"/>
            <a:ext cx="1351601" cy="1996677"/>
          </a:xfrm>
          <a:prstGeom prst="rect">
            <a:avLst/>
          </a:prstGeom>
          <a:noFill/>
          <a:ln>
            <a:noFill/>
          </a:ln>
        </p:spPr>
      </p:pic>
      <p:sp>
        <p:nvSpPr>
          <p:cNvPr id="13847" name="Google Shape;13847;p32"/>
          <p:cNvSpPr/>
          <p:nvPr/>
        </p:nvSpPr>
        <p:spPr>
          <a:xfrm>
            <a:off x="3956250" y="2561275"/>
            <a:ext cx="1231500" cy="12315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848" name="Google Shape;1384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4746" y="925346"/>
            <a:ext cx="2174500" cy="138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49" name="Google Shape;1384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4918" y="2471750"/>
            <a:ext cx="677825" cy="118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50" name="Google Shape;13850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45403" y="2471750"/>
            <a:ext cx="1181825" cy="118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5" name="Google Shape;13855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Initialization</a:t>
            </a:r>
            <a:endParaRPr/>
          </a:p>
        </p:txBody>
      </p:sp>
      <p:sp>
        <p:nvSpPr>
          <p:cNvPr id="13856" name="Google Shape;13856;p33"/>
          <p:cNvSpPr txBox="1">
            <a:spLocks noGrp="1"/>
          </p:cNvSpPr>
          <p:nvPr>
            <p:ph type="subTitle" idx="1"/>
          </p:nvPr>
        </p:nvSpPr>
        <p:spPr>
          <a:xfrm>
            <a:off x="738213" y="1951125"/>
            <a:ext cx="3007800" cy="127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zh-TW" sz="1900"/>
              <a:t>resume all status back to default when we start new session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57" name="Google Shape;13857;p33"/>
          <p:cNvSpPr txBox="1">
            <a:spLocks noGrp="1"/>
          </p:cNvSpPr>
          <p:nvPr>
            <p:ph type="subTitle" idx="1"/>
          </p:nvPr>
        </p:nvSpPr>
        <p:spPr>
          <a:xfrm>
            <a:off x="4319200" y="1435188"/>
            <a:ext cx="4023000" cy="53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 b="1">
                <a:latin typeface="Advent Pro"/>
                <a:ea typeface="Advent Pro"/>
                <a:cs typeface="Advent Pro"/>
                <a:sym typeface="Advent Pro"/>
              </a:rPr>
              <a:t>Event block to be used in this lesson:</a:t>
            </a:r>
            <a:endParaRPr b="1">
              <a:latin typeface="Advent Pro"/>
              <a:ea typeface="Advent Pro"/>
              <a:cs typeface="Advent Pro"/>
              <a:sym typeface="Advent Pro"/>
            </a:endParaRPr>
          </a:p>
        </p:txBody>
      </p:sp>
      <p:pic>
        <p:nvPicPr>
          <p:cNvPr id="13858" name="Google Shape;1385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7150" y="2164850"/>
            <a:ext cx="3674150" cy="106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59" name="Google Shape;13859;p33"/>
          <p:cNvSpPr txBox="1">
            <a:spLocks noGrp="1"/>
          </p:cNvSpPr>
          <p:nvPr>
            <p:ph type="subTitle" idx="1"/>
          </p:nvPr>
        </p:nvSpPr>
        <p:spPr>
          <a:xfrm>
            <a:off x="4319188" y="3263075"/>
            <a:ext cx="3007800" cy="127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zh-TW" sz="1900"/>
              <a:t>need to set: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/>
              <a:t>bullet visibility, bullet X&amp;Y coordinate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4" name="Google Shape;13864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Event: Dragged</a:t>
            </a:r>
            <a:endParaRPr/>
          </a:p>
        </p:txBody>
      </p:sp>
      <p:sp>
        <p:nvSpPr>
          <p:cNvPr id="13865" name="Google Shape;13865;p34"/>
          <p:cNvSpPr txBox="1">
            <a:spLocks noGrp="1"/>
          </p:cNvSpPr>
          <p:nvPr>
            <p:ph type="subTitle" idx="1"/>
          </p:nvPr>
        </p:nvSpPr>
        <p:spPr>
          <a:xfrm>
            <a:off x="5456975" y="1970713"/>
            <a:ext cx="2627700" cy="127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This time we want to change the X position only.</a:t>
            </a:r>
            <a:endParaRPr/>
          </a:p>
        </p:txBody>
      </p:sp>
      <p:pic>
        <p:nvPicPr>
          <p:cNvPr id="13866" name="Google Shape;1386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025" y="2051325"/>
            <a:ext cx="4986126" cy="104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67" name="Google Shape;13867;p34"/>
          <p:cNvSpPr txBox="1">
            <a:spLocks noGrp="1"/>
          </p:cNvSpPr>
          <p:nvPr>
            <p:ph type="subTitle" idx="1"/>
          </p:nvPr>
        </p:nvSpPr>
        <p:spPr>
          <a:xfrm>
            <a:off x="207025" y="1476613"/>
            <a:ext cx="4023000" cy="53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 b="1">
                <a:latin typeface="Advent Pro"/>
                <a:ea typeface="Advent Pro"/>
                <a:cs typeface="Advent Pro"/>
                <a:sym typeface="Advent Pro"/>
              </a:rPr>
              <a:t>Event block to be used in this lesson:</a:t>
            </a:r>
            <a:endParaRPr b="1">
              <a:latin typeface="Advent Pro"/>
              <a:ea typeface="Advent Pro"/>
              <a:cs typeface="Advent Pro"/>
              <a:sym typeface="Advent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2" name="Google Shape;13872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Score Board</a:t>
            </a:r>
            <a:endParaRPr/>
          </a:p>
        </p:txBody>
      </p:sp>
      <p:sp>
        <p:nvSpPr>
          <p:cNvPr id="13873" name="Google Shape;13873;p35"/>
          <p:cNvSpPr txBox="1">
            <a:spLocks noGrp="1"/>
          </p:cNvSpPr>
          <p:nvPr>
            <p:ph type="subTitle" idx="1"/>
          </p:nvPr>
        </p:nvSpPr>
        <p:spPr>
          <a:xfrm>
            <a:off x="5225075" y="1970713"/>
            <a:ext cx="2627700" cy="127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874" name="Google Shape;1387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75" y="786850"/>
            <a:ext cx="2889850" cy="268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5" name="Google Shape;1387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0863" y="85313"/>
            <a:ext cx="213582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6" name="Google Shape;13876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622" y="3620497"/>
            <a:ext cx="6046075" cy="143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1" name="Google Shape;13881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Event: click</a:t>
            </a:r>
            <a:endParaRPr/>
          </a:p>
        </p:txBody>
      </p:sp>
      <p:sp>
        <p:nvSpPr>
          <p:cNvPr id="13882" name="Google Shape;13882;p36"/>
          <p:cNvSpPr txBox="1">
            <a:spLocks noGrp="1"/>
          </p:cNvSpPr>
          <p:nvPr>
            <p:ph type="subTitle" idx="1"/>
          </p:nvPr>
        </p:nvSpPr>
        <p:spPr>
          <a:xfrm>
            <a:off x="5225075" y="1970713"/>
            <a:ext cx="2627700" cy="127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It will triggered when user click on the reset button.</a:t>
            </a:r>
            <a:endParaRPr/>
          </a:p>
        </p:txBody>
      </p:sp>
      <p:pic>
        <p:nvPicPr>
          <p:cNvPr id="13883" name="Google Shape;1388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575" y="2133325"/>
            <a:ext cx="3202132" cy="127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84" name="Google Shape;13884;p36"/>
          <p:cNvSpPr txBox="1">
            <a:spLocks noGrp="1"/>
          </p:cNvSpPr>
          <p:nvPr>
            <p:ph type="subTitle" idx="1"/>
          </p:nvPr>
        </p:nvSpPr>
        <p:spPr>
          <a:xfrm>
            <a:off x="782525" y="1518038"/>
            <a:ext cx="4023000" cy="53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 b="1">
                <a:latin typeface="Advent Pro"/>
                <a:ea typeface="Advent Pro"/>
                <a:cs typeface="Advent Pro"/>
                <a:sym typeface="Advent Pro"/>
              </a:rPr>
              <a:t>Event block to be used in this lesson:</a:t>
            </a:r>
            <a:endParaRPr b="1">
              <a:latin typeface="Advent Pro"/>
              <a:ea typeface="Advent Pro"/>
              <a:cs typeface="Advent Pro"/>
              <a:sym typeface="Advent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9" name="Google Shape;13889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Event: Clock.Timer</a:t>
            </a:r>
            <a:endParaRPr/>
          </a:p>
        </p:txBody>
      </p:sp>
      <p:sp>
        <p:nvSpPr>
          <p:cNvPr id="13890" name="Google Shape;13890;p37"/>
          <p:cNvSpPr txBox="1">
            <a:spLocks noGrp="1"/>
          </p:cNvSpPr>
          <p:nvPr>
            <p:ph type="subTitle" idx="1"/>
          </p:nvPr>
        </p:nvSpPr>
        <p:spPr>
          <a:xfrm>
            <a:off x="1290825" y="2111513"/>
            <a:ext cx="2627700" cy="127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We want the UFO change its X position every 3 seconds.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This time you need to change some setting in timer.</a:t>
            </a:r>
            <a:endParaRPr/>
          </a:p>
        </p:txBody>
      </p:sp>
      <p:pic>
        <p:nvPicPr>
          <p:cNvPr id="13891" name="Google Shape;1389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0925" y="1865850"/>
            <a:ext cx="4229100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92" name="Google Shape;13892;p37"/>
          <p:cNvSpPr txBox="1">
            <a:spLocks noGrp="1"/>
          </p:cNvSpPr>
          <p:nvPr>
            <p:ph type="subTitle" idx="1"/>
          </p:nvPr>
        </p:nvSpPr>
        <p:spPr>
          <a:xfrm>
            <a:off x="4310925" y="1332138"/>
            <a:ext cx="4023000" cy="53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 b="1">
                <a:latin typeface="Advent Pro"/>
                <a:ea typeface="Advent Pro"/>
                <a:cs typeface="Advent Pro"/>
                <a:sym typeface="Advent Pro"/>
              </a:rPr>
              <a:t>Event block to be used in this lesson:</a:t>
            </a:r>
            <a:endParaRPr b="1">
              <a:latin typeface="Advent Pro"/>
              <a:ea typeface="Advent Pro"/>
              <a:cs typeface="Advent Pro"/>
              <a:sym typeface="Advent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7" name="Google Shape;13897;p38"/>
          <p:cNvSpPr txBox="1">
            <a:spLocks noGrp="1"/>
          </p:cNvSpPr>
          <p:nvPr>
            <p:ph type="title"/>
          </p:nvPr>
        </p:nvSpPr>
        <p:spPr>
          <a:xfrm>
            <a:off x="2348700" y="1565163"/>
            <a:ext cx="4446600" cy="1696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Question(s)?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afting and Mining! by Slidesgo">
  <a:themeElements>
    <a:clrScheme name="Simple Light">
      <a:dk1>
        <a:srgbClr val="1D1D1B"/>
      </a:dk1>
      <a:lt1>
        <a:srgbClr val="D9DEF8"/>
      </a:lt1>
      <a:dk2>
        <a:srgbClr val="352381"/>
      </a:dk2>
      <a:lt2>
        <a:srgbClr val="99A11F"/>
      </a:lt2>
      <a:accent1>
        <a:srgbClr val="ACBE1F"/>
      </a:accent1>
      <a:accent2>
        <a:srgbClr val="B1AA50"/>
      </a:accent2>
      <a:accent3>
        <a:srgbClr val="FFB229"/>
      </a:accent3>
      <a:accent4>
        <a:srgbClr val="F5D0AD"/>
      </a:accent4>
      <a:accent5>
        <a:srgbClr val="DA2432"/>
      </a:accent5>
      <a:accent6>
        <a:srgbClr val="6B4D34"/>
      </a:accent6>
      <a:hlink>
        <a:srgbClr val="1D1D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255</Words>
  <Application>Microsoft Office PowerPoint</Application>
  <PresentationFormat>如螢幕大小 (16:9)</PresentationFormat>
  <Paragraphs>36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Arial</vt:lpstr>
      <vt:lpstr>Press Start 2P</vt:lpstr>
      <vt:lpstr>Advent Pro Medium</vt:lpstr>
      <vt:lpstr>Livvic</vt:lpstr>
      <vt:lpstr>Roboto Condensed Light</vt:lpstr>
      <vt:lpstr>Advent Pro</vt:lpstr>
      <vt:lpstr>Crafting and Mining! by Slidesgo</vt:lpstr>
      <vt:lpstr>Mobile App Development 02</vt:lpstr>
      <vt:lpstr>Space Invaders</vt:lpstr>
      <vt:lpstr>Our 2nd Mobile Game App</vt:lpstr>
      <vt:lpstr>User Interface</vt:lpstr>
      <vt:lpstr>Initialization</vt:lpstr>
      <vt:lpstr>Event: Dragged</vt:lpstr>
      <vt:lpstr>Score Board</vt:lpstr>
      <vt:lpstr>Event: click</vt:lpstr>
      <vt:lpstr>Event: Clock.Timer</vt:lpstr>
      <vt:lpstr>Question(s)?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 Development 02</dc:title>
  <cp:lastModifiedBy>KA</cp:lastModifiedBy>
  <cp:revision>3</cp:revision>
  <dcterms:modified xsi:type="dcterms:W3CDTF">2025-03-18T00:52:16Z</dcterms:modified>
</cp:coreProperties>
</file>