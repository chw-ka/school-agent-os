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0" r:id="rId3"/>
    <p:sldId id="257" r:id="rId4"/>
    <p:sldId id="258" r:id="rId5"/>
    <p:sldId id="261" r:id="rId6"/>
    <p:sldId id="262" r:id="rId7"/>
    <p:sldId id="264" r:id="rId8"/>
    <p:sldId id="269" r:id="rId9"/>
    <p:sldId id="267" r:id="rId10"/>
    <p:sldId id="268" r:id="rId11"/>
    <p:sldId id="273" r:id="rId12"/>
    <p:sldId id="276" r:id="rId13"/>
    <p:sldId id="274" r:id="rId14"/>
    <p:sldId id="275" r:id="rId15"/>
    <p:sldId id="265" r:id="rId16"/>
    <p:sldId id="266" r:id="rId17"/>
  </p:sldIdLst>
  <p:sldSz cx="9144000" cy="6858000" type="screen4x3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125" d="100"/>
          <a:sy n="125" d="100"/>
        </p:scale>
        <p:origin x="-1212" y="5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28600"/>
            <a:ext cx="7772400" cy="4571999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8800" spc="-80" baseline="0"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800600"/>
            <a:ext cx="6858000" cy="914400"/>
          </a:xfrm>
        </p:spPr>
        <p:txBody>
          <a:bodyPr/>
          <a:lstStyle>
            <a:lvl1pPr marL="0" indent="0" algn="l">
              <a:buNone/>
              <a:defRPr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1A6C2-1195-41A0-A52D-E334AF522847}" type="datetimeFigureOut">
              <a:rPr lang="zh-HK" altLang="en-US" smtClean="0"/>
              <a:t>21/2/2017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2FD382-3DB5-4468-AC14-8B26A497DD1F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1A6C2-1195-41A0-A52D-E334AF522847}" type="datetimeFigureOut">
              <a:rPr lang="zh-HK" altLang="en-US" smtClean="0"/>
              <a:t>21/2/2017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FD382-3DB5-4468-AC14-8B26A497DD1F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47800"/>
            <a:ext cx="7772400" cy="4321175"/>
          </a:xfr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8800" b="0" cap="all" spc="-80" baseline="0"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228601"/>
            <a:ext cx="7772400" cy="1066800"/>
          </a:xfrm>
        </p:spPr>
        <p:txBody>
          <a:bodyPr anchor="b"/>
          <a:lstStyle>
            <a:lvl1pPr marL="0" indent="0">
              <a:buNone/>
              <a:defRPr sz="2000" b="0" cap="all" spc="12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1A6C2-1195-41A0-A52D-E334AF522847}" type="datetimeFigureOut">
              <a:rPr lang="zh-HK" altLang="en-US" smtClean="0"/>
              <a:t>21/2/2017</a:t>
            </a:fld>
            <a:endParaRPr lang="zh-HK" alt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A2FD382-3DB5-4468-AC14-8B26A497DD1F}" type="slidenum">
              <a:rPr lang="zh-HK" altLang="en-US" smtClean="0"/>
              <a:t>‹#›</a:t>
            </a:fld>
            <a:endParaRPr lang="zh-HK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zh-HK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068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0160" y="1574800"/>
            <a:ext cx="329184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1A6C2-1195-41A0-A52D-E334AF522847}" type="datetimeFigureOut">
              <a:rPr lang="zh-HK" altLang="en-US" smtClean="0"/>
              <a:t>21/2/2017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FD382-3DB5-4468-AC14-8B26A497DD1F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7632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sz="1800" b="0" cap="all" spc="10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27632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3208" y="1572768"/>
            <a:ext cx="3291840" cy="639762"/>
          </a:xfrm>
        </p:spPr>
        <p:txBody>
          <a:bodyPr anchor="b">
            <a:noAutofit/>
          </a:bodyPr>
          <a:lstStyle>
            <a:lvl1pPr marL="0" indent="0">
              <a:buNone/>
              <a:defRPr lang="en-US" sz="1800" b="0" kern="1200" cap="all" spc="100" baseline="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</a:pPr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3208" y="2259366"/>
            <a:ext cx="3291840" cy="384048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1A6C2-1195-41A0-A52D-E334AF522847}" type="datetimeFigureOut">
              <a:rPr lang="zh-HK" altLang="en-US" smtClean="0"/>
              <a:t>21/2/2017</a:t>
            </a:fld>
            <a:endParaRPr lang="zh-HK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FD382-3DB5-4468-AC14-8B26A497DD1F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1A6C2-1195-41A0-A52D-E334AF522847}" type="datetimeFigureOut">
              <a:rPr lang="zh-HK" altLang="en-US" smtClean="0"/>
              <a:t>21/2/2017</a:t>
            </a:fld>
            <a:endParaRPr lang="zh-HK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FD382-3DB5-4468-AC14-8B26A497DD1F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1A6C2-1195-41A0-A52D-E334AF522847}" type="datetimeFigureOut">
              <a:rPr lang="zh-HK" altLang="en-US" smtClean="0"/>
              <a:t>21/2/2017</a:t>
            </a:fld>
            <a:endParaRPr lang="zh-HK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FD382-3DB5-4468-AC14-8B26A497DD1F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600200"/>
            <a:ext cx="5111750" cy="44805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3008313" cy="448056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1A6C2-1195-41A0-A52D-E334AF522847}" type="datetimeFigureOut">
              <a:rPr lang="zh-HK" altLang="en-US" smtClean="0"/>
              <a:t>21/2/2017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FD382-3DB5-4468-AC14-8B26A497DD1F}" type="slidenum">
              <a:rPr lang="zh-HK" altLang="en-US" smtClean="0"/>
              <a:t>‹#›</a:t>
            </a:fld>
            <a:endParaRPr lang="zh-HK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9001124" y="4846320"/>
            <a:ext cx="142876" cy="201168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-1" y="0"/>
            <a:ext cx="9000877" cy="4846320"/>
          </a:xfrm>
          <a:solidFill>
            <a:schemeClr val="bg1">
              <a:lumMod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715000"/>
            <a:ext cx="8153400" cy="45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1A6C2-1195-41A0-A52D-E334AF522847}" type="datetimeFigureOut">
              <a:rPr lang="zh-HK" altLang="en-US" smtClean="0"/>
              <a:t>21/2/2017</a:t>
            </a:fld>
            <a:endParaRPr lang="zh-HK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2FD382-3DB5-4468-AC14-8B26A497DD1F}" type="slidenum">
              <a:rPr lang="zh-HK" altLang="en-US" smtClean="0"/>
              <a:t>‹#›</a:t>
            </a:fld>
            <a:endParaRPr lang="zh-HK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457200" y="4953000"/>
            <a:ext cx="8153400" cy="76200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001124" y="0"/>
            <a:ext cx="142876" cy="48463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1A6C2-1195-41A0-A52D-E334AF522847}" type="datetimeFigureOut">
              <a:rPr lang="zh-HK" altLang="en-US" smtClean="0"/>
              <a:t>21/2/2017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FD382-3DB5-4468-AC14-8B26A497DD1F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1A6C2-1195-41A0-A52D-E334AF522847}" type="datetimeFigureOut">
              <a:rPr lang="zh-HK" altLang="en-US" smtClean="0"/>
              <a:t>21/2/2017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FD382-3DB5-4468-AC14-8B26A497DD1F}" type="slidenum">
              <a:rPr lang="zh-HK" altLang="en-US" smtClean="0"/>
              <a:t>‹#›</a:t>
            </a:fld>
            <a:endParaRPr lang="zh-HK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718"/>
            <a:ext cx="5791200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76200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172201"/>
            <a:ext cx="3429000" cy="304800"/>
          </a:xfrm>
          <a:prstGeom prst="rect">
            <a:avLst/>
          </a:prstGeom>
        </p:spPr>
        <p:txBody>
          <a:bodyPr vert="horz" lIns="91440" tIns="45720" rIns="91440" bIns="0" rtlCol="0" anchor="b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6F01A6C2-1195-41A0-A52D-E334AF522847}" type="datetimeFigureOut">
              <a:rPr lang="zh-HK" altLang="en-US" smtClean="0"/>
              <a:t>21/2/2017</a:t>
            </a:fld>
            <a:endParaRPr lang="zh-HK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492875"/>
            <a:ext cx="3429000" cy="28384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 rot="16200000">
            <a:off x="8227377" y="5885497"/>
            <a:ext cx="13157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fld id="{DA2FD382-3DB5-4468-AC14-8B26A497DD1F}" type="slidenum">
              <a:rPr lang="zh-HK" altLang="en-US" smtClean="0"/>
              <a:t>‹#›</a:t>
            </a:fld>
            <a:endParaRPr lang="zh-HK" altLang="en-US"/>
          </a:p>
        </p:txBody>
      </p:sp>
      <p:sp>
        <p:nvSpPr>
          <p:cNvPr id="7" name="Rectangle 6"/>
          <p:cNvSpPr/>
          <p:nvPr/>
        </p:nvSpPr>
        <p:spPr>
          <a:xfrm>
            <a:off x="9001124" y="0"/>
            <a:ext cx="142876" cy="13716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001124" y="1371600"/>
            <a:ext cx="142876" cy="54864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600" kern="1200" cap="all" spc="-6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spcAft>
          <a:spcPts val="600"/>
        </a:spcAft>
        <a:buFont typeface="Arial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Clr>
          <a:schemeClr val="tx2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HK" dirty="0" smtClean="0"/>
              <a:t>Guess the number</a:t>
            </a:r>
            <a:endParaRPr lang="zh-HK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565657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007" y="332656"/>
            <a:ext cx="8235441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547664" y="1124744"/>
            <a:ext cx="5688633" cy="3744416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HK" sz="60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1 to 100</a:t>
            </a:r>
          </a:p>
          <a:p>
            <a:pPr marL="0" indent="0" algn="ctr">
              <a:buNone/>
            </a:pPr>
            <a:endParaRPr lang="en-US" altLang="zh-HK" dirty="0" smtClean="0">
              <a:solidFill>
                <a:schemeClr val="bg1"/>
              </a:solidFill>
              <a:latin typeface="Comic Sans MS" panose="030F0702030302020204" pitchFamily="66" charset="0"/>
            </a:endParaRPr>
          </a:p>
          <a:p>
            <a:pPr marL="0" indent="0" algn="ctr">
              <a:buNone/>
            </a:pPr>
            <a:endParaRPr lang="en-US" altLang="zh-HK" dirty="0" smtClean="0">
              <a:solidFill>
                <a:schemeClr val="bg1"/>
              </a:solidFill>
              <a:latin typeface="Comic Sans MS" panose="030F0702030302020204" pitchFamily="66" charset="0"/>
            </a:endParaRPr>
          </a:p>
          <a:p>
            <a:pPr marL="0" indent="0" algn="ctr">
              <a:buNone/>
            </a:pPr>
            <a:endParaRPr lang="zh-HK" altLang="en-US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4" name="AutoShape 2" descr="Image result for blackboar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HK" altLang="en-US"/>
          </a:p>
        </p:txBody>
      </p:sp>
      <p:sp>
        <p:nvSpPr>
          <p:cNvPr id="5" name="橢圓形圖說文字 4"/>
          <p:cNvSpPr/>
          <p:nvPr/>
        </p:nvSpPr>
        <p:spPr>
          <a:xfrm>
            <a:off x="1691680" y="3624501"/>
            <a:ext cx="2088232" cy="1399115"/>
          </a:xfrm>
          <a:prstGeom prst="wedgeEllipse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HK" sz="4000" dirty="0" smtClean="0"/>
              <a:t>49</a:t>
            </a:r>
            <a:endParaRPr lang="zh-HK" altLang="en-US" sz="4000" dirty="0"/>
          </a:p>
        </p:txBody>
      </p:sp>
      <p:sp>
        <p:nvSpPr>
          <p:cNvPr id="6" name="書卷 (水平) 5"/>
          <p:cNvSpPr/>
          <p:nvPr/>
        </p:nvSpPr>
        <p:spPr>
          <a:xfrm>
            <a:off x="5652120" y="3356992"/>
            <a:ext cx="1944216" cy="1800200"/>
          </a:xfrm>
          <a:prstGeom prst="horizontalScroll">
            <a:avLst>
              <a:gd name="adj" fmla="val 13951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HK" sz="4000" dirty="0" smtClean="0"/>
              <a:t>49</a:t>
            </a:r>
            <a:endParaRPr lang="zh-HK" altLang="en-US" sz="4000" dirty="0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99241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8744" y="2113379"/>
            <a:ext cx="2735796" cy="2343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33477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007" y="332656"/>
            <a:ext cx="8235441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547664" y="1124744"/>
            <a:ext cx="5688633" cy="3744416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HK" sz="60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1 to 100</a:t>
            </a:r>
          </a:p>
          <a:p>
            <a:pPr marL="0" indent="0" algn="ctr">
              <a:buNone/>
            </a:pPr>
            <a:endParaRPr lang="en-US" altLang="zh-HK" dirty="0" smtClean="0">
              <a:solidFill>
                <a:schemeClr val="bg1"/>
              </a:solidFill>
              <a:latin typeface="Comic Sans MS" panose="030F0702030302020204" pitchFamily="66" charset="0"/>
            </a:endParaRPr>
          </a:p>
          <a:p>
            <a:pPr marL="0" indent="0" algn="ctr">
              <a:buNone/>
            </a:pPr>
            <a:endParaRPr lang="en-US" altLang="zh-HK" dirty="0" smtClean="0">
              <a:solidFill>
                <a:schemeClr val="bg1"/>
              </a:solidFill>
              <a:latin typeface="Comic Sans MS" panose="030F0702030302020204" pitchFamily="66" charset="0"/>
            </a:endParaRPr>
          </a:p>
          <a:p>
            <a:pPr marL="0" indent="0" algn="ctr">
              <a:buNone/>
            </a:pPr>
            <a:endParaRPr lang="zh-HK" altLang="en-US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4" name="AutoShape 2" descr="Image result for blackboar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HK" altLang="en-US"/>
          </a:p>
        </p:txBody>
      </p:sp>
      <p:sp>
        <p:nvSpPr>
          <p:cNvPr id="5" name="橢圓形圖說文字 4"/>
          <p:cNvSpPr/>
          <p:nvPr/>
        </p:nvSpPr>
        <p:spPr>
          <a:xfrm>
            <a:off x="1691680" y="3624501"/>
            <a:ext cx="2088232" cy="1399115"/>
          </a:xfrm>
          <a:prstGeom prst="wedgeEllipse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HK" sz="4000" dirty="0" smtClean="0"/>
              <a:t>71</a:t>
            </a:r>
            <a:endParaRPr lang="zh-HK" altLang="en-US" sz="4000" dirty="0"/>
          </a:p>
        </p:txBody>
      </p:sp>
      <p:sp>
        <p:nvSpPr>
          <p:cNvPr id="6" name="書卷 (水平) 5"/>
          <p:cNvSpPr/>
          <p:nvPr/>
        </p:nvSpPr>
        <p:spPr>
          <a:xfrm>
            <a:off x="5652120" y="3356992"/>
            <a:ext cx="1944216" cy="1800200"/>
          </a:xfrm>
          <a:prstGeom prst="horizontalScroll">
            <a:avLst>
              <a:gd name="adj" fmla="val 13951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HK" sz="4000" dirty="0" smtClean="0"/>
              <a:t>49</a:t>
            </a:r>
            <a:endParaRPr lang="zh-HK" altLang="en-US" sz="4000" dirty="0"/>
          </a:p>
        </p:txBody>
      </p:sp>
      <p:cxnSp>
        <p:nvCxnSpPr>
          <p:cNvPr id="8" name="直線接點 7"/>
          <p:cNvCxnSpPr/>
          <p:nvPr/>
        </p:nvCxnSpPr>
        <p:spPr>
          <a:xfrm flipV="1">
            <a:off x="4532727" y="1268760"/>
            <a:ext cx="1263409" cy="648072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4664133" y="2204864"/>
            <a:ext cx="1000595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K" sz="60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71</a:t>
            </a:r>
            <a:endParaRPr lang="zh-HK" altLang="en-US" sz="6000" dirty="0"/>
          </a:p>
        </p:txBody>
      </p:sp>
    </p:spTree>
    <p:extLst>
      <p:ext uri="{BB962C8B-B14F-4D97-AF65-F5344CB8AC3E}">
        <p14:creationId xmlns:p14="http://schemas.microsoft.com/office/powerpoint/2010/main" val="767934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007" y="332656"/>
            <a:ext cx="8235441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547664" y="1124744"/>
            <a:ext cx="5688633" cy="3744416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HK" sz="60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1 to 100</a:t>
            </a:r>
          </a:p>
          <a:p>
            <a:pPr marL="0" indent="0" algn="ctr">
              <a:buNone/>
            </a:pPr>
            <a:endParaRPr lang="en-US" altLang="zh-HK" dirty="0" smtClean="0">
              <a:solidFill>
                <a:schemeClr val="bg1"/>
              </a:solidFill>
              <a:latin typeface="Comic Sans MS" panose="030F0702030302020204" pitchFamily="66" charset="0"/>
            </a:endParaRPr>
          </a:p>
          <a:p>
            <a:pPr marL="0" indent="0" algn="ctr">
              <a:buNone/>
            </a:pPr>
            <a:endParaRPr lang="en-US" altLang="zh-HK" dirty="0" smtClean="0">
              <a:solidFill>
                <a:schemeClr val="bg1"/>
              </a:solidFill>
              <a:latin typeface="Comic Sans MS" panose="030F0702030302020204" pitchFamily="66" charset="0"/>
            </a:endParaRPr>
          </a:p>
          <a:p>
            <a:pPr marL="0" indent="0" algn="ctr">
              <a:buNone/>
            </a:pPr>
            <a:endParaRPr lang="zh-HK" altLang="en-US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4" name="AutoShape 2" descr="Image result for blackboar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HK" altLang="en-US"/>
          </a:p>
        </p:txBody>
      </p:sp>
      <p:sp>
        <p:nvSpPr>
          <p:cNvPr id="5" name="橢圓形圖說文字 4"/>
          <p:cNvSpPr/>
          <p:nvPr/>
        </p:nvSpPr>
        <p:spPr>
          <a:xfrm>
            <a:off x="1691680" y="3624501"/>
            <a:ext cx="2088232" cy="1399115"/>
          </a:xfrm>
          <a:prstGeom prst="wedgeEllipse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HK" sz="4000" dirty="0" smtClean="0"/>
              <a:t>24</a:t>
            </a:r>
            <a:endParaRPr lang="zh-HK" altLang="en-US" sz="4000" dirty="0"/>
          </a:p>
        </p:txBody>
      </p:sp>
      <p:sp>
        <p:nvSpPr>
          <p:cNvPr id="6" name="書卷 (水平) 5"/>
          <p:cNvSpPr/>
          <p:nvPr/>
        </p:nvSpPr>
        <p:spPr>
          <a:xfrm>
            <a:off x="5652120" y="3356992"/>
            <a:ext cx="1944216" cy="1800200"/>
          </a:xfrm>
          <a:prstGeom prst="horizontalScroll">
            <a:avLst>
              <a:gd name="adj" fmla="val 13951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HK" sz="4000" dirty="0" smtClean="0"/>
              <a:t>49</a:t>
            </a:r>
          </a:p>
        </p:txBody>
      </p:sp>
      <p:cxnSp>
        <p:nvCxnSpPr>
          <p:cNvPr id="8" name="直線接點 7"/>
          <p:cNvCxnSpPr/>
          <p:nvPr/>
        </p:nvCxnSpPr>
        <p:spPr>
          <a:xfrm flipV="1">
            <a:off x="2843808" y="1340768"/>
            <a:ext cx="759353" cy="576064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2602566" y="2204863"/>
            <a:ext cx="1124026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K" sz="60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24</a:t>
            </a:r>
            <a:endParaRPr lang="zh-HK" altLang="en-US" sz="6000" dirty="0"/>
          </a:p>
        </p:txBody>
      </p:sp>
    </p:spTree>
    <p:extLst>
      <p:ext uri="{BB962C8B-B14F-4D97-AF65-F5344CB8AC3E}">
        <p14:creationId xmlns:p14="http://schemas.microsoft.com/office/powerpoint/2010/main" val="761865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007" y="332656"/>
            <a:ext cx="8235441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547664" y="1124744"/>
            <a:ext cx="5688633" cy="3744416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HK" sz="60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1 to 100</a:t>
            </a:r>
          </a:p>
          <a:p>
            <a:pPr marL="0" indent="0" algn="ctr">
              <a:buNone/>
            </a:pPr>
            <a:endParaRPr lang="en-US" altLang="zh-HK" dirty="0" smtClean="0">
              <a:solidFill>
                <a:schemeClr val="bg1"/>
              </a:solidFill>
              <a:latin typeface="Comic Sans MS" panose="030F0702030302020204" pitchFamily="66" charset="0"/>
            </a:endParaRPr>
          </a:p>
          <a:p>
            <a:pPr marL="0" indent="0" algn="ctr">
              <a:buNone/>
            </a:pPr>
            <a:endParaRPr lang="en-US" altLang="zh-HK" dirty="0" smtClean="0">
              <a:solidFill>
                <a:schemeClr val="bg1"/>
              </a:solidFill>
              <a:latin typeface="Comic Sans MS" panose="030F0702030302020204" pitchFamily="66" charset="0"/>
            </a:endParaRPr>
          </a:p>
          <a:p>
            <a:pPr marL="0" indent="0" algn="ctr">
              <a:buNone/>
            </a:pPr>
            <a:endParaRPr lang="zh-HK" altLang="en-US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4" name="AutoShape 2" descr="Image result for blackboar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HK" altLang="en-US"/>
          </a:p>
        </p:txBody>
      </p:sp>
      <p:sp>
        <p:nvSpPr>
          <p:cNvPr id="5" name="橢圓形圖說文字 4"/>
          <p:cNvSpPr/>
          <p:nvPr/>
        </p:nvSpPr>
        <p:spPr>
          <a:xfrm>
            <a:off x="1691680" y="3624501"/>
            <a:ext cx="2088232" cy="1399115"/>
          </a:xfrm>
          <a:prstGeom prst="wedgeEllipse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HK" sz="4000" dirty="0" smtClean="0"/>
              <a:t>?</a:t>
            </a:r>
            <a:endParaRPr lang="zh-HK" altLang="en-US" sz="4000" dirty="0"/>
          </a:p>
        </p:txBody>
      </p:sp>
      <p:sp>
        <p:nvSpPr>
          <p:cNvPr id="6" name="書卷 (水平) 5"/>
          <p:cNvSpPr/>
          <p:nvPr/>
        </p:nvSpPr>
        <p:spPr>
          <a:xfrm>
            <a:off x="5652120" y="3356992"/>
            <a:ext cx="1944216" cy="1800200"/>
          </a:xfrm>
          <a:prstGeom prst="horizontalScroll">
            <a:avLst>
              <a:gd name="adj" fmla="val 13951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HK" sz="4000" dirty="0" smtClean="0"/>
              <a:t>?</a:t>
            </a:r>
          </a:p>
        </p:txBody>
      </p:sp>
      <p:grpSp>
        <p:nvGrpSpPr>
          <p:cNvPr id="17" name="群組 16"/>
          <p:cNvGrpSpPr/>
          <p:nvPr/>
        </p:nvGrpSpPr>
        <p:grpSpPr>
          <a:xfrm>
            <a:off x="5328084" y="1988840"/>
            <a:ext cx="2592288" cy="1130062"/>
            <a:chOff x="5328084" y="1988840"/>
            <a:chExt cx="2592288" cy="1130062"/>
          </a:xfrm>
        </p:grpSpPr>
        <p:sp>
          <p:nvSpPr>
            <p:cNvPr id="12" name="文字方塊 11"/>
            <p:cNvSpPr txBox="1"/>
            <p:nvPr/>
          </p:nvSpPr>
          <p:spPr>
            <a:xfrm>
              <a:off x="5328084" y="2564904"/>
              <a:ext cx="259228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r>
                <a:rPr lang="en-US" altLang="zh-HK" sz="3000" b="1" spc="50" dirty="0" err="1" smtClean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rPr>
                <a:t>Label_Max</a:t>
              </a:r>
              <a:endParaRPr lang="zh-HK" altLang="en-US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endParaRPr>
            </a:p>
          </p:txBody>
        </p:sp>
        <p:cxnSp>
          <p:nvCxnSpPr>
            <p:cNvPr id="13" name="直線單箭頭接點 12"/>
            <p:cNvCxnSpPr/>
            <p:nvPr/>
          </p:nvCxnSpPr>
          <p:spPr>
            <a:xfrm flipH="1" flipV="1">
              <a:off x="5436096" y="1988840"/>
              <a:ext cx="864096" cy="57606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8" name="群組 17"/>
          <p:cNvGrpSpPr/>
          <p:nvPr/>
        </p:nvGrpSpPr>
        <p:grpSpPr>
          <a:xfrm>
            <a:off x="755576" y="4869160"/>
            <a:ext cx="3096344" cy="1058054"/>
            <a:chOff x="755576" y="4869160"/>
            <a:chExt cx="2952328" cy="1058054"/>
          </a:xfrm>
        </p:grpSpPr>
        <p:cxnSp>
          <p:nvCxnSpPr>
            <p:cNvPr id="7" name="直線單箭頭接點 6"/>
            <p:cNvCxnSpPr/>
            <p:nvPr/>
          </p:nvCxnSpPr>
          <p:spPr>
            <a:xfrm flipV="1">
              <a:off x="1424844" y="4869160"/>
              <a:ext cx="648072" cy="57606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5" name="文字方塊 14"/>
            <p:cNvSpPr txBox="1"/>
            <p:nvPr/>
          </p:nvSpPr>
          <p:spPr>
            <a:xfrm>
              <a:off x="755576" y="5373216"/>
              <a:ext cx="295232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r>
                <a:rPr lang="en-US" altLang="zh-HK" sz="3000" b="1" spc="50" dirty="0" err="1" smtClean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rPr>
                <a:t>Textbox_Guess</a:t>
              </a:r>
              <a:endParaRPr lang="zh-HK" altLang="en-US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endParaRP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1259632" y="1949192"/>
            <a:ext cx="2592288" cy="1123246"/>
            <a:chOff x="1259632" y="1949192"/>
            <a:chExt cx="2592288" cy="1123246"/>
          </a:xfrm>
        </p:grpSpPr>
        <p:sp>
          <p:nvSpPr>
            <p:cNvPr id="9" name="文字方塊 8"/>
            <p:cNvSpPr txBox="1"/>
            <p:nvPr/>
          </p:nvSpPr>
          <p:spPr>
            <a:xfrm>
              <a:off x="1259632" y="2518440"/>
              <a:ext cx="259228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r>
                <a:rPr lang="en-US" altLang="zh-HK" sz="3000" b="1" spc="50" dirty="0" err="1" smtClean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rPr>
                <a:t>Label_Min</a:t>
              </a:r>
              <a:endParaRPr lang="zh-HK" altLang="en-US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endParaRPr>
            </a:p>
          </p:txBody>
        </p:sp>
        <p:cxnSp>
          <p:nvCxnSpPr>
            <p:cNvPr id="16" name="直線單箭頭接點 15"/>
            <p:cNvCxnSpPr/>
            <p:nvPr/>
          </p:nvCxnSpPr>
          <p:spPr>
            <a:xfrm flipV="1">
              <a:off x="2411760" y="1949192"/>
              <a:ext cx="648072" cy="57606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43579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 smtClean="0"/>
              <a:t>Variable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 smtClean="0"/>
              <a:t>Stored data with name.</a:t>
            </a:r>
            <a:endParaRPr lang="zh-HK" altLang="en-US" dirty="0"/>
          </a:p>
        </p:txBody>
      </p:sp>
      <p:pic>
        <p:nvPicPr>
          <p:cNvPr id="4" name="圖片 3" descr="../../Downloads/blocks.png"/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02" t="62240" r="46467" b="33736"/>
          <a:stretch/>
        </p:blipFill>
        <p:spPr bwMode="auto">
          <a:xfrm>
            <a:off x="611559" y="2348880"/>
            <a:ext cx="6474233" cy="129614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6" name="直線單箭頭接點 5"/>
          <p:cNvCxnSpPr/>
          <p:nvPr/>
        </p:nvCxnSpPr>
        <p:spPr>
          <a:xfrm flipV="1">
            <a:off x="3995936" y="3087008"/>
            <a:ext cx="143867" cy="10801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 flipV="1">
            <a:off x="6084168" y="3030860"/>
            <a:ext cx="0" cy="104621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3653897" y="4167128"/>
            <a:ext cx="827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 smtClean="0"/>
              <a:t>Name</a:t>
            </a:r>
            <a:endParaRPr lang="zh-HK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5796136" y="4077072"/>
            <a:ext cx="79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 smtClean="0"/>
              <a:t>Value</a:t>
            </a:r>
            <a:endParaRPr lang="zh-HK" altLang="en-US" dirty="0"/>
          </a:p>
        </p:txBody>
      </p:sp>
      <p:sp>
        <p:nvSpPr>
          <p:cNvPr id="15" name="橢圓 14"/>
          <p:cNvSpPr/>
          <p:nvPr/>
        </p:nvSpPr>
        <p:spPr>
          <a:xfrm>
            <a:off x="1187624" y="2420888"/>
            <a:ext cx="1512168" cy="93610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614353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007" y="332656"/>
            <a:ext cx="8235441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547664" y="1124744"/>
            <a:ext cx="5688633" cy="3744416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HK" sz="60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1 to 100</a:t>
            </a:r>
          </a:p>
          <a:p>
            <a:pPr marL="0" indent="0" algn="ctr">
              <a:buNone/>
            </a:pPr>
            <a:endParaRPr lang="en-US" altLang="zh-HK" dirty="0" smtClean="0">
              <a:solidFill>
                <a:schemeClr val="bg1"/>
              </a:solidFill>
              <a:latin typeface="Comic Sans MS" panose="030F0702030302020204" pitchFamily="66" charset="0"/>
            </a:endParaRPr>
          </a:p>
          <a:p>
            <a:pPr marL="0" indent="0" algn="ctr">
              <a:buNone/>
            </a:pPr>
            <a:endParaRPr lang="en-US" altLang="zh-HK" dirty="0" smtClean="0">
              <a:solidFill>
                <a:schemeClr val="bg1"/>
              </a:solidFill>
              <a:latin typeface="Comic Sans MS" panose="030F0702030302020204" pitchFamily="66" charset="0"/>
            </a:endParaRPr>
          </a:p>
          <a:p>
            <a:pPr marL="0" indent="0" algn="ctr">
              <a:buNone/>
            </a:pPr>
            <a:endParaRPr lang="zh-HK" altLang="en-US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4" name="AutoShape 2" descr="Image result for blackboar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HK" altLang="en-US"/>
          </a:p>
        </p:txBody>
      </p:sp>
      <p:sp>
        <p:nvSpPr>
          <p:cNvPr id="5" name="橢圓形圖說文字 4"/>
          <p:cNvSpPr/>
          <p:nvPr/>
        </p:nvSpPr>
        <p:spPr>
          <a:xfrm>
            <a:off x="1691680" y="3624501"/>
            <a:ext cx="2088232" cy="1399115"/>
          </a:xfrm>
          <a:prstGeom prst="wedgeEllipse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HK" sz="4000" dirty="0" smtClean="0"/>
              <a:t>?</a:t>
            </a:r>
            <a:endParaRPr lang="zh-HK" altLang="en-US" sz="4000" dirty="0"/>
          </a:p>
        </p:txBody>
      </p:sp>
      <p:sp>
        <p:nvSpPr>
          <p:cNvPr id="6" name="書卷 (水平) 5"/>
          <p:cNvSpPr/>
          <p:nvPr/>
        </p:nvSpPr>
        <p:spPr>
          <a:xfrm>
            <a:off x="5652120" y="3356992"/>
            <a:ext cx="1944216" cy="1800200"/>
          </a:xfrm>
          <a:prstGeom prst="horizontalScroll">
            <a:avLst>
              <a:gd name="adj" fmla="val 13951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HK" sz="4000" dirty="0" smtClean="0"/>
              <a:t>49</a:t>
            </a:r>
          </a:p>
        </p:txBody>
      </p:sp>
      <p:grpSp>
        <p:nvGrpSpPr>
          <p:cNvPr id="17" name="群組 16"/>
          <p:cNvGrpSpPr/>
          <p:nvPr/>
        </p:nvGrpSpPr>
        <p:grpSpPr>
          <a:xfrm>
            <a:off x="5328084" y="1988840"/>
            <a:ext cx="2592288" cy="1130062"/>
            <a:chOff x="5328084" y="1988840"/>
            <a:chExt cx="2592288" cy="1130062"/>
          </a:xfrm>
        </p:grpSpPr>
        <p:sp>
          <p:nvSpPr>
            <p:cNvPr id="12" name="文字方塊 11"/>
            <p:cNvSpPr txBox="1"/>
            <p:nvPr/>
          </p:nvSpPr>
          <p:spPr>
            <a:xfrm>
              <a:off x="5328084" y="2564904"/>
              <a:ext cx="259228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r>
                <a:rPr lang="en-US" altLang="zh-HK" sz="3000" b="1" spc="50" dirty="0" err="1" smtClean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rPr>
                <a:t>Label_Max</a:t>
              </a:r>
              <a:endParaRPr lang="zh-HK" altLang="en-US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endParaRPr>
            </a:p>
          </p:txBody>
        </p:sp>
        <p:cxnSp>
          <p:nvCxnSpPr>
            <p:cNvPr id="13" name="直線單箭頭接點 12"/>
            <p:cNvCxnSpPr/>
            <p:nvPr/>
          </p:nvCxnSpPr>
          <p:spPr>
            <a:xfrm flipH="1" flipV="1">
              <a:off x="5436096" y="1988840"/>
              <a:ext cx="864096" cy="57606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8" name="群組 17"/>
          <p:cNvGrpSpPr/>
          <p:nvPr/>
        </p:nvGrpSpPr>
        <p:grpSpPr>
          <a:xfrm>
            <a:off x="755576" y="4869160"/>
            <a:ext cx="3168352" cy="1058054"/>
            <a:chOff x="755576" y="4869160"/>
            <a:chExt cx="2952328" cy="1058054"/>
          </a:xfrm>
        </p:grpSpPr>
        <p:cxnSp>
          <p:nvCxnSpPr>
            <p:cNvPr id="7" name="直線單箭頭接點 6"/>
            <p:cNvCxnSpPr/>
            <p:nvPr/>
          </p:nvCxnSpPr>
          <p:spPr>
            <a:xfrm flipV="1">
              <a:off x="1424844" y="4869160"/>
              <a:ext cx="648072" cy="57606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5" name="文字方塊 14"/>
            <p:cNvSpPr txBox="1"/>
            <p:nvPr/>
          </p:nvSpPr>
          <p:spPr>
            <a:xfrm>
              <a:off x="755576" y="5373216"/>
              <a:ext cx="295232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r>
                <a:rPr lang="en-US" altLang="zh-HK" sz="3000" b="1" spc="50" dirty="0" err="1" smtClean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rPr>
                <a:t>Textbox_Guess</a:t>
              </a:r>
              <a:endParaRPr lang="zh-HK" altLang="en-US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endParaRP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1259632" y="1949192"/>
            <a:ext cx="2592288" cy="1123246"/>
            <a:chOff x="1259632" y="1949192"/>
            <a:chExt cx="2592288" cy="1123246"/>
          </a:xfrm>
        </p:grpSpPr>
        <p:sp>
          <p:nvSpPr>
            <p:cNvPr id="9" name="文字方塊 8"/>
            <p:cNvSpPr txBox="1"/>
            <p:nvPr/>
          </p:nvSpPr>
          <p:spPr>
            <a:xfrm>
              <a:off x="1259632" y="2518440"/>
              <a:ext cx="259228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r>
                <a:rPr lang="en-US" altLang="zh-HK" sz="3000" b="1" spc="50" dirty="0" err="1" smtClean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rPr>
                <a:t>Label_Min</a:t>
              </a:r>
              <a:endParaRPr lang="zh-HK" altLang="en-US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endParaRPr>
            </a:p>
          </p:txBody>
        </p:sp>
        <p:cxnSp>
          <p:nvCxnSpPr>
            <p:cNvPr id="16" name="直線單箭頭接點 15"/>
            <p:cNvCxnSpPr/>
            <p:nvPr/>
          </p:nvCxnSpPr>
          <p:spPr>
            <a:xfrm flipV="1">
              <a:off x="2411760" y="1949192"/>
              <a:ext cx="648072" cy="57606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9" name="群組 18"/>
          <p:cNvGrpSpPr/>
          <p:nvPr/>
        </p:nvGrpSpPr>
        <p:grpSpPr>
          <a:xfrm>
            <a:off x="6191672" y="5023616"/>
            <a:ext cx="1620688" cy="950635"/>
            <a:chOff x="755576" y="4976579"/>
            <a:chExt cx="2952328" cy="950635"/>
          </a:xfrm>
        </p:grpSpPr>
        <p:cxnSp>
          <p:nvCxnSpPr>
            <p:cNvPr id="20" name="直線單箭頭接點 19"/>
            <p:cNvCxnSpPr/>
            <p:nvPr/>
          </p:nvCxnSpPr>
          <p:spPr>
            <a:xfrm flipH="1" flipV="1">
              <a:off x="1188132" y="4976579"/>
              <a:ext cx="236712" cy="46864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1" name="文字方塊 20"/>
            <p:cNvSpPr txBox="1"/>
            <p:nvPr/>
          </p:nvSpPr>
          <p:spPr>
            <a:xfrm>
              <a:off x="755576" y="5373216"/>
              <a:ext cx="295232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r>
                <a:rPr lang="en-US" altLang="zh-HK" sz="3000" b="1" spc="50" dirty="0" smtClean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rPr>
                <a:t>Answer</a:t>
              </a:r>
              <a:endParaRPr lang="zh-HK" altLang="en-US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660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007" y="332656"/>
            <a:ext cx="8235441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547664" y="1124744"/>
            <a:ext cx="5688633" cy="3744416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HK" sz="60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1 to 100</a:t>
            </a:r>
          </a:p>
          <a:p>
            <a:pPr marL="0" indent="0" algn="ctr">
              <a:buNone/>
            </a:pPr>
            <a:endParaRPr lang="en-US" altLang="zh-HK" dirty="0" smtClean="0">
              <a:solidFill>
                <a:schemeClr val="bg1"/>
              </a:solidFill>
              <a:latin typeface="Comic Sans MS" panose="030F0702030302020204" pitchFamily="66" charset="0"/>
            </a:endParaRPr>
          </a:p>
          <a:p>
            <a:pPr marL="0" indent="0" algn="ctr">
              <a:buNone/>
            </a:pPr>
            <a:endParaRPr lang="en-US" altLang="zh-HK" dirty="0" smtClean="0">
              <a:solidFill>
                <a:schemeClr val="bg1"/>
              </a:solidFill>
              <a:latin typeface="Comic Sans MS" panose="030F0702030302020204" pitchFamily="66" charset="0"/>
            </a:endParaRPr>
          </a:p>
          <a:p>
            <a:pPr marL="0" indent="0" algn="ctr">
              <a:buNone/>
            </a:pPr>
            <a:endParaRPr lang="zh-HK" altLang="en-US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4" name="AutoShape 2" descr="Image result for blackboar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HK" altLang="en-US"/>
          </a:p>
        </p:txBody>
      </p:sp>
      <p:sp>
        <p:nvSpPr>
          <p:cNvPr id="5" name="橢圓形圖說文字 4"/>
          <p:cNvSpPr/>
          <p:nvPr/>
        </p:nvSpPr>
        <p:spPr>
          <a:xfrm>
            <a:off x="1691680" y="3624501"/>
            <a:ext cx="2088232" cy="1399115"/>
          </a:xfrm>
          <a:prstGeom prst="wedgeEllipse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HK" sz="4000" dirty="0" smtClean="0"/>
              <a:t>?</a:t>
            </a:r>
            <a:endParaRPr lang="zh-HK" altLang="en-US" sz="4000" dirty="0"/>
          </a:p>
        </p:txBody>
      </p:sp>
      <p:sp>
        <p:nvSpPr>
          <p:cNvPr id="6" name="書卷 (水平) 5"/>
          <p:cNvSpPr/>
          <p:nvPr/>
        </p:nvSpPr>
        <p:spPr>
          <a:xfrm>
            <a:off x="5652120" y="3356992"/>
            <a:ext cx="1944216" cy="1800200"/>
          </a:xfrm>
          <a:prstGeom prst="horizontalScroll">
            <a:avLst>
              <a:gd name="adj" fmla="val 13951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HK" sz="4000" dirty="0" smtClean="0"/>
              <a:t>?</a:t>
            </a:r>
          </a:p>
        </p:txBody>
      </p:sp>
      <p:grpSp>
        <p:nvGrpSpPr>
          <p:cNvPr id="17" name="群組 16"/>
          <p:cNvGrpSpPr/>
          <p:nvPr/>
        </p:nvGrpSpPr>
        <p:grpSpPr>
          <a:xfrm>
            <a:off x="5328084" y="1988840"/>
            <a:ext cx="2592288" cy="1130062"/>
            <a:chOff x="5328084" y="1988840"/>
            <a:chExt cx="2592288" cy="1130062"/>
          </a:xfrm>
        </p:grpSpPr>
        <p:sp>
          <p:nvSpPr>
            <p:cNvPr id="12" name="文字方塊 11"/>
            <p:cNvSpPr txBox="1"/>
            <p:nvPr/>
          </p:nvSpPr>
          <p:spPr>
            <a:xfrm>
              <a:off x="5328084" y="2564904"/>
              <a:ext cx="259228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r>
                <a:rPr lang="en-US" altLang="zh-HK" sz="3000" b="1" spc="50" dirty="0" err="1" smtClean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rPr>
                <a:t>Label_Max</a:t>
              </a:r>
              <a:endParaRPr lang="zh-HK" altLang="en-US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endParaRPr>
            </a:p>
          </p:txBody>
        </p:sp>
        <p:cxnSp>
          <p:nvCxnSpPr>
            <p:cNvPr id="13" name="直線單箭頭接點 12"/>
            <p:cNvCxnSpPr/>
            <p:nvPr/>
          </p:nvCxnSpPr>
          <p:spPr>
            <a:xfrm flipH="1" flipV="1">
              <a:off x="5436096" y="1988840"/>
              <a:ext cx="864096" cy="57606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8" name="群組 17"/>
          <p:cNvGrpSpPr/>
          <p:nvPr/>
        </p:nvGrpSpPr>
        <p:grpSpPr>
          <a:xfrm>
            <a:off x="755576" y="4869160"/>
            <a:ext cx="3168352" cy="1058054"/>
            <a:chOff x="755576" y="4869160"/>
            <a:chExt cx="2952328" cy="1058054"/>
          </a:xfrm>
        </p:grpSpPr>
        <p:cxnSp>
          <p:nvCxnSpPr>
            <p:cNvPr id="7" name="直線單箭頭接點 6"/>
            <p:cNvCxnSpPr/>
            <p:nvPr/>
          </p:nvCxnSpPr>
          <p:spPr>
            <a:xfrm flipV="1">
              <a:off x="1424844" y="4869160"/>
              <a:ext cx="648072" cy="57606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15" name="文字方塊 14"/>
            <p:cNvSpPr txBox="1"/>
            <p:nvPr/>
          </p:nvSpPr>
          <p:spPr>
            <a:xfrm>
              <a:off x="755576" y="5373216"/>
              <a:ext cx="295232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r>
                <a:rPr lang="en-US" altLang="zh-HK" sz="3000" b="1" spc="50" dirty="0" err="1" smtClean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rPr>
                <a:t>Textbox_Guess</a:t>
              </a:r>
              <a:endParaRPr lang="zh-HK" altLang="en-US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endParaRPr>
            </a:p>
          </p:txBody>
        </p:sp>
      </p:grpSp>
      <p:grpSp>
        <p:nvGrpSpPr>
          <p:cNvPr id="14" name="群組 13"/>
          <p:cNvGrpSpPr/>
          <p:nvPr/>
        </p:nvGrpSpPr>
        <p:grpSpPr>
          <a:xfrm>
            <a:off x="1259632" y="1949192"/>
            <a:ext cx="2592288" cy="1123246"/>
            <a:chOff x="1259632" y="1949192"/>
            <a:chExt cx="2592288" cy="1123246"/>
          </a:xfrm>
        </p:grpSpPr>
        <p:sp>
          <p:nvSpPr>
            <p:cNvPr id="9" name="文字方塊 8"/>
            <p:cNvSpPr txBox="1"/>
            <p:nvPr/>
          </p:nvSpPr>
          <p:spPr>
            <a:xfrm>
              <a:off x="1259632" y="2518440"/>
              <a:ext cx="259228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r>
                <a:rPr lang="en-US" altLang="zh-HK" sz="3000" b="1" spc="50" dirty="0" err="1" smtClean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rPr>
                <a:t>Label_Min</a:t>
              </a:r>
              <a:endParaRPr lang="zh-HK" altLang="en-US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endParaRPr>
            </a:p>
          </p:txBody>
        </p:sp>
        <p:cxnSp>
          <p:nvCxnSpPr>
            <p:cNvPr id="16" name="直線單箭頭接點 15"/>
            <p:cNvCxnSpPr/>
            <p:nvPr/>
          </p:nvCxnSpPr>
          <p:spPr>
            <a:xfrm flipV="1">
              <a:off x="2411760" y="1949192"/>
              <a:ext cx="648072" cy="57606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9" name="群組 18"/>
          <p:cNvGrpSpPr/>
          <p:nvPr/>
        </p:nvGrpSpPr>
        <p:grpSpPr>
          <a:xfrm>
            <a:off x="6191672" y="5023616"/>
            <a:ext cx="1620688" cy="950635"/>
            <a:chOff x="755576" y="4976579"/>
            <a:chExt cx="2952328" cy="950635"/>
          </a:xfrm>
        </p:grpSpPr>
        <p:cxnSp>
          <p:nvCxnSpPr>
            <p:cNvPr id="20" name="直線單箭頭接點 19"/>
            <p:cNvCxnSpPr/>
            <p:nvPr/>
          </p:nvCxnSpPr>
          <p:spPr>
            <a:xfrm flipH="1" flipV="1">
              <a:off x="1188132" y="4976579"/>
              <a:ext cx="236712" cy="468645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  <p:sp>
          <p:nvSpPr>
            <p:cNvPr id="21" name="文字方塊 20"/>
            <p:cNvSpPr txBox="1"/>
            <p:nvPr/>
          </p:nvSpPr>
          <p:spPr>
            <a:xfrm>
              <a:off x="755576" y="5373216"/>
              <a:ext cx="295232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soft" dir="tl">
                  <a:rot lat="0" lon="0" rev="0"/>
                </a:lightRig>
              </a:scene3d>
              <a:sp3d contourW="25400" prstMaterial="matte">
                <a:bevelT w="25400" h="55880" prst="artDeco"/>
                <a:contourClr>
                  <a:schemeClr val="accent2">
                    <a:tint val="20000"/>
                  </a:schemeClr>
                </a:contourClr>
              </a:sp3d>
            </a:bodyPr>
            <a:lstStyle/>
            <a:p>
              <a:r>
                <a:rPr lang="en-US" altLang="zh-HK" sz="3000" b="1" spc="50" dirty="0" smtClean="0">
                  <a:ln w="11430"/>
                  <a:gradFill>
                    <a:gsLst>
                      <a:gs pos="25000">
                        <a:schemeClr val="accent2">
                          <a:satMod val="155000"/>
                        </a:schemeClr>
                      </a:gs>
                      <a:gs pos="100000">
                        <a:schemeClr val="accent2">
                          <a:shade val="45000"/>
                          <a:satMod val="165000"/>
                        </a:schemeClr>
                      </a:gs>
                    </a:gsLst>
                    <a:lin ang="5400000"/>
                  </a:gradFill>
                  <a:effectLst>
                    <a:outerShdw blurRad="76200" dist="50800" dir="5400000" algn="tl" rotWithShape="0">
                      <a:srgbClr val="000000">
                        <a:alpha val="65000"/>
                      </a:srgbClr>
                    </a:outerShdw>
                  </a:effectLst>
                </a:rPr>
                <a:t>Answer</a:t>
              </a:r>
              <a:endParaRPr lang="zh-HK" altLang="en-US" sz="3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28072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 smtClean="0"/>
              <a:t>Random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752601"/>
            <a:ext cx="7620000" cy="380256"/>
          </a:xfrm>
        </p:spPr>
        <p:txBody>
          <a:bodyPr>
            <a:normAutofit fontScale="85000" lnSpcReduction="20000"/>
          </a:bodyPr>
          <a:lstStyle/>
          <a:p>
            <a:r>
              <a:rPr lang="en-US" altLang="zh-HK" dirty="0" smtClean="0"/>
              <a:t>Do not know exact value.</a:t>
            </a:r>
          </a:p>
          <a:p>
            <a:endParaRPr lang="en-US" altLang="zh-HK" dirty="0"/>
          </a:p>
          <a:p>
            <a:endParaRPr lang="en-US" altLang="zh-HK" dirty="0" smtClean="0"/>
          </a:p>
          <a:p>
            <a:endParaRPr lang="en-US" altLang="zh-HK" dirty="0" smtClean="0"/>
          </a:p>
          <a:p>
            <a:endParaRPr lang="zh-HK" altLang="en-US" dirty="0"/>
          </a:p>
        </p:txBody>
      </p:sp>
      <p:pic>
        <p:nvPicPr>
          <p:cNvPr id="4" name="Picture 2" descr="C:\Users\staff\Desktop\Screen Shot 02-20-17 at 10.57 A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2348880"/>
            <a:ext cx="3495675" cy="102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860" y="3212976"/>
            <a:ext cx="3496163" cy="1028844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932040" y="2678564"/>
            <a:ext cx="11464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K" dirty="0"/>
              <a:t> 1 to 100 </a:t>
            </a:r>
            <a:endParaRPr lang="zh-HK" altLang="en-US" dirty="0"/>
          </a:p>
        </p:txBody>
      </p:sp>
      <p:sp>
        <p:nvSpPr>
          <p:cNvPr id="7" name="矩形 6"/>
          <p:cNvSpPr/>
          <p:nvPr/>
        </p:nvSpPr>
        <p:spPr>
          <a:xfrm>
            <a:off x="4938132" y="3542732"/>
            <a:ext cx="10182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K" dirty="0"/>
              <a:t> </a:t>
            </a:r>
            <a:r>
              <a:rPr lang="en-US" altLang="zh-HK" dirty="0" smtClean="0"/>
              <a:t>2 </a:t>
            </a:r>
            <a:r>
              <a:rPr lang="en-US" altLang="zh-HK" dirty="0"/>
              <a:t>to </a:t>
            </a:r>
            <a:r>
              <a:rPr lang="en-US" altLang="zh-HK" dirty="0" smtClean="0"/>
              <a:t>99 </a:t>
            </a:r>
            <a:endParaRPr lang="zh-HK" altLang="en-US" dirty="0"/>
          </a:p>
        </p:txBody>
      </p:sp>
      <p:pic>
        <p:nvPicPr>
          <p:cNvPr id="10" name="圖片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527" y="4241820"/>
            <a:ext cx="3496163" cy="10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058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/>
              <a:t>Random</a:t>
            </a:r>
            <a:endParaRPr lang="zh-HK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556792"/>
            <a:ext cx="6030167" cy="1790950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3429764"/>
            <a:ext cx="6030167" cy="64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285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007" y="332656"/>
            <a:ext cx="8235441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547664" y="1124744"/>
            <a:ext cx="5688633" cy="3744416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HK" sz="60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1 to 100</a:t>
            </a:r>
          </a:p>
          <a:p>
            <a:pPr marL="0" indent="0" algn="ctr">
              <a:buNone/>
            </a:pPr>
            <a:endParaRPr lang="en-US" altLang="zh-HK" dirty="0" smtClean="0">
              <a:solidFill>
                <a:schemeClr val="bg1"/>
              </a:solidFill>
              <a:latin typeface="Comic Sans MS" panose="030F0702030302020204" pitchFamily="66" charset="0"/>
            </a:endParaRPr>
          </a:p>
          <a:p>
            <a:pPr marL="0" indent="0" algn="ctr">
              <a:buNone/>
            </a:pPr>
            <a:endParaRPr lang="en-US" altLang="zh-HK" dirty="0" smtClean="0">
              <a:solidFill>
                <a:schemeClr val="bg1"/>
              </a:solidFill>
              <a:latin typeface="Comic Sans MS" panose="030F0702030302020204" pitchFamily="66" charset="0"/>
            </a:endParaRPr>
          </a:p>
          <a:p>
            <a:pPr marL="0" indent="0" algn="ctr">
              <a:buNone/>
            </a:pPr>
            <a:endParaRPr lang="zh-HK" altLang="en-US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4" name="AutoShape 2" descr="Image result for blackboar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HK" altLang="en-US"/>
          </a:p>
        </p:txBody>
      </p:sp>
      <p:sp>
        <p:nvSpPr>
          <p:cNvPr id="5" name="橢圓形圖說文字 4"/>
          <p:cNvSpPr/>
          <p:nvPr/>
        </p:nvSpPr>
        <p:spPr>
          <a:xfrm>
            <a:off x="1691680" y="3624501"/>
            <a:ext cx="2088232" cy="1399115"/>
          </a:xfrm>
          <a:prstGeom prst="wedgeEllipse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HK" sz="4000" dirty="0" smtClean="0"/>
              <a:t>49</a:t>
            </a:r>
            <a:endParaRPr lang="zh-HK" altLang="en-US" sz="4000" dirty="0"/>
          </a:p>
        </p:txBody>
      </p:sp>
      <p:sp>
        <p:nvSpPr>
          <p:cNvPr id="6" name="書卷 (水平) 5"/>
          <p:cNvSpPr/>
          <p:nvPr/>
        </p:nvSpPr>
        <p:spPr>
          <a:xfrm>
            <a:off x="5652120" y="3356992"/>
            <a:ext cx="1944216" cy="1800200"/>
          </a:xfrm>
          <a:prstGeom prst="horizontalScroll">
            <a:avLst>
              <a:gd name="adj" fmla="val 13951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HK" sz="4000" dirty="0" smtClean="0"/>
              <a:t>49</a:t>
            </a:r>
            <a:endParaRPr lang="zh-HK" altLang="en-US" sz="4000" dirty="0"/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99241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8744" y="2113379"/>
            <a:ext cx="2735796" cy="2343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39617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圖: 決策 5"/>
          <p:cNvSpPr/>
          <p:nvPr/>
        </p:nvSpPr>
        <p:spPr>
          <a:xfrm>
            <a:off x="3158540" y="764704"/>
            <a:ext cx="2160240" cy="108012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 smtClean="0"/>
              <a:t>Guess = Answer</a:t>
            </a:r>
            <a:endParaRPr lang="zh-HK" altLang="en-US" dirty="0"/>
          </a:p>
        </p:txBody>
      </p:sp>
      <p:cxnSp>
        <p:nvCxnSpPr>
          <p:cNvPr id="11" name="直線單箭頭接點 10"/>
          <p:cNvCxnSpPr>
            <a:endCxn id="6" idx="0"/>
          </p:cNvCxnSpPr>
          <p:nvPr/>
        </p:nvCxnSpPr>
        <p:spPr>
          <a:xfrm>
            <a:off x="4238660" y="332656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9" name="群組 48"/>
          <p:cNvGrpSpPr/>
          <p:nvPr/>
        </p:nvGrpSpPr>
        <p:grpSpPr>
          <a:xfrm>
            <a:off x="5089572" y="986954"/>
            <a:ext cx="1264488" cy="1364022"/>
            <a:chOff x="5089572" y="986954"/>
            <a:chExt cx="1264488" cy="1364022"/>
          </a:xfrm>
        </p:grpSpPr>
        <p:grpSp>
          <p:nvGrpSpPr>
            <p:cNvPr id="47" name="群組 46"/>
            <p:cNvGrpSpPr/>
            <p:nvPr/>
          </p:nvGrpSpPr>
          <p:grpSpPr>
            <a:xfrm>
              <a:off x="5318780" y="986954"/>
              <a:ext cx="485518" cy="571934"/>
              <a:chOff x="5318780" y="986954"/>
              <a:chExt cx="485518" cy="571934"/>
            </a:xfrm>
          </p:grpSpPr>
          <p:cxnSp>
            <p:nvCxnSpPr>
              <p:cNvPr id="8" name="肘形接點 7"/>
              <p:cNvCxnSpPr>
                <a:stCxn id="6" idx="3"/>
                <a:endCxn id="12" idx="0"/>
              </p:cNvCxnSpPr>
              <p:nvPr/>
            </p:nvCxnSpPr>
            <p:spPr>
              <a:xfrm>
                <a:off x="5318780" y="1304764"/>
                <a:ext cx="403036" cy="254124"/>
              </a:xfrm>
              <a:prstGeom prst="bentConnector2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" name="文字方塊 8"/>
              <p:cNvSpPr txBox="1"/>
              <p:nvPr/>
            </p:nvSpPr>
            <p:spPr>
              <a:xfrm>
                <a:off x="5318780" y="986954"/>
                <a:ext cx="4855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HK" dirty="0" smtClean="0"/>
                  <a:t>Yes</a:t>
                </a:r>
                <a:endParaRPr lang="zh-HK" altLang="en-US" dirty="0"/>
              </a:p>
            </p:txBody>
          </p:sp>
        </p:grpSp>
        <p:sp>
          <p:nvSpPr>
            <p:cNvPr id="12" name="矩形 11"/>
            <p:cNvSpPr/>
            <p:nvPr/>
          </p:nvSpPr>
          <p:spPr>
            <a:xfrm>
              <a:off x="5089572" y="1558888"/>
              <a:ext cx="1264488" cy="79208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dirty="0" smtClean="0"/>
                <a:t>Bingo</a:t>
              </a:r>
              <a:endParaRPr lang="zh-HK" altLang="en-US" dirty="0"/>
            </a:p>
          </p:txBody>
        </p:sp>
      </p:grpSp>
      <p:cxnSp>
        <p:nvCxnSpPr>
          <p:cNvPr id="15" name="直線單箭頭接點 14"/>
          <p:cNvCxnSpPr>
            <a:stCxn id="6" idx="2"/>
            <a:endCxn id="22" idx="0"/>
          </p:cNvCxnSpPr>
          <p:nvPr/>
        </p:nvCxnSpPr>
        <p:spPr>
          <a:xfrm>
            <a:off x="4238660" y="1844824"/>
            <a:ext cx="0" cy="8280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肘形接點 16"/>
          <p:cNvCxnSpPr>
            <a:stCxn id="12" idx="2"/>
          </p:cNvCxnSpPr>
          <p:nvPr/>
        </p:nvCxnSpPr>
        <p:spPr>
          <a:xfrm rot="5400000">
            <a:off x="4872598" y="1751690"/>
            <a:ext cx="249932" cy="144850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流程圖: 決策 21"/>
          <p:cNvSpPr/>
          <p:nvPr/>
        </p:nvSpPr>
        <p:spPr>
          <a:xfrm>
            <a:off x="3158540" y="2672916"/>
            <a:ext cx="2160240" cy="108012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 smtClean="0"/>
              <a:t>Guess &gt; Answer</a:t>
            </a:r>
            <a:endParaRPr lang="zh-HK" altLang="en-US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3753142" y="1981644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dirty="0" smtClean="0"/>
              <a:t>No</a:t>
            </a:r>
            <a:endParaRPr lang="zh-HK" altLang="en-US" dirty="0"/>
          </a:p>
        </p:txBody>
      </p:sp>
      <p:cxnSp>
        <p:nvCxnSpPr>
          <p:cNvPr id="28" name="肘形接點 27"/>
          <p:cNvCxnSpPr>
            <a:stCxn id="22" idx="3"/>
            <a:endCxn id="30" idx="0"/>
          </p:cNvCxnSpPr>
          <p:nvPr/>
        </p:nvCxnSpPr>
        <p:spPr>
          <a:xfrm>
            <a:off x="5318780" y="3212976"/>
            <a:ext cx="448110" cy="288032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字方塊 28"/>
          <p:cNvSpPr txBox="1"/>
          <p:nvPr/>
        </p:nvSpPr>
        <p:spPr>
          <a:xfrm>
            <a:off x="5318780" y="2929074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dirty="0" smtClean="0"/>
              <a:t>Yes</a:t>
            </a:r>
            <a:endParaRPr lang="zh-HK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5089572" y="3501008"/>
            <a:ext cx="1354636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 smtClean="0"/>
              <a:t>Change</a:t>
            </a:r>
            <a:br>
              <a:rPr lang="en-US" altLang="zh-HK" dirty="0" smtClean="0"/>
            </a:br>
            <a:r>
              <a:rPr lang="en-US" altLang="zh-HK" dirty="0" err="1" smtClean="0"/>
              <a:t>Label_Max</a:t>
            </a:r>
            <a:endParaRPr lang="zh-HK" altLang="en-US" dirty="0"/>
          </a:p>
        </p:txBody>
      </p:sp>
      <p:cxnSp>
        <p:nvCxnSpPr>
          <p:cNvPr id="31" name="直線單箭頭接點 30"/>
          <p:cNvCxnSpPr>
            <a:stCxn id="22" idx="2"/>
          </p:cNvCxnSpPr>
          <p:nvPr/>
        </p:nvCxnSpPr>
        <p:spPr>
          <a:xfrm>
            <a:off x="4238660" y="3753036"/>
            <a:ext cx="0" cy="8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肘形接點 31"/>
          <p:cNvCxnSpPr>
            <a:stCxn id="30" idx="2"/>
          </p:cNvCxnSpPr>
          <p:nvPr/>
        </p:nvCxnSpPr>
        <p:spPr>
          <a:xfrm rot="5400000">
            <a:off x="4895135" y="3671273"/>
            <a:ext cx="249932" cy="1493578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字方塊 32"/>
          <p:cNvSpPr txBox="1"/>
          <p:nvPr/>
        </p:nvSpPr>
        <p:spPr>
          <a:xfrm>
            <a:off x="3753142" y="3923764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dirty="0" smtClean="0"/>
              <a:t>No</a:t>
            </a:r>
            <a:endParaRPr lang="zh-HK" altLang="en-US" dirty="0"/>
          </a:p>
        </p:txBody>
      </p:sp>
      <p:sp>
        <p:nvSpPr>
          <p:cNvPr id="39" name="流程圖: 決策 38"/>
          <p:cNvSpPr/>
          <p:nvPr/>
        </p:nvSpPr>
        <p:spPr>
          <a:xfrm>
            <a:off x="3158540" y="4615036"/>
            <a:ext cx="2160240" cy="108012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 smtClean="0"/>
              <a:t>Guess &lt; Answer</a:t>
            </a:r>
            <a:endParaRPr lang="zh-HK" altLang="en-US" dirty="0"/>
          </a:p>
        </p:txBody>
      </p:sp>
      <p:cxnSp>
        <p:nvCxnSpPr>
          <p:cNvPr id="40" name="肘形接點 39"/>
          <p:cNvCxnSpPr>
            <a:stCxn id="39" idx="3"/>
            <a:endCxn id="42" idx="0"/>
          </p:cNvCxnSpPr>
          <p:nvPr/>
        </p:nvCxnSpPr>
        <p:spPr>
          <a:xfrm>
            <a:off x="5318780" y="5155096"/>
            <a:ext cx="373092" cy="30172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文字方塊 40"/>
          <p:cNvSpPr txBox="1"/>
          <p:nvPr/>
        </p:nvSpPr>
        <p:spPr>
          <a:xfrm>
            <a:off x="5288836" y="4884886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dirty="0" smtClean="0"/>
              <a:t>Yes</a:t>
            </a:r>
            <a:endParaRPr lang="zh-HK" altLang="en-US" dirty="0"/>
          </a:p>
        </p:txBody>
      </p:sp>
      <p:sp>
        <p:nvSpPr>
          <p:cNvPr id="42" name="矩形 41"/>
          <p:cNvSpPr/>
          <p:nvPr/>
        </p:nvSpPr>
        <p:spPr>
          <a:xfrm>
            <a:off x="5059628" y="5456820"/>
            <a:ext cx="1264488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 smtClean="0"/>
              <a:t>Change</a:t>
            </a:r>
            <a:br>
              <a:rPr lang="en-US" altLang="zh-HK" dirty="0" smtClean="0"/>
            </a:br>
            <a:r>
              <a:rPr lang="en-US" altLang="zh-HK" dirty="0" err="1" smtClean="0"/>
              <a:t>Label_Min</a:t>
            </a:r>
            <a:endParaRPr lang="zh-HK" altLang="en-US" dirty="0"/>
          </a:p>
        </p:txBody>
      </p:sp>
      <p:cxnSp>
        <p:nvCxnSpPr>
          <p:cNvPr id="43" name="直線單箭頭接點 42"/>
          <p:cNvCxnSpPr>
            <a:stCxn id="39" idx="2"/>
          </p:cNvCxnSpPr>
          <p:nvPr/>
        </p:nvCxnSpPr>
        <p:spPr>
          <a:xfrm>
            <a:off x="4238660" y="5695156"/>
            <a:ext cx="0" cy="8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肘形接點 43"/>
          <p:cNvCxnSpPr>
            <a:stCxn id="42" idx="2"/>
          </p:cNvCxnSpPr>
          <p:nvPr/>
        </p:nvCxnSpPr>
        <p:spPr>
          <a:xfrm rot="5400000">
            <a:off x="4842654" y="5649622"/>
            <a:ext cx="249932" cy="144850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文字方塊 44"/>
          <p:cNvSpPr txBox="1"/>
          <p:nvPr/>
        </p:nvSpPr>
        <p:spPr>
          <a:xfrm>
            <a:off x="3723198" y="5879576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dirty="0" smtClean="0"/>
              <a:t>No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3278172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2" grpId="0" animBg="1"/>
      <p:bldP spid="23" grpId="0"/>
      <p:bldP spid="29" grpId="0"/>
      <p:bldP spid="30" grpId="0" animBg="1"/>
      <p:bldP spid="33" grpId="0"/>
      <p:bldP spid="39" grpId="0" animBg="1"/>
      <p:bldP spid="41" grpId="0"/>
      <p:bldP spid="42" grpId="0" animBg="1"/>
      <p:bldP spid="4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007" y="332656"/>
            <a:ext cx="8235441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547664" y="1124744"/>
            <a:ext cx="5688633" cy="3744416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HK" sz="60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1 to 100</a:t>
            </a:r>
          </a:p>
          <a:p>
            <a:pPr marL="0" indent="0" algn="ctr">
              <a:buNone/>
            </a:pPr>
            <a:endParaRPr lang="en-US" altLang="zh-HK" dirty="0" smtClean="0">
              <a:solidFill>
                <a:schemeClr val="bg1"/>
              </a:solidFill>
              <a:latin typeface="Comic Sans MS" panose="030F0702030302020204" pitchFamily="66" charset="0"/>
            </a:endParaRPr>
          </a:p>
          <a:p>
            <a:pPr marL="0" indent="0" algn="ctr">
              <a:buNone/>
            </a:pPr>
            <a:endParaRPr lang="en-US" altLang="zh-HK" dirty="0" smtClean="0">
              <a:solidFill>
                <a:schemeClr val="bg1"/>
              </a:solidFill>
              <a:latin typeface="Comic Sans MS" panose="030F0702030302020204" pitchFamily="66" charset="0"/>
            </a:endParaRPr>
          </a:p>
          <a:p>
            <a:pPr marL="0" indent="0" algn="ctr">
              <a:buNone/>
            </a:pPr>
            <a:endParaRPr lang="zh-HK" altLang="en-US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4" name="AutoShape 2" descr="Image result for blackboar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HK" altLang="en-US"/>
          </a:p>
        </p:txBody>
      </p:sp>
      <p:sp>
        <p:nvSpPr>
          <p:cNvPr id="5" name="橢圓形圖說文字 4"/>
          <p:cNvSpPr/>
          <p:nvPr/>
        </p:nvSpPr>
        <p:spPr>
          <a:xfrm>
            <a:off x="1691680" y="3624501"/>
            <a:ext cx="2088232" cy="1399115"/>
          </a:xfrm>
          <a:prstGeom prst="wedgeEllipse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HK" sz="4000" dirty="0" smtClean="0"/>
              <a:t>71</a:t>
            </a:r>
            <a:endParaRPr lang="zh-HK" altLang="en-US" sz="4000" dirty="0"/>
          </a:p>
        </p:txBody>
      </p:sp>
      <p:sp>
        <p:nvSpPr>
          <p:cNvPr id="6" name="書卷 (水平) 5"/>
          <p:cNvSpPr/>
          <p:nvPr/>
        </p:nvSpPr>
        <p:spPr>
          <a:xfrm>
            <a:off x="5652120" y="3356992"/>
            <a:ext cx="1944216" cy="1800200"/>
          </a:xfrm>
          <a:prstGeom prst="horizontalScroll">
            <a:avLst>
              <a:gd name="adj" fmla="val 13951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HK" sz="4000" dirty="0" smtClean="0"/>
              <a:t>49</a:t>
            </a:r>
            <a:endParaRPr lang="zh-HK" altLang="en-US" sz="4000" dirty="0"/>
          </a:p>
        </p:txBody>
      </p:sp>
      <p:cxnSp>
        <p:nvCxnSpPr>
          <p:cNvPr id="8" name="直線接點 7"/>
          <p:cNvCxnSpPr/>
          <p:nvPr/>
        </p:nvCxnSpPr>
        <p:spPr>
          <a:xfrm flipV="1">
            <a:off x="4532727" y="1268760"/>
            <a:ext cx="1263409" cy="648072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4664133" y="2204864"/>
            <a:ext cx="1000595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K" sz="60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71</a:t>
            </a:r>
            <a:endParaRPr lang="zh-HK" altLang="en-US" sz="6000" dirty="0"/>
          </a:p>
        </p:txBody>
      </p:sp>
    </p:spTree>
    <p:extLst>
      <p:ext uri="{BB962C8B-B14F-4D97-AF65-F5344CB8AC3E}">
        <p14:creationId xmlns:p14="http://schemas.microsoft.com/office/powerpoint/2010/main" val="2224266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007" y="332656"/>
            <a:ext cx="8235441" cy="5904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547664" y="1124744"/>
            <a:ext cx="5688633" cy="3744416"/>
          </a:xfrm>
        </p:spPr>
        <p:txBody>
          <a:bodyPr/>
          <a:lstStyle/>
          <a:p>
            <a:pPr marL="0" indent="0" algn="ctr">
              <a:buNone/>
            </a:pPr>
            <a:r>
              <a:rPr lang="en-US" altLang="zh-HK" sz="60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1 to 100</a:t>
            </a:r>
          </a:p>
          <a:p>
            <a:pPr marL="0" indent="0" algn="ctr">
              <a:buNone/>
            </a:pPr>
            <a:endParaRPr lang="en-US" altLang="zh-HK" dirty="0" smtClean="0">
              <a:solidFill>
                <a:schemeClr val="bg1"/>
              </a:solidFill>
              <a:latin typeface="Comic Sans MS" panose="030F0702030302020204" pitchFamily="66" charset="0"/>
            </a:endParaRPr>
          </a:p>
          <a:p>
            <a:pPr marL="0" indent="0" algn="ctr">
              <a:buNone/>
            </a:pPr>
            <a:endParaRPr lang="en-US" altLang="zh-HK" dirty="0" smtClean="0">
              <a:solidFill>
                <a:schemeClr val="bg1"/>
              </a:solidFill>
              <a:latin typeface="Comic Sans MS" panose="030F0702030302020204" pitchFamily="66" charset="0"/>
            </a:endParaRPr>
          </a:p>
          <a:p>
            <a:pPr marL="0" indent="0" algn="ctr">
              <a:buNone/>
            </a:pPr>
            <a:endParaRPr lang="zh-HK" altLang="en-US" dirty="0">
              <a:solidFill>
                <a:schemeClr val="bg1"/>
              </a:solidFill>
              <a:latin typeface="Comic Sans MS" panose="030F0702030302020204" pitchFamily="66" charset="0"/>
            </a:endParaRPr>
          </a:p>
        </p:txBody>
      </p:sp>
      <p:sp>
        <p:nvSpPr>
          <p:cNvPr id="4" name="AutoShape 2" descr="Image result for blackboard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HK" altLang="en-US"/>
          </a:p>
        </p:txBody>
      </p:sp>
      <p:sp>
        <p:nvSpPr>
          <p:cNvPr id="5" name="橢圓形圖說文字 4"/>
          <p:cNvSpPr/>
          <p:nvPr/>
        </p:nvSpPr>
        <p:spPr>
          <a:xfrm>
            <a:off x="1691680" y="3624501"/>
            <a:ext cx="2088232" cy="1399115"/>
          </a:xfrm>
          <a:prstGeom prst="wedgeEllipseCallo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HK" sz="4000" dirty="0" smtClean="0"/>
              <a:t>24</a:t>
            </a:r>
            <a:endParaRPr lang="zh-HK" altLang="en-US" sz="4000" dirty="0"/>
          </a:p>
        </p:txBody>
      </p:sp>
      <p:sp>
        <p:nvSpPr>
          <p:cNvPr id="6" name="書卷 (水平) 5"/>
          <p:cNvSpPr/>
          <p:nvPr/>
        </p:nvSpPr>
        <p:spPr>
          <a:xfrm>
            <a:off x="5652120" y="3356992"/>
            <a:ext cx="1944216" cy="1800200"/>
          </a:xfrm>
          <a:prstGeom prst="horizontalScroll">
            <a:avLst>
              <a:gd name="adj" fmla="val 13951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HK" sz="4000" dirty="0" smtClean="0"/>
              <a:t>49</a:t>
            </a:r>
          </a:p>
        </p:txBody>
      </p:sp>
      <p:cxnSp>
        <p:nvCxnSpPr>
          <p:cNvPr id="8" name="直線接點 7"/>
          <p:cNvCxnSpPr/>
          <p:nvPr/>
        </p:nvCxnSpPr>
        <p:spPr>
          <a:xfrm flipV="1">
            <a:off x="2843808" y="1340768"/>
            <a:ext cx="759353" cy="576064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2602566" y="2204863"/>
            <a:ext cx="1124026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HK" sz="6000" dirty="0" smtClean="0">
                <a:solidFill>
                  <a:schemeClr val="bg1"/>
                </a:solidFill>
                <a:latin typeface="Comic Sans MS" panose="030F0702030302020204" pitchFamily="66" charset="0"/>
              </a:rPr>
              <a:t>24</a:t>
            </a:r>
            <a:endParaRPr lang="zh-HK" altLang="en-US" sz="6000" dirty="0"/>
          </a:p>
        </p:txBody>
      </p:sp>
    </p:spTree>
    <p:extLst>
      <p:ext uri="{BB962C8B-B14F-4D97-AF65-F5344CB8AC3E}">
        <p14:creationId xmlns:p14="http://schemas.microsoft.com/office/powerpoint/2010/main" val="377730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流程圖: 決策 5"/>
          <p:cNvSpPr/>
          <p:nvPr/>
        </p:nvSpPr>
        <p:spPr>
          <a:xfrm>
            <a:off x="3158540" y="764704"/>
            <a:ext cx="2160240" cy="108012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 smtClean="0"/>
              <a:t>Guess = Answer</a:t>
            </a:r>
            <a:endParaRPr lang="zh-HK" altLang="en-US" dirty="0"/>
          </a:p>
        </p:txBody>
      </p:sp>
      <p:cxnSp>
        <p:nvCxnSpPr>
          <p:cNvPr id="11" name="直線單箭頭接點 10"/>
          <p:cNvCxnSpPr>
            <a:endCxn id="6" idx="0"/>
          </p:cNvCxnSpPr>
          <p:nvPr/>
        </p:nvCxnSpPr>
        <p:spPr>
          <a:xfrm>
            <a:off x="4238660" y="332656"/>
            <a:ext cx="0" cy="43204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9" name="群組 48"/>
          <p:cNvGrpSpPr/>
          <p:nvPr/>
        </p:nvGrpSpPr>
        <p:grpSpPr>
          <a:xfrm>
            <a:off x="5089572" y="986954"/>
            <a:ext cx="1264488" cy="1364022"/>
            <a:chOff x="5089572" y="986954"/>
            <a:chExt cx="1264488" cy="1364022"/>
          </a:xfrm>
        </p:grpSpPr>
        <p:grpSp>
          <p:nvGrpSpPr>
            <p:cNvPr id="47" name="群組 46"/>
            <p:cNvGrpSpPr/>
            <p:nvPr/>
          </p:nvGrpSpPr>
          <p:grpSpPr>
            <a:xfrm>
              <a:off x="5318780" y="986954"/>
              <a:ext cx="485518" cy="571934"/>
              <a:chOff x="5318780" y="986954"/>
              <a:chExt cx="485518" cy="571934"/>
            </a:xfrm>
          </p:grpSpPr>
          <p:cxnSp>
            <p:nvCxnSpPr>
              <p:cNvPr id="8" name="肘形接點 7"/>
              <p:cNvCxnSpPr>
                <a:stCxn id="6" idx="3"/>
                <a:endCxn id="12" idx="0"/>
              </p:cNvCxnSpPr>
              <p:nvPr/>
            </p:nvCxnSpPr>
            <p:spPr>
              <a:xfrm>
                <a:off x="5318780" y="1304764"/>
                <a:ext cx="403036" cy="254124"/>
              </a:xfrm>
              <a:prstGeom prst="bentConnector2">
                <a:avLst/>
              </a:prstGeom>
              <a:ln>
                <a:tailEnd type="arrow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9" name="文字方塊 8"/>
              <p:cNvSpPr txBox="1"/>
              <p:nvPr/>
            </p:nvSpPr>
            <p:spPr>
              <a:xfrm>
                <a:off x="5318780" y="986954"/>
                <a:ext cx="4855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HK" dirty="0" smtClean="0"/>
                  <a:t>Yes</a:t>
                </a:r>
                <a:endParaRPr lang="zh-HK" altLang="en-US" dirty="0"/>
              </a:p>
            </p:txBody>
          </p:sp>
        </p:grpSp>
        <p:sp>
          <p:nvSpPr>
            <p:cNvPr id="12" name="矩形 11"/>
            <p:cNvSpPr/>
            <p:nvPr/>
          </p:nvSpPr>
          <p:spPr>
            <a:xfrm>
              <a:off x="5089572" y="1558888"/>
              <a:ext cx="1264488" cy="792088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dirty="0" smtClean="0"/>
                <a:t>Bingo</a:t>
              </a:r>
              <a:endParaRPr lang="zh-HK" altLang="en-US" dirty="0"/>
            </a:p>
          </p:txBody>
        </p:sp>
      </p:grpSp>
      <p:cxnSp>
        <p:nvCxnSpPr>
          <p:cNvPr id="15" name="直線單箭頭接點 14"/>
          <p:cNvCxnSpPr>
            <a:stCxn id="6" idx="2"/>
            <a:endCxn id="22" idx="0"/>
          </p:cNvCxnSpPr>
          <p:nvPr/>
        </p:nvCxnSpPr>
        <p:spPr>
          <a:xfrm>
            <a:off x="4238660" y="1844824"/>
            <a:ext cx="0" cy="82809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肘形接點 16"/>
          <p:cNvCxnSpPr>
            <a:stCxn id="12" idx="2"/>
          </p:cNvCxnSpPr>
          <p:nvPr/>
        </p:nvCxnSpPr>
        <p:spPr>
          <a:xfrm rot="5400000">
            <a:off x="4872598" y="1751690"/>
            <a:ext cx="249932" cy="144850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流程圖: 決策 21"/>
          <p:cNvSpPr/>
          <p:nvPr/>
        </p:nvSpPr>
        <p:spPr>
          <a:xfrm>
            <a:off x="3158540" y="2672916"/>
            <a:ext cx="2160240" cy="108012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 smtClean="0"/>
              <a:t>Guess &gt; Answer</a:t>
            </a:r>
            <a:endParaRPr lang="zh-HK" altLang="en-US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3753142" y="1981644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dirty="0" smtClean="0"/>
              <a:t>No</a:t>
            </a:r>
            <a:endParaRPr lang="zh-HK" altLang="en-US" dirty="0"/>
          </a:p>
        </p:txBody>
      </p:sp>
      <p:cxnSp>
        <p:nvCxnSpPr>
          <p:cNvPr id="28" name="肘形接點 27"/>
          <p:cNvCxnSpPr>
            <a:stCxn id="22" idx="3"/>
            <a:endCxn id="30" idx="0"/>
          </p:cNvCxnSpPr>
          <p:nvPr/>
        </p:nvCxnSpPr>
        <p:spPr>
          <a:xfrm>
            <a:off x="5318780" y="3212976"/>
            <a:ext cx="403036" cy="288032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字方塊 28"/>
          <p:cNvSpPr txBox="1"/>
          <p:nvPr/>
        </p:nvSpPr>
        <p:spPr>
          <a:xfrm>
            <a:off x="5318780" y="2929074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dirty="0" smtClean="0"/>
              <a:t>Yes</a:t>
            </a:r>
            <a:endParaRPr lang="zh-HK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5089572" y="3501008"/>
            <a:ext cx="1264488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 smtClean="0"/>
              <a:t>Change</a:t>
            </a:r>
            <a:br>
              <a:rPr lang="en-US" altLang="zh-HK" dirty="0" smtClean="0"/>
            </a:br>
            <a:r>
              <a:rPr lang="en-US" altLang="zh-HK" dirty="0" err="1" smtClean="0"/>
              <a:t>Label_Max</a:t>
            </a:r>
            <a:endParaRPr lang="zh-HK" altLang="en-US" dirty="0"/>
          </a:p>
        </p:txBody>
      </p:sp>
      <p:cxnSp>
        <p:nvCxnSpPr>
          <p:cNvPr id="31" name="直線單箭頭接點 30"/>
          <p:cNvCxnSpPr>
            <a:stCxn id="22" idx="2"/>
          </p:cNvCxnSpPr>
          <p:nvPr/>
        </p:nvCxnSpPr>
        <p:spPr>
          <a:xfrm>
            <a:off x="4238660" y="3753036"/>
            <a:ext cx="0" cy="8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肘形接點 31"/>
          <p:cNvCxnSpPr>
            <a:stCxn id="30" idx="2"/>
          </p:cNvCxnSpPr>
          <p:nvPr/>
        </p:nvCxnSpPr>
        <p:spPr>
          <a:xfrm rot="5400000">
            <a:off x="4872598" y="3693810"/>
            <a:ext cx="249932" cy="144850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文字方塊 32"/>
          <p:cNvSpPr txBox="1"/>
          <p:nvPr/>
        </p:nvSpPr>
        <p:spPr>
          <a:xfrm>
            <a:off x="3753142" y="3923764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dirty="0" smtClean="0"/>
              <a:t>No</a:t>
            </a:r>
            <a:endParaRPr lang="zh-HK" altLang="en-US" dirty="0"/>
          </a:p>
        </p:txBody>
      </p:sp>
      <p:sp>
        <p:nvSpPr>
          <p:cNvPr id="39" name="流程圖: 決策 38"/>
          <p:cNvSpPr/>
          <p:nvPr/>
        </p:nvSpPr>
        <p:spPr>
          <a:xfrm>
            <a:off x="3158540" y="4615036"/>
            <a:ext cx="2160240" cy="108012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 smtClean="0"/>
              <a:t>Guess &lt; Answer</a:t>
            </a:r>
            <a:endParaRPr lang="zh-HK" altLang="en-US" dirty="0"/>
          </a:p>
        </p:txBody>
      </p:sp>
      <p:cxnSp>
        <p:nvCxnSpPr>
          <p:cNvPr id="40" name="肘形接點 39"/>
          <p:cNvCxnSpPr>
            <a:stCxn id="39" idx="3"/>
            <a:endCxn id="42" idx="0"/>
          </p:cNvCxnSpPr>
          <p:nvPr/>
        </p:nvCxnSpPr>
        <p:spPr>
          <a:xfrm>
            <a:off x="5318780" y="5155096"/>
            <a:ext cx="373092" cy="30172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文字方塊 40"/>
          <p:cNvSpPr txBox="1"/>
          <p:nvPr/>
        </p:nvSpPr>
        <p:spPr>
          <a:xfrm>
            <a:off x="5288836" y="4884886"/>
            <a:ext cx="485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dirty="0" smtClean="0"/>
              <a:t>Yes</a:t>
            </a:r>
            <a:endParaRPr lang="zh-HK" altLang="en-US" dirty="0"/>
          </a:p>
        </p:txBody>
      </p:sp>
      <p:sp>
        <p:nvSpPr>
          <p:cNvPr id="42" name="矩形 41"/>
          <p:cNvSpPr/>
          <p:nvPr/>
        </p:nvSpPr>
        <p:spPr>
          <a:xfrm>
            <a:off x="5059628" y="5456820"/>
            <a:ext cx="1264488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 smtClean="0"/>
              <a:t>Change</a:t>
            </a:r>
            <a:br>
              <a:rPr lang="en-US" altLang="zh-HK" dirty="0" smtClean="0"/>
            </a:br>
            <a:r>
              <a:rPr lang="en-US" altLang="zh-HK" dirty="0" err="1" smtClean="0"/>
              <a:t>Label_Min</a:t>
            </a:r>
            <a:endParaRPr lang="zh-HK" altLang="en-US" dirty="0"/>
          </a:p>
        </p:txBody>
      </p:sp>
      <p:cxnSp>
        <p:nvCxnSpPr>
          <p:cNvPr id="43" name="直線單箭頭接點 42"/>
          <p:cNvCxnSpPr>
            <a:stCxn id="39" idx="2"/>
          </p:cNvCxnSpPr>
          <p:nvPr/>
        </p:nvCxnSpPr>
        <p:spPr>
          <a:xfrm>
            <a:off x="4238660" y="5695156"/>
            <a:ext cx="0" cy="8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肘形接點 43"/>
          <p:cNvCxnSpPr>
            <a:stCxn id="42" idx="2"/>
          </p:cNvCxnSpPr>
          <p:nvPr/>
        </p:nvCxnSpPr>
        <p:spPr>
          <a:xfrm rot="5400000">
            <a:off x="4842654" y="5649622"/>
            <a:ext cx="249932" cy="144850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文字方塊 44"/>
          <p:cNvSpPr txBox="1"/>
          <p:nvPr/>
        </p:nvSpPr>
        <p:spPr>
          <a:xfrm>
            <a:off x="3723198" y="5879576"/>
            <a:ext cx="4555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dirty="0" smtClean="0"/>
              <a:t>No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173259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2" grpId="0" animBg="1"/>
      <p:bldP spid="23" grpId="0"/>
      <p:bldP spid="29" grpId="0"/>
      <p:bldP spid="30" grpId="0" animBg="1"/>
      <p:bldP spid="33" grpId="0"/>
      <p:bldP spid="39" grpId="0" animBg="1"/>
      <p:bldP spid="41" grpId="0"/>
      <p:bldP spid="42" grpId="0" animBg="1"/>
      <p:bldP spid="4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HK" dirty="0" smtClean="0"/>
              <a:t>Selection</a:t>
            </a:r>
            <a:endParaRPr lang="zh-HK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HK" dirty="0" smtClean="0"/>
              <a:t>A “yes/no” with given condition.</a:t>
            </a:r>
          </a:p>
          <a:p>
            <a:r>
              <a:rPr lang="en-US" altLang="zh-HK" dirty="0" smtClean="0"/>
              <a:t>If…then…</a:t>
            </a:r>
          </a:p>
          <a:p>
            <a:pPr marL="0" indent="0">
              <a:buNone/>
            </a:pPr>
            <a:endParaRPr lang="zh-HK" altLang="en-US" dirty="0"/>
          </a:p>
        </p:txBody>
      </p:sp>
      <p:pic>
        <p:nvPicPr>
          <p:cNvPr id="3074" name="Picture 2" descr="C:\Users\staff\Desktop\Screen Shot 02-18-17 at 02.09 P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2723579"/>
            <a:ext cx="5935663" cy="1266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橢圓 4"/>
          <p:cNvSpPr/>
          <p:nvPr/>
        </p:nvSpPr>
        <p:spPr>
          <a:xfrm>
            <a:off x="1943708" y="2996951"/>
            <a:ext cx="5004556" cy="36003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cxnSp>
        <p:nvCxnSpPr>
          <p:cNvPr id="6" name="直線單箭頭接點 5"/>
          <p:cNvCxnSpPr/>
          <p:nvPr/>
        </p:nvCxnSpPr>
        <p:spPr>
          <a:xfrm flipH="1">
            <a:off x="4788024" y="2060848"/>
            <a:ext cx="864096" cy="93610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/>
          <p:cNvCxnSpPr/>
          <p:nvPr/>
        </p:nvCxnSpPr>
        <p:spPr>
          <a:xfrm flipV="1">
            <a:off x="3707904" y="3645024"/>
            <a:ext cx="144016" cy="8640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/>
          <p:cNvSpPr txBox="1"/>
          <p:nvPr/>
        </p:nvSpPr>
        <p:spPr>
          <a:xfrm>
            <a:off x="2069921" y="4533488"/>
            <a:ext cx="3582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HK" dirty="0" smtClean="0"/>
              <a:t>Do the blocks if the condition is true</a:t>
            </a:r>
            <a:endParaRPr lang="zh-HK" altLang="en-US" dirty="0"/>
          </a:p>
        </p:txBody>
      </p:sp>
    </p:spTree>
    <p:extLst>
      <p:ext uri="{BB962C8B-B14F-4D97-AF65-F5344CB8AC3E}">
        <p14:creationId xmlns:p14="http://schemas.microsoft.com/office/powerpoint/2010/main" val="2561755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基本">
  <a:themeElements>
    <a:clrScheme name="基本">
      <a:dk1>
        <a:srgbClr val="000000"/>
      </a:dk1>
      <a:lt1>
        <a:srgbClr val="FFFFFF"/>
      </a:lt1>
      <a:dk2>
        <a:srgbClr val="D1282E"/>
      </a:dk2>
      <a:lt2>
        <a:srgbClr val="C8C8B1"/>
      </a:lt2>
      <a:accent1>
        <a:srgbClr val="7A7A7A"/>
      </a:accent1>
      <a:accent2>
        <a:srgbClr val="F5C201"/>
      </a:accent2>
      <a:accent3>
        <a:srgbClr val="526DB0"/>
      </a:accent3>
      <a:accent4>
        <a:srgbClr val="989AAC"/>
      </a:accent4>
      <a:accent5>
        <a:srgbClr val="DC5924"/>
      </a:accent5>
      <a:accent6>
        <a:srgbClr val="B4B392"/>
      </a:accent6>
      <a:hlink>
        <a:srgbClr val="CC9900"/>
      </a:hlink>
      <a:folHlink>
        <a:srgbClr val="969696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基本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250000"/>
              </a:schemeClr>
            </a:gs>
            <a:gs pos="35000">
              <a:schemeClr val="phClr">
                <a:tint val="47000"/>
                <a:satMod val="275000"/>
              </a:schemeClr>
            </a:gs>
            <a:gs pos="100000">
              <a:schemeClr val="phClr">
                <a:tint val="25000"/>
                <a:satMod val="300000"/>
              </a:schemeClr>
            </a:gs>
          </a:gsLst>
          <a:lin ang="16200000" scaled="1"/>
        </a:gradFill>
        <a:solidFill>
          <a:schemeClr val="phClr">
            <a:satMod val="11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4127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9999" dist="23000" algn="b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19050" algn="bl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l"/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6000"/>
              </a:schemeClr>
              <a:schemeClr val="phClr">
                <a:shade val="94000"/>
              </a:schemeClr>
            </a:duotone>
          </a:blip>
          <a:tile tx="0" ty="0" sx="100000" sy="100000" flip="none" algn="tl"/>
        </a:blipFill>
        <a:gradFill rotWithShape="1">
          <a:gsLst>
            <a:gs pos="0">
              <a:schemeClr val="phClr">
                <a:tint val="84000"/>
                <a:satMod val="110000"/>
              </a:schemeClr>
            </a:gs>
            <a:gs pos="44000">
              <a:schemeClr val="phClr">
                <a:tint val="93000"/>
                <a:satMod val="115000"/>
              </a:schemeClr>
            </a:gs>
            <a:gs pos="100000">
              <a:schemeClr val="phClr">
                <a:tint val="100000"/>
                <a:shade val="59000"/>
                <a:satMod val="120000"/>
              </a:schemeClr>
            </a:gs>
          </a:gsLst>
          <a:path path="circle">
            <a:fillToRect l="40000" t="60000" r="60000" b="4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Essential</Template>
  <TotalTime>273</TotalTime>
  <Words>142</Words>
  <Application>Microsoft Office PowerPoint</Application>
  <PresentationFormat>如螢幕大小 (4:3)</PresentationFormat>
  <Paragraphs>91</Paragraphs>
  <Slides>16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17" baseType="lpstr">
      <vt:lpstr>基本</vt:lpstr>
      <vt:lpstr>Guess the number</vt:lpstr>
      <vt:lpstr>PowerPoint 簡報</vt:lpstr>
      <vt:lpstr>PowerPoint 簡報</vt:lpstr>
      <vt:lpstr>PowerPoint 簡報</vt:lpstr>
      <vt:lpstr>PowerPoint 簡報</vt:lpstr>
      <vt:lpstr>Variable</vt:lpstr>
      <vt:lpstr>PowerPoint 簡報</vt:lpstr>
      <vt:lpstr>PowerPoint 簡報</vt:lpstr>
      <vt:lpstr>Random</vt:lpstr>
      <vt:lpstr>Random</vt:lpstr>
      <vt:lpstr>PowerPoint 簡報</vt:lpstr>
      <vt:lpstr>PowerPoint 簡報</vt:lpstr>
      <vt:lpstr>PowerPoint 簡報</vt:lpstr>
      <vt:lpstr>PowerPoint 簡報</vt:lpstr>
      <vt:lpstr>PowerPoint 簡報</vt:lpstr>
      <vt:lpstr>Selection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Guess the number</dc:title>
  <dc:creator>staff</dc:creator>
  <cp:lastModifiedBy>staff</cp:lastModifiedBy>
  <cp:revision>15</cp:revision>
  <dcterms:created xsi:type="dcterms:W3CDTF">2017-02-18T05:09:38Z</dcterms:created>
  <dcterms:modified xsi:type="dcterms:W3CDTF">2017-02-21T01:52:55Z</dcterms:modified>
</cp:coreProperties>
</file>